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30275213" cy="42803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57" userDrawn="1">
          <p15:clr>
            <a:srgbClr val="A4A3A4"/>
          </p15:clr>
        </p15:guide>
        <p15:guide id="2" pos="959" userDrawn="1">
          <p15:clr>
            <a:srgbClr val="A4A3A4"/>
          </p15:clr>
        </p15:guide>
        <p15:guide id="3" pos="3342" userDrawn="1">
          <p15:clr>
            <a:srgbClr val="A4A3A4"/>
          </p15:clr>
        </p15:guide>
        <p15:guide id="4" pos="3908" userDrawn="1">
          <p15:clr>
            <a:srgbClr val="A4A3A4"/>
          </p15:clr>
        </p15:guide>
        <p15:guide id="5" pos="6291" userDrawn="1">
          <p15:clr>
            <a:srgbClr val="A4A3A4"/>
          </p15:clr>
        </p15:guide>
        <p15:guide id="6" pos="6857" userDrawn="1">
          <p15:clr>
            <a:srgbClr val="A4A3A4"/>
          </p15:clr>
        </p15:guide>
        <p15:guide id="7" pos="9239" userDrawn="1">
          <p15:clr>
            <a:srgbClr val="A4A3A4"/>
          </p15:clr>
        </p15:guide>
        <p15:guide id="8" pos="9804" userDrawn="1">
          <p15:clr>
            <a:srgbClr val="A4A3A4"/>
          </p15:clr>
        </p15:guide>
        <p15:guide id="9" pos="12186" userDrawn="1">
          <p15:clr>
            <a:srgbClr val="A4A3A4"/>
          </p15:clr>
        </p15:guide>
        <p15:guide id="10" pos="12753" userDrawn="1">
          <p15:clr>
            <a:srgbClr val="A4A3A4"/>
          </p15:clr>
        </p15:guide>
        <p15:guide id="11" pos="15137" userDrawn="1">
          <p15:clr>
            <a:srgbClr val="A4A3A4"/>
          </p15:clr>
        </p15:guide>
        <p15:guide id="12" pos="18086" userDrawn="1">
          <p15:clr>
            <a:srgbClr val="A4A3A4"/>
          </p15:clr>
        </p15:guide>
        <p15:guide id="13" pos="1570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 showGuides="1">
      <p:cViewPr>
        <p:scale>
          <a:sx n="33" d="100"/>
          <a:sy n="33" d="100"/>
        </p:scale>
        <p:origin x="1560" y="-3426"/>
      </p:cViewPr>
      <p:guideLst>
        <p:guide orient="horz" pos="957"/>
        <p:guide pos="959"/>
        <p:guide pos="3342"/>
        <p:guide pos="3908"/>
        <p:guide pos="6291"/>
        <p:guide pos="6857"/>
        <p:guide pos="9239"/>
        <p:guide pos="9804"/>
        <p:guide pos="12186"/>
        <p:guide pos="12753"/>
        <p:guide pos="15137"/>
        <p:guide pos="18086"/>
        <p:guide pos="1570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7175" y="6127333"/>
            <a:ext cx="27217688" cy="2278904"/>
          </a:xfrm>
        </p:spPr>
        <p:txBody>
          <a:bodyPr anchor="t" anchorCtr="0"/>
          <a:lstStyle>
            <a:lvl1pPr algn="l">
              <a:defRPr sz="99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7175" y="7908120"/>
            <a:ext cx="27217688" cy="365461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4900">
                <a:solidFill>
                  <a:schemeClr val="accent1"/>
                </a:solidFill>
                <a:latin typeface="Noto Sans Medium" panose="020B0502040504020204" pitchFamily="34" charset="0"/>
                <a:ea typeface="Noto Sans Medium" panose="020B0502040504020204" pitchFamily="34" charset="0"/>
                <a:cs typeface="Noto Sans Medium" panose="020B0502040504020204" pitchFamily="34" charset="0"/>
              </a:defRPr>
            </a:lvl1pPr>
            <a:lvl2pPr marL="1513743" indent="0" algn="ctr">
              <a:buNone/>
              <a:defRPr sz="6622"/>
            </a:lvl2pPr>
            <a:lvl3pPr marL="3027487" indent="0" algn="ctr">
              <a:buNone/>
              <a:defRPr sz="5960"/>
            </a:lvl3pPr>
            <a:lvl4pPr marL="4541230" indent="0" algn="ctr">
              <a:buNone/>
              <a:defRPr sz="5297"/>
            </a:lvl4pPr>
            <a:lvl5pPr marL="6054974" indent="0" algn="ctr">
              <a:buNone/>
              <a:defRPr sz="5297"/>
            </a:lvl5pPr>
            <a:lvl6pPr marL="7568717" indent="0" algn="ctr">
              <a:buNone/>
              <a:defRPr sz="5297"/>
            </a:lvl6pPr>
            <a:lvl7pPr marL="9082461" indent="0" algn="ctr">
              <a:buNone/>
              <a:defRPr sz="5297"/>
            </a:lvl7pPr>
            <a:lvl8pPr marL="10596204" indent="0" algn="ctr">
              <a:buNone/>
              <a:defRPr sz="5297"/>
            </a:lvl8pPr>
            <a:lvl9pPr marL="12109948" indent="0" algn="ctr">
              <a:buNone/>
              <a:defRPr sz="5297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F2D2C15A-C5CC-479E-95DE-6C257D4DB57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527176" y="16932085"/>
            <a:ext cx="3787774" cy="483777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374EEC0A-3A97-451C-9C5F-25EEF114359D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527176" y="15861650"/>
            <a:ext cx="3787774" cy="1070435"/>
          </a:xfrm>
        </p:spPr>
        <p:txBody>
          <a:bodyPr/>
          <a:lstStyle>
            <a:lvl1pPr>
              <a:defRPr sz="3500">
                <a:latin typeface="+mj-lt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D12392B7-B1C8-4E48-9106-E4FB9A3F67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815744" y="39854927"/>
            <a:ext cx="2577156" cy="1512148"/>
          </a:xfrm>
          <a:prstGeom prst="rect">
            <a:avLst/>
          </a:prstGeom>
        </p:spPr>
      </p:pic>
      <p:sp>
        <p:nvSpPr>
          <p:cNvPr id="19" name="Bildplatzhalter 18">
            <a:extLst>
              <a:ext uri="{FF2B5EF4-FFF2-40B4-BE49-F238E27FC236}">
                <a16:creationId xmlns:a16="http://schemas.microsoft.com/office/drawing/2014/main" id="{D8442930-DC10-448F-B2AB-26FFEC815EA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27424063" y="40157400"/>
            <a:ext cx="1320800" cy="1209675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QR</a:t>
            </a:r>
          </a:p>
        </p:txBody>
      </p:sp>
      <p:sp>
        <p:nvSpPr>
          <p:cNvPr id="21" name="Bildplatzhalter 20">
            <a:extLst>
              <a:ext uri="{FF2B5EF4-FFF2-40B4-BE49-F238E27FC236}">
                <a16:creationId xmlns:a16="http://schemas.microsoft.com/office/drawing/2014/main" id="{59F9714F-DF20-4C39-B73B-CE4D5E16E468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1527176" y="12241213"/>
            <a:ext cx="3787774" cy="2998787"/>
          </a:xfrm>
        </p:spPr>
        <p:txBody>
          <a:bodyPr/>
          <a:lstStyle/>
          <a:p>
            <a:endParaRPr lang="de-DE"/>
          </a:p>
        </p:txBody>
      </p:sp>
      <p:sp>
        <p:nvSpPr>
          <p:cNvPr id="23" name="Bildplatzhalter 20">
            <a:extLst>
              <a:ext uri="{FF2B5EF4-FFF2-40B4-BE49-F238E27FC236}">
                <a16:creationId xmlns:a16="http://schemas.microsoft.com/office/drawing/2014/main" id="{082380FB-8629-4890-82B5-730266062116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1527175" y="25750735"/>
            <a:ext cx="3787776" cy="3864026"/>
          </a:xfrm>
        </p:spPr>
        <p:txBody>
          <a:bodyPr/>
          <a:lstStyle/>
          <a:p>
            <a:endParaRPr lang="de-DE"/>
          </a:p>
        </p:txBody>
      </p:sp>
      <p:sp>
        <p:nvSpPr>
          <p:cNvPr id="25" name="Textplatzhalter 24">
            <a:extLst>
              <a:ext uri="{FF2B5EF4-FFF2-40B4-BE49-F238E27FC236}">
                <a16:creationId xmlns:a16="http://schemas.microsoft.com/office/drawing/2014/main" id="{43DBC68F-8D02-4E37-9548-44456215765C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1527175" y="30027563"/>
            <a:ext cx="3787775" cy="3186112"/>
          </a:xfrm>
        </p:spPr>
        <p:txBody>
          <a:bodyPr/>
          <a:lstStyle>
            <a:lvl1pPr>
              <a:defRPr sz="160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  <p:sp>
        <p:nvSpPr>
          <p:cNvPr id="44" name="Bildplatzhalter 20">
            <a:extLst>
              <a:ext uri="{FF2B5EF4-FFF2-40B4-BE49-F238E27FC236}">
                <a16:creationId xmlns:a16="http://schemas.microsoft.com/office/drawing/2014/main" id="{820229CB-00B4-4881-9B43-614DCB303814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6215063" y="25750735"/>
            <a:ext cx="3787776" cy="3864026"/>
          </a:xfrm>
        </p:spPr>
        <p:txBody>
          <a:bodyPr/>
          <a:lstStyle/>
          <a:p>
            <a:endParaRPr lang="de-DE"/>
          </a:p>
        </p:txBody>
      </p:sp>
      <p:sp>
        <p:nvSpPr>
          <p:cNvPr id="45" name="Textplatzhalter 24">
            <a:extLst>
              <a:ext uri="{FF2B5EF4-FFF2-40B4-BE49-F238E27FC236}">
                <a16:creationId xmlns:a16="http://schemas.microsoft.com/office/drawing/2014/main" id="{F928C13A-0874-4025-BCD7-79B62C650F9C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6215063" y="30027563"/>
            <a:ext cx="3787775" cy="3186112"/>
          </a:xfrm>
        </p:spPr>
        <p:txBody>
          <a:bodyPr/>
          <a:lstStyle>
            <a:lvl1pPr>
              <a:defRPr sz="160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  <p:sp>
        <p:nvSpPr>
          <p:cNvPr id="46" name="Bildplatzhalter 20">
            <a:extLst>
              <a:ext uri="{FF2B5EF4-FFF2-40B4-BE49-F238E27FC236}">
                <a16:creationId xmlns:a16="http://schemas.microsoft.com/office/drawing/2014/main" id="{7F9044BE-69AD-427C-83BE-D9EA68BAF7C1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10929937" y="25750735"/>
            <a:ext cx="3787776" cy="3864026"/>
          </a:xfrm>
        </p:spPr>
        <p:txBody>
          <a:bodyPr/>
          <a:lstStyle/>
          <a:p>
            <a:endParaRPr lang="de-DE"/>
          </a:p>
        </p:txBody>
      </p:sp>
      <p:sp>
        <p:nvSpPr>
          <p:cNvPr id="47" name="Textplatzhalter 24">
            <a:extLst>
              <a:ext uri="{FF2B5EF4-FFF2-40B4-BE49-F238E27FC236}">
                <a16:creationId xmlns:a16="http://schemas.microsoft.com/office/drawing/2014/main" id="{194F3A0E-8BE7-4041-BF3F-96B4380AF593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10929937" y="30027563"/>
            <a:ext cx="3787775" cy="3186112"/>
          </a:xfrm>
        </p:spPr>
        <p:txBody>
          <a:bodyPr/>
          <a:lstStyle>
            <a:lvl1pPr>
              <a:defRPr sz="160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  <p:sp>
        <p:nvSpPr>
          <p:cNvPr id="48" name="Bildplatzhalter 20">
            <a:extLst>
              <a:ext uri="{FF2B5EF4-FFF2-40B4-BE49-F238E27FC236}">
                <a16:creationId xmlns:a16="http://schemas.microsoft.com/office/drawing/2014/main" id="{589BAC79-E1EC-4CB2-9776-6B10FB679035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15617825" y="25750735"/>
            <a:ext cx="3787776" cy="3864026"/>
          </a:xfrm>
        </p:spPr>
        <p:txBody>
          <a:bodyPr/>
          <a:lstStyle/>
          <a:p>
            <a:endParaRPr lang="de-DE"/>
          </a:p>
        </p:txBody>
      </p:sp>
      <p:sp>
        <p:nvSpPr>
          <p:cNvPr id="49" name="Textplatzhalter 24">
            <a:extLst>
              <a:ext uri="{FF2B5EF4-FFF2-40B4-BE49-F238E27FC236}">
                <a16:creationId xmlns:a16="http://schemas.microsoft.com/office/drawing/2014/main" id="{F13201F5-3439-4098-929A-786FAB649B86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15617825" y="30027563"/>
            <a:ext cx="3787775" cy="3186112"/>
          </a:xfrm>
        </p:spPr>
        <p:txBody>
          <a:bodyPr/>
          <a:lstStyle>
            <a:lvl1pPr>
              <a:defRPr sz="160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  <p:sp>
        <p:nvSpPr>
          <p:cNvPr id="50" name="Bildplatzhalter 20">
            <a:extLst>
              <a:ext uri="{FF2B5EF4-FFF2-40B4-BE49-F238E27FC236}">
                <a16:creationId xmlns:a16="http://schemas.microsoft.com/office/drawing/2014/main" id="{894F3E62-4262-4BCD-A309-8AEE4AC3844F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20240623" y="25750735"/>
            <a:ext cx="3787776" cy="3864026"/>
          </a:xfrm>
        </p:spPr>
        <p:txBody>
          <a:bodyPr/>
          <a:lstStyle/>
          <a:p>
            <a:endParaRPr lang="de-DE"/>
          </a:p>
        </p:txBody>
      </p:sp>
      <p:sp>
        <p:nvSpPr>
          <p:cNvPr id="51" name="Textplatzhalter 24">
            <a:extLst>
              <a:ext uri="{FF2B5EF4-FFF2-40B4-BE49-F238E27FC236}">
                <a16:creationId xmlns:a16="http://schemas.microsoft.com/office/drawing/2014/main" id="{E703CCBE-E5CB-4992-8C70-B0E1EF25CD2F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0240623" y="30027563"/>
            <a:ext cx="3787775" cy="3186112"/>
          </a:xfrm>
        </p:spPr>
        <p:txBody>
          <a:bodyPr/>
          <a:lstStyle>
            <a:lvl1pPr>
              <a:defRPr sz="160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  <p:sp>
        <p:nvSpPr>
          <p:cNvPr id="52" name="Bildplatzhalter 20">
            <a:extLst>
              <a:ext uri="{FF2B5EF4-FFF2-40B4-BE49-F238E27FC236}">
                <a16:creationId xmlns:a16="http://schemas.microsoft.com/office/drawing/2014/main" id="{560EE534-AB7E-4174-AAFA-904CBD52816D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24928511" y="25750735"/>
            <a:ext cx="3787776" cy="3864026"/>
          </a:xfrm>
        </p:spPr>
        <p:txBody>
          <a:bodyPr/>
          <a:lstStyle/>
          <a:p>
            <a:endParaRPr lang="de-DE"/>
          </a:p>
        </p:txBody>
      </p:sp>
      <p:sp>
        <p:nvSpPr>
          <p:cNvPr id="53" name="Textplatzhalter 24">
            <a:extLst>
              <a:ext uri="{FF2B5EF4-FFF2-40B4-BE49-F238E27FC236}">
                <a16:creationId xmlns:a16="http://schemas.microsoft.com/office/drawing/2014/main" id="{A873CC91-4F0E-4C14-9479-DBB5B7D1395B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>
          <a:xfrm>
            <a:off x="24928511" y="30027563"/>
            <a:ext cx="3787775" cy="3186112"/>
          </a:xfrm>
        </p:spPr>
        <p:txBody>
          <a:bodyPr/>
          <a:lstStyle>
            <a:lvl1pPr>
              <a:defRPr sz="160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  <p:sp>
        <p:nvSpPr>
          <p:cNvPr id="27" name="Textplatzhalter 8">
            <a:extLst>
              <a:ext uri="{FF2B5EF4-FFF2-40B4-BE49-F238E27FC236}">
                <a16:creationId xmlns:a16="http://schemas.microsoft.com/office/drawing/2014/main" id="{FE86947B-B380-4168-B2C6-6D588F4FF498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>
          <a:xfrm>
            <a:off x="6215064" y="16932085"/>
            <a:ext cx="3787774" cy="483777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28" name="Textplatzhalter 10">
            <a:extLst>
              <a:ext uri="{FF2B5EF4-FFF2-40B4-BE49-F238E27FC236}">
                <a16:creationId xmlns:a16="http://schemas.microsoft.com/office/drawing/2014/main" id="{E3048539-9747-4AE4-844D-82605FF843C1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6215064" y="15861650"/>
            <a:ext cx="3787774" cy="1070435"/>
          </a:xfrm>
        </p:spPr>
        <p:txBody>
          <a:bodyPr/>
          <a:lstStyle>
            <a:lvl1pPr>
              <a:defRPr sz="3500">
                <a:latin typeface="+mj-lt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9" name="Bildplatzhalter 20">
            <a:extLst>
              <a:ext uri="{FF2B5EF4-FFF2-40B4-BE49-F238E27FC236}">
                <a16:creationId xmlns:a16="http://schemas.microsoft.com/office/drawing/2014/main" id="{CC6569E0-D1A6-4C8C-A2AF-AA22B43C25F3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6215064" y="12241213"/>
            <a:ext cx="3787774" cy="2998787"/>
          </a:xfrm>
        </p:spPr>
        <p:txBody>
          <a:bodyPr/>
          <a:lstStyle/>
          <a:p>
            <a:endParaRPr lang="de-DE"/>
          </a:p>
        </p:txBody>
      </p:sp>
      <p:sp>
        <p:nvSpPr>
          <p:cNvPr id="30" name="Textplatzhalter 8">
            <a:extLst>
              <a:ext uri="{FF2B5EF4-FFF2-40B4-BE49-F238E27FC236}">
                <a16:creationId xmlns:a16="http://schemas.microsoft.com/office/drawing/2014/main" id="{CA7635B7-8B6E-4DAD-9503-EBD4B17E2EE3}"/>
              </a:ext>
            </a:extLst>
          </p:cNvPr>
          <p:cNvSpPr>
            <a:spLocks noGrp="1"/>
          </p:cNvSpPr>
          <p:nvPr>
            <p:ph type="body" sz="quarter" idx="66"/>
          </p:nvPr>
        </p:nvSpPr>
        <p:spPr>
          <a:xfrm>
            <a:off x="10929938" y="16932085"/>
            <a:ext cx="3787774" cy="483777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31" name="Textplatzhalter 10">
            <a:extLst>
              <a:ext uri="{FF2B5EF4-FFF2-40B4-BE49-F238E27FC236}">
                <a16:creationId xmlns:a16="http://schemas.microsoft.com/office/drawing/2014/main" id="{CC0819F6-6651-4936-8BAE-ADF90CA46DB1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>
          <a:xfrm>
            <a:off x="10929938" y="15861650"/>
            <a:ext cx="3787774" cy="1070435"/>
          </a:xfrm>
        </p:spPr>
        <p:txBody>
          <a:bodyPr/>
          <a:lstStyle>
            <a:lvl1pPr>
              <a:defRPr sz="3500">
                <a:latin typeface="+mj-lt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2" name="Bildplatzhalter 20">
            <a:extLst>
              <a:ext uri="{FF2B5EF4-FFF2-40B4-BE49-F238E27FC236}">
                <a16:creationId xmlns:a16="http://schemas.microsoft.com/office/drawing/2014/main" id="{8BFD94FD-6F3C-4178-802B-DFE880DD0DD3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10929938" y="12241213"/>
            <a:ext cx="3787774" cy="2998787"/>
          </a:xfrm>
        </p:spPr>
        <p:txBody>
          <a:bodyPr/>
          <a:lstStyle/>
          <a:p>
            <a:endParaRPr lang="de-DE"/>
          </a:p>
        </p:txBody>
      </p:sp>
      <p:sp>
        <p:nvSpPr>
          <p:cNvPr id="33" name="Textplatzhalter 8">
            <a:extLst>
              <a:ext uri="{FF2B5EF4-FFF2-40B4-BE49-F238E27FC236}">
                <a16:creationId xmlns:a16="http://schemas.microsoft.com/office/drawing/2014/main" id="{E28C2E31-045C-4878-8E5D-E34733BC7251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15617826" y="16932085"/>
            <a:ext cx="3787774" cy="483777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34" name="Textplatzhalter 10">
            <a:extLst>
              <a:ext uri="{FF2B5EF4-FFF2-40B4-BE49-F238E27FC236}">
                <a16:creationId xmlns:a16="http://schemas.microsoft.com/office/drawing/2014/main" id="{513AB96F-7C08-4025-AC97-FEBCA22ECA0D}"/>
              </a:ext>
            </a:extLst>
          </p:cNvPr>
          <p:cNvSpPr>
            <a:spLocks noGrp="1"/>
          </p:cNvSpPr>
          <p:nvPr>
            <p:ph type="body" sz="quarter" idx="70"/>
          </p:nvPr>
        </p:nvSpPr>
        <p:spPr>
          <a:xfrm>
            <a:off x="15617826" y="15861650"/>
            <a:ext cx="3787774" cy="1070435"/>
          </a:xfrm>
        </p:spPr>
        <p:txBody>
          <a:bodyPr/>
          <a:lstStyle>
            <a:lvl1pPr>
              <a:defRPr sz="3500">
                <a:latin typeface="+mj-lt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5" name="Bildplatzhalter 20">
            <a:extLst>
              <a:ext uri="{FF2B5EF4-FFF2-40B4-BE49-F238E27FC236}">
                <a16:creationId xmlns:a16="http://schemas.microsoft.com/office/drawing/2014/main" id="{2FD43F75-1260-4060-9989-2830BB07F2B0}"/>
              </a:ext>
            </a:extLst>
          </p:cNvPr>
          <p:cNvSpPr>
            <a:spLocks noGrp="1"/>
          </p:cNvSpPr>
          <p:nvPr>
            <p:ph type="pic" sz="quarter" idx="71"/>
          </p:nvPr>
        </p:nvSpPr>
        <p:spPr>
          <a:xfrm>
            <a:off x="15617826" y="12241213"/>
            <a:ext cx="3787774" cy="2998787"/>
          </a:xfrm>
        </p:spPr>
        <p:txBody>
          <a:bodyPr/>
          <a:lstStyle/>
          <a:p>
            <a:endParaRPr lang="de-DE"/>
          </a:p>
        </p:txBody>
      </p:sp>
      <p:sp>
        <p:nvSpPr>
          <p:cNvPr id="36" name="Textplatzhalter 8">
            <a:extLst>
              <a:ext uri="{FF2B5EF4-FFF2-40B4-BE49-F238E27FC236}">
                <a16:creationId xmlns:a16="http://schemas.microsoft.com/office/drawing/2014/main" id="{1C8D302D-BB80-4A5F-B627-BCEAC28D9BE5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>
          <a:xfrm>
            <a:off x="20305714" y="16932085"/>
            <a:ext cx="3787774" cy="483777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37" name="Textplatzhalter 10">
            <a:extLst>
              <a:ext uri="{FF2B5EF4-FFF2-40B4-BE49-F238E27FC236}">
                <a16:creationId xmlns:a16="http://schemas.microsoft.com/office/drawing/2014/main" id="{92AC6313-7295-4439-AFC2-C7526CCBD181}"/>
              </a:ext>
            </a:extLst>
          </p:cNvPr>
          <p:cNvSpPr>
            <a:spLocks noGrp="1"/>
          </p:cNvSpPr>
          <p:nvPr>
            <p:ph type="body" sz="quarter" idx="73"/>
          </p:nvPr>
        </p:nvSpPr>
        <p:spPr>
          <a:xfrm>
            <a:off x="20305714" y="15861650"/>
            <a:ext cx="3787774" cy="1070435"/>
          </a:xfrm>
        </p:spPr>
        <p:txBody>
          <a:bodyPr/>
          <a:lstStyle>
            <a:lvl1pPr>
              <a:defRPr sz="3500">
                <a:latin typeface="+mj-lt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54" name="Bildplatzhalter 20">
            <a:extLst>
              <a:ext uri="{FF2B5EF4-FFF2-40B4-BE49-F238E27FC236}">
                <a16:creationId xmlns:a16="http://schemas.microsoft.com/office/drawing/2014/main" id="{43AFB24E-B6B6-4FFA-97A7-4E65CA9A9246}"/>
              </a:ext>
            </a:extLst>
          </p:cNvPr>
          <p:cNvSpPr>
            <a:spLocks noGrp="1"/>
          </p:cNvSpPr>
          <p:nvPr>
            <p:ph type="pic" sz="quarter" idx="74"/>
          </p:nvPr>
        </p:nvSpPr>
        <p:spPr>
          <a:xfrm>
            <a:off x="20305714" y="12241213"/>
            <a:ext cx="3787774" cy="2998787"/>
          </a:xfrm>
        </p:spPr>
        <p:txBody>
          <a:bodyPr/>
          <a:lstStyle/>
          <a:p>
            <a:endParaRPr lang="de-DE"/>
          </a:p>
        </p:txBody>
      </p:sp>
      <p:sp>
        <p:nvSpPr>
          <p:cNvPr id="55" name="Textplatzhalter 8">
            <a:extLst>
              <a:ext uri="{FF2B5EF4-FFF2-40B4-BE49-F238E27FC236}">
                <a16:creationId xmlns:a16="http://schemas.microsoft.com/office/drawing/2014/main" id="{D485A252-9206-4868-9E36-E34097CA7F2B}"/>
              </a:ext>
            </a:extLst>
          </p:cNvPr>
          <p:cNvSpPr>
            <a:spLocks noGrp="1"/>
          </p:cNvSpPr>
          <p:nvPr>
            <p:ph type="body" sz="quarter" idx="75"/>
          </p:nvPr>
        </p:nvSpPr>
        <p:spPr>
          <a:xfrm>
            <a:off x="24993602" y="16932085"/>
            <a:ext cx="3787774" cy="483777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6" name="Textplatzhalter 10">
            <a:extLst>
              <a:ext uri="{FF2B5EF4-FFF2-40B4-BE49-F238E27FC236}">
                <a16:creationId xmlns:a16="http://schemas.microsoft.com/office/drawing/2014/main" id="{FA3202FB-CDDB-4EAF-9E23-39253F9427C8}"/>
              </a:ext>
            </a:extLst>
          </p:cNvPr>
          <p:cNvSpPr>
            <a:spLocks noGrp="1"/>
          </p:cNvSpPr>
          <p:nvPr>
            <p:ph type="body" sz="quarter" idx="76"/>
          </p:nvPr>
        </p:nvSpPr>
        <p:spPr>
          <a:xfrm>
            <a:off x="24993602" y="15861650"/>
            <a:ext cx="3787774" cy="1070435"/>
          </a:xfrm>
        </p:spPr>
        <p:txBody>
          <a:bodyPr/>
          <a:lstStyle>
            <a:lvl1pPr>
              <a:defRPr sz="3500">
                <a:latin typeface="+mj-lt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57" name="Bildplatzhalter 20">
            <a:extLst>
              <a:ext uri="{FF2B5EF4-FFF2-40B4-BE49-F238E27FC236}">
                <a16:creationId xmlns:a16="http://schemas.microsoft.com/office/drawing/2014/main" id="{E162986F-6BC1-42F6-A855-E4F4D551CDBD}"/>
              </a:ext>
            </a:extLst>
          </p:cNvPr>
          <p:cNvSpPr>
            <a:spLocks noGrp="1"/>
          </p:cNvSpPr>
          <p:nvPr>
            <p:ph type="pic" sz="quarter" idx="77"/>
          </p:nvPr>
        </p:nvSpPr>
        <p:spPr>
          <a:xfrm>
            <a:off x="24993602" y="12241213"/>
            <a:ext cx="3787774" cy="2998787"/>
          </a:xfrm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2854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7175" y="6127333"/>
            <a:ext cx="27217688" cy="2278904"/>
          </a:xfrm>
        </p:spPr>
        <p:txBody>
          <a:bodyPr anchor="t" anchorCtr="0"/>
          <a:lstStyle>
            <a:lvl1pPr algn="l">
              <a:defRPr sz="99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7175" y="7908120"/>
            <a:ext cx="27217688" cy="365461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4900">
                <a:solidFill>
                  <a:schemeClr val="accent1"/>
                </a:solidFill>
                <a:latin typeface="Noto Sans Medium" panose="020B0502040504020204" pitchFamily="34" charset="0"/>
                <a:ea typeface="Noto Sans Medium" panose="020B0502040504020204" pitchFamily="34" charset="0"/>
                <a:cs typeface="Noto Sans Medium" panose="020B0502040504020204" pitchFamily="34" charset="0"/>
              </a:defRPr>
            </a:lvl1pPr>
            <a:lvl2pPr marL="1513743" indent="0" algn="ctr">
              <a:buNone/>
              <a:defRPr sz="6622"/>
            </a:lvl2pPr>
            <a:lvl3pPr marL="3027487" indent="0" algn="ctr">
              <a:buNone/>
              <a:defRPr sz="5960"/>
            </a:lvl3pPr>
            <a:lvl4pPr marL="4541230" indent="0" algn="ctr">
              <a:buNone/>
              <a:defRPr sz="5297"/>
            </a:lvl4pPr>
            <a:lvl5pPr marL="6054974" indent="0" algn="ctr">
              <a:buNone/>
              <a:defRPr sz="5297"/>
            </a:lvl5pPr>
            <a:lvl6pPr marL="7568717" indent="0" algn="ctr">
              <a:buNone/>
              <a:defRPr sz="5297"/>
            </a:lvl6pPr>
            <a:lvl7pPr marL="9082461" indent="0" algn="ctr">
              <a:buNone/>
              <a:defRPr sz="5297"/>
            </a:lvl7pPr>
            <a:lvl8pPr marL="10596204" indent="0" algn="ctr">
              <a:buNone/>
              <a:defRPr sz="5297"/>
            </a:lvl8pPr>
            <a:lvl9pPr marL="12109948" indent="0" algn="ctr">
              <a:buNone/>
              <a:defRPr sz="5297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F2D2C15A-C5CC-479E-95DE-6C257D4DB57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527176" y="20072979"/>
            <a:ext cx="8472488" cy="483777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374EEC0A-3A97-451C-9C5F-25EEF114359D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527176" y="19002544"/>
            <a:ext cx="8472488" cy="1070435"/>
          </a:xfrm>
        </p:spPr>
        <p:txBody>
          <a:bodyPr/>
          <a:lstStyle>
            <a:lvl1pPr>
              <a:defRPr sz="3500">
                <a:latin typeface="+mj-lt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D12392B7-B1C8-4E48-9106-E4FB9A3F67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815744" y="39854927"/>
            <a:ext cx="2577156" cy="1512148"/>
          </a:xfrm>
          <a:prstGeom prst="rect">
            <a:avLst/>
          </a:prstGeom>
        </p:spPr>
      </p:pic>
      <p:sp>
        <p:nvSpPr>
          <p:cNvPr id="19" name="Bildplatzhalter 18">
            <a:extLst>
              <a:ext uri="{FF2B5EF4-FFF2-40B4-BE49-F238E27FC236}">
                <a16:creationId xmlns:a16="http://schemas.microsoft.com/office/drawing/2014/main" id="{D8442930-DC10-448F-B2AB-26FFEC815EA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27424063" y="40157400"/>
            <a:ext cx="1320800" cy="1209675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QR</a:t>
            </a:r>
          </a:p>
        </p:txBody>
      </p:sp>
      <p:sp>
        <p:nvSpPr>
          <p:cNvPr id="21" name="Bildplatzhalter 20">
            <a:extLst>
              <a:ext uri="{FF2B5EF4-FFF2-40B4-BE49-F238E27FC236}">
                <a16:creationId xmlns:a16="http://schemas.microsoft.com/office/drawing/2014/main" id="{59F9714F-DF20-4C39-B73B-CE4D5E16E468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1527176" y="12241213"/>
            <a:ext cx="8472488" cy="5840412"/>
          </a:xfrm>
        </p:spPr>
        <p:txBody>
          <a:bodyPr/>
          <a:lstStyle/>
          <a:p>
            <a:endParaRPr lang="de-DE"/>
          </a:p>
        </p:txBody>
      </p:sp>
      <p:sp>
        <p:nvSpPr>
          <p:cNvPr id="23" name="Bildplatzhalter 20">
            <a:extLst>
              <a:ext uri="{FF2B5EF4-FFF2-40B4-BE49-F238E27FC236}">
                <a16:creationId xmlns:a16="http://schemas.microsoft.com/office/drawing/2014/main" id="{082380FB-8629-4890-82B5-730266062116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1527175" y="25750735"/>
            <a:ext cx="3787776" cy="3864026"/>
          </a:xfrm>
        </p:spPr>
        <p:txBody>
          <a:bodyPr/>
          <a:lstStyle/>
          <a:p>
            <a:endParaRPr lang="de-DE"/>
          </a:p>
        </p:txBody>
      </p:sp>
      <p:sp>
        <p:nvSpPr>
          <p:cNvPr id="25" name="Textplatzhalter 24">
            <a:extLst>
              <a:ext uri="{FF2B5EF4-FFF2-40B4-BE49-F238E27FC236}">
                <a16:creationId xmlns:a16="http://schemas.microsoft.com/office/drawing/2014/main" id="{43DBC68F-8D02-4E37-9548-44456215765C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1527175" y="30027563"/>
            <a:ext cx="3787775" cy="3186112"/>
          </a:xfrm>
        </p:spPr>
        <p:txBody>
          <a:bodyPr/>
          <a:lstStyle>
            <a:lvl1pPr>
              <a:defRPr sz="160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  <p:sp>
        <p:nvSpPr>
          <p:cNvPr id="38" name="Bildplatzhalter 20">
            <a:extLst>
              <a:ext uri="{FF2B5EF4-FFF2-40B4-BE49-F238E27FC236}">
                <a16:creationId xmlns:a16="http://schemas.microsoft.com/office/drawing/2014/main" id="{5CE716E0-3005-433E-A2AF-FBFEFF08499D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10920412" y="12241213"/>
            <a:ext cx="8472488" cy="5840412"/>
          </a:xfrm>
        </p:spPr>
        <p:txBody>
          <a:bodyPr/>
          <a:lstStyle/>
          <a:p>
            <a:endParaRPr lang="de-DE"/>
          </a:p>
        </p:txBody>
      </p:sp>
      <p:sp>
        <p:nvSpPr>
          <p:cNvPr id="39" name="Bildplatzhalter 20">
            <a:extLst>
              <a:ext uri="{FF2B5EF4-FFF2-40B4-BE49-F238E27FC236}">
                <a16:creationId xmlns:a16="http://schemas.microsoft.com/office/drawing/2014/main" id="{DFA93CF6-E69D-4693-B488-5A8B554EAB0D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0243799" y="12241213"/>
            <a:ext cx="8472488" cy="5840412"/>
          </a:xfrm>
        </p:spPr>
        <p:txBody>
          <a:bodyPr/>
          <a:lstStyle/>
          <a:p>
            <a:endParaRPr lang="de-DE"/>
          </a:p>
        </p:txBody>
      </p:sp>
      <p:sp>
        <p:nvSpPr>
          <p:cNvPr id="40" name="Textplatzhalter 8">
            <a:extLst>
              <a:ext uri="{FF2B5EF4-FFF2-40B4-BE49-F238E27FC236}">
                <a16:creationId xmlns:a16="http://schemas.microsoft.com/office/drawing/2014/main" id="{04EACFA9-FA3A-4307-BE09-96F4EC629C4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10929937" y="20072979"/>
            <a:ext cx="8472488" cy="483777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1" name="Textplatzhalter 10">
            <a:extLst>
              <a:ext uri="{FF2B5EF4-FFF2-40B4-BE49-F238E27FC236}">
                <a16:creationId xmlns:a16="http://schemas.microsoft.com/office/drawing/2014/main" id="{A014DD47-6961-4934-BFA1-3AC053778D5B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929937" y="19002544"/>
            <a:ext cx="8472488" cy="1070435"/>
          </a:xfrm>
        </p:spPr>
        <p:txBody>
          <a:bodyPr/>
          <a:lstStyle>
            <a:lvl1pPr>
              <a:defRPr sz="3500">
                <a:latin typeface="+mj-lt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42" name="Textplatzhalter 8">
            <a:extLst>
              <a:ext uri="{FF2B5EF4-FFF2-40B4-BE49-F238E27FC236}">
                <a16:creationId xmlns:a16="http://schemas.microsoft.com/office/drawing/2014/main" id="{A4E386FA-7EF6-4D1D-99A9-C9AAB23180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20272375" y="20072979"/>
            <a:ext cx="8472488" cy="483777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3" name="Textplatzhalter 10">
            <a:extLst>
              <a:ext uri="{FF2B5EF4-FFF2-40B4-BE49-F238E27FC236}">
                <a16:creationId xmlns:a16="http://schemas.microsoft.com/office/drawing/2014/main" id="{C6A53706-557A-4841-A654-261F215CF782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20272375" y="19002544"/>
            <a:ext cx="8472488" cy="1070435"/>
          </a:xfrm>
        </p:spPr>
        <p:txBody>
          <a:bodyPr/>
          <a:lstStyle>
            <a:lvl1pPr>
              <a:defRPr sz="3500">
                <a:latin typeface="+mj-lt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44" name="Bildplatzhalter 20">
            <a:extLst>
              <a:ext uri="{FF2B5EF4-FFF2-40B4-BE49-F238E27FC236}">
                <a16:creationId xmlns:a16="http://schemas.microsoft.com/office/drawing/2014/main" id="{820229CB-00B4-4881-9B43-614DCB303814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6215063" y="25750735"/>
            <a:ext cx="3787776" cy="3864026"/>
          </a:xfrm>
        </p:spPr>
        <p:txBody>
          <a:bodyPr/>
          <a:lstStyle/>
          <a:p>
            <a:endParaRPr lang="de-DE"/>
          </a:p>
        </p:txBody>
      </p:sp>
      <p:sp>
        <p:nvSpPr>
          <p:cNvPr id="45" name="Textplatzhalter 24">
            <a:extLst>
              <a:ext uri="{FF2B5EF4-FFF2-40B4-BE49-F238E27FC236}">
                <a16:creationId xmlns:a16="http://schemas.microsoft.com/office/drawing/2014/main" id="{F928C13A-0874-4025-BCD7-79B62C650F9C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6215063" y="30027563"/>
            <a:ext cx="3787775" cy="3186112"/>
          </a:xfrm>
        </p:spPr>
        <p:txBody>
          <a:bodyPr/>
          <a:lstStyle>
            <a:lvl1pPr>
              <a:defRPr sz="160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  <p:sp>
        <p:nvSpPr>
          <p:cNvPr id="46" name="Bildplatzhalter 20">
            <a:extLst>
              <a:ext uri="{FF2B5EF4-FFF2-40B4-BE49-F238E27FC236}">
                <a16:creationId xmlns:a16="http://schemas.microsoft.com/office/drawing/2014/main" id="{7F9044BE-69AD-427C-83BE-D9EA68BAF7C1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10929937" y="25750735"/>
            <a:ext cx="3787776" cy="3864026"/>
          </a:xfrm>
        </p:spPr>
        <p:txBody>
          <a:bodyPr/>
          <a:lstStyle/>
          <a:p>
            <a:endParaRPr lang="de-DE"/>
          </a:p>
        </p:txBody>
      </p:sp>
      <p:sp>
        <p:nvSpPr>
          <p:cNvPr id="47" name="Textplatzhalter 24">
            <a:extLst>
              <a:ext uri="{FF2B5EF4-FFF2-40B4-BE49-F238E27FC236}">
                <a16:creationId xmlns:a16="http://schemas.microsoft.com/office/drawing/2014/main" id="{194F3A0E-8BE7-4041-BF3F-96B4380AF593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10929937" y="30027563"/>
            <a:ext cx="3787775" cy="3186112"/>
          </a:xfrm>
        </p:spPr>
        <p:txBody>
          <a:bodyPr/>
          <a:lstStyle>
            <a:lvl1pPr>
              <a:defRPr sz="160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  <p:sp>
        <p:nvSpPr>
          <p:cNvPr id="48" name="Bildplatzhalter 20">
            <a:extLst>
              <a:ext uri="{FF2B5EF4-FFF2-40B4-BE49-F238E27FC236}">
                <a16:creationId xmlns:a16="http://schemas.microsoft.com/office/drawing/2014/main" id="{589BAC79-E1EC-4CB2-9776-6B10FB679035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15617825" y="25750735"/>
            <a:ext cx="3787776" cy="3864026"/>
          </a:xfrm>
        </p:spPr>
        <p:txBody>
          <a:bodyPr/>
          <a:lstStyle/>
          <a:p>
            <a:endParaRPr lang="de-DE"/>
          </a:p>
        </p:txBody>
      </p:sp>
      <p:sp>
        <p:nvSpPr>
          <p:cNvPr id="49" name="Textplatzhalter 24">
            <a:extLst>
              <a:ext uri="{FF2B5EF4-FFF2-40B4-BE49-F238E27FC236}">
                <a16:creationId xmlns:a16="http://schemas.microsoft.com/office/drawing/2014/main" id="{F13201F5-3439-4098-929A-786FAB649B86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15617825" y="30027563"/>
            <a:ext cx="3787775" cy="3186112"/>
          </a:xfrm>
        </p:spPr>
        <p:txBody>
          <a:bodyPr/>
          <a:lstStyle>
            <a:lvl1pPr>
              <a:defRPr sz="160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  <p:sp>
        <p:nvSpPr>
          <p:cNvPr id="50" name="Bildplatzhalter 20">
            <a:extLst>
              <a:ext uri="{FF2B5EF4-FFF2-40B4-BE49-F238E27FC236}">
                <a16:creationId xmlns:a16="http://schemas.microsoft.com/office/drawing/2014/main" id="{894F3E62-4262-4BCD-A309-8AEE4AC3844F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20240623" y="25750735"/>
            <a:ext cx="3787776" cy="3864026"/>
          </a:xfrm>
        </p:spPr>
        <p:txBody>
          <a:bodyPr/>
          <a:lstStyle/>
          <a:p>
            <a:endParaRPr lang="de-DE"/>
          </a:p>
        </p:txBody>
      </p:sp>
      <p:sp>
        <p:nvSpPr>
          <p:cNvPr id="51" name="Textplatzhalter 24">
            <a:extLst>
              <a:ext uri="{FF2B5EF4-FFF2-40B4-BE49-F238E27FC236}">
                <a16:creationId xmlns:a16="http://schemas.microsoft.com/office/drawing/2014/main" id="{E703CCBE-E5CB-4992-8C70-B0E1EF25CD2F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0240623" y="30027563"/>
            <a:ext cx="3787775" cy="3186112"/>
          </a:xfrm>
        </p:spPr>
        <p:txBody>
          <a:bodyPr/>
          <a:lstStyle>
            <a:lvl1pPr>
              <a:defRPr sz="160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  <p:sp>
        <p:nvSpPr>
          <p:cNvPr id="52" name="Bildplatzhalter 20">
            <a:extLst>
              <a:ext uri="{FF2B5EF4-FFF2-40B4-BE49-F238E27FC236}">
                <a16:creationId xmlns:a16="http://schemas.microsoft.com/office/drawing/2014/main" id="{560EE534-AB7E-4174-AAFA-904CBD52816D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24928511" y="25750735"/>
            <a:ext cx="3787776" cy="3864026"/>
          </a:xfrm>
        </p:spPr>
        <p:txBody>
          <a:bodyPr/>
          <a:lstStyle/>
          <a:p>
            <a:endParaRPr lang="de-DE"/>
          </a:p>
        </p:txBody>
      </p:sp>
      <p:sp>
        <p:nvSpPr>
          <p:cNvPr id="53" name="Textplatzhalter 24">
            <a:extLst>
              <a:ext uri="{FF2B5EF4-FFF2-40B4-BE49-F238E27FC236}">
                <a16:creationId xmlns:a16="http://schemas.microsoft.com/office/drawing/2014/main" id="{A873CC91-4F0E-4C14-9479-DBB5B7D1395B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>
          <a:xfrm>
            <a:off x="24928511" y="30027563"/>
            <a:ext cx="3787775" cy="3186112"/>
          </a:xfrm>
        </p:spPr>
        <p:txBody>
          <a:bodyPr/>
          <a:lstStyle>
            <a:lvl1pPr>
              <a:defRPr sz="160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</p:spTree>
    <p:extLst>
      <p:ext uri="{BB962C8B-B14F-4D97-AF65-F5344CB8AC3E}">
        <p14:creationId xmlns:p14="http://schemas.microsoft.com/office/powerpoint/2010/main" val="516121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7175" y="6127333"/>
            <a:ext cx="27217688" cy="2278904"/>
          </a:xfrm>
        </p:spPr>
        <p:txBody>
          <a:bodyPr anchor="t" anchorCtr="0"/>
          <a:lstStyle>
            <a:lvl1pPr algn="l">
              <a:defRPr sz="99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7175" y="7908120"/>
            <a:ext cx="27217688" cy="365461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4900">
                <a:solidFill>
                  <a:schemeClr val="accent1"/>
                </a:solidFill>
                <a:latin typeface="Noto Sans Medium" panose="020B0502040504020204" pitchFamily="34" charset="0"/>
                <a:ea typeface="Noto Sans Medium" panose="020B0502040504020204" pitchFamily="34" charset="0"/>
                <a:cs typeface="Noto Sans Medium" panose="020B0502040504020204" pitchFamily="34" charset="0"/>
              </a:defRPr>
            </a:lvl1pPr>
            <a:lvl2pPr marL="1513743" indent="0" algn="ctr">
              <a:buNone/>
              <a:defRPr sz="6622"/>
            </a:lvl2pPr>
            <a:lvl3pPr marL="3027487" indent="0" algn="ctr">
              <a:buNone/>
              <a:defRPr sz="5960"/>
            </a:lvl3pPr>
            <a:lvl4pPr marL="4541230" indent="0" algn="ctr">
              <a:buNone/>
              <a:defRPr sz="5297"/>
            </a:lvl4pPr>
            <a:lvl5pPr marL="6054974" indent="0" algn="ctr">
              <a:buNone/>
              <a:defRPr sz="5297"/>
            </a:lvl5pPr>
            <a:lvl6pPr marL="7568717" indent="0" algn="ctr">
              <a:buNone/>
              <a:defRPr sz="5297"/>
            </a:lvl6pPr>
            <a:lvl7pPr marL="9082461" indent="0" algn="ctr">
              <a:buNone/>
              <a:defRPr sz="5297"/>
            </a:lvl7pPr>
            <a:lvl8pPr marL="10596204" indent="0" algn="ctr">
              <a:buNone/>
              <a:defRPr sz="5297"/>
            </a:lvl8pPr>
            <a:lvl9pPr marL="12109948" indent="0" algn="ctr">
              <a:buNone/>
              <a:defRPr sz="5297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F2D2C15A-C5CC-479E-95DE-6C257D4DB57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527176" y="20072979"/>
            <a:ext cx="13163548" cy="483777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374EEC0A-3A97-451C-9C5F-25EEF114359D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527176" y="19002544"/>
            <a:ext cx="13163548" cy="1070435"/>
          </a:xfrm>
        </p:spPr>
        <p:txBody>
          <a:bodyPr/>
          <a:lstStyle>
            <a:lvl1pPr>
              <a:defRPr sz="3500">
                <a:latin typeface="+mj-lt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D12392B7-B1C8-4E48-9106-E4FB9A3F67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815744" y="39854927"/>
            <a:ext cx="2577156" cy="1512148"/>
          </a:xfrm>
          <a:prstGeom prst="rect">
            <a:avLst/>
          </a:prstGeom>
        </p:spPr>
      </p:pic>
      <p:sp>
        <p:nvSpPr>
          <p:cNvPr id="19" name="Bildplatzhalter 18">
            <a:extLst>
              <a:ext uri="{FF2B5EF4-FFF2-40B4-BE49-F238E27FC236}">
                <a16:creationId xmlns:a16="http://schemas.microsoft.com/office/drawing/2014/main" id="{D8442930-DC10-448F-B2AB-26FFEC815EA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27424063" y="40157400"/>
            <a:ext cx="1320800" cy="1209675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QR</a:t>
            </a:r>
          </a:p>
        </p:txBody>
      </p:sp>
      <p:sp>
        <p:nvSpPr>
          <p:cNvPr id="21" name="Bildplatzhalter 20">
            <a:extLst>
              <a:ext uri="{FF2B5EF4-FFF2-40B4-BE49-F238E27FC236}">
                <a16:creationId xmlns:a16="http://schemas.microsoft.com/office/drawing/2014/main" id="{59F9714F-DF20-4C39-B73B-CE4D5E16E468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1527175" y="12241213"/>
            <a:ext cx="13163549" cy="5840412"/>
          </a:xfrm>
        </p:spPr>
        <p:txBody>
          <a:bodyPr/>
          <a:lstStyle/>
          <a:p>
            <a:endParaRPr lang="de-DE"/>
          </a:p>
        </p:txBody>
      </p:sp>
      <p:sp>
        <p:nvSpPr>
          <p:cNvPr id="23" name="Bildplatzhalter 20">
            <a:extLst>
              <a:ext uri="{FF2B5EF4-FFF2-40B4-BE49-F238E27FC236}">
                <a16:creationId xmlns:a16="http://schemas.microsoft.com/office/drawing/2014/main" id="{082380FB-8629-4890-82B5-730266062116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1527175" y="25750735"/>
            <a:ext cx="3787776" cy="3864026"/>
          </a:xfrm>
        </p:spPr>
        <p:txBody>
          <a:bodyPr/>
          <a:lstStyle/>
          <a:p>
            <a:endParaRPr lang="de-DE"/>
          </a:p>
        </p:txBody>
      </p:sp>
      <p:sp>
        <p:nvSpPr>
          <p:cNvPr id="25" name="Textplatzhalter 24">
            <a:extLst>
              <a:ext uri="{FF2B5EF4-FFF2-40B4-BE49-F238E27FC236}">
                <a16:creationId xmlns:a16="http://schemas.microsoft.com/office/drawing/2014/main" id="{43DBC68F-8D02-4E37-9548-44456215765C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1527175" y="30027563"/>
            <a:ext cx="3787775" cy="3186112"/>
          </a:xfrm>
        </p:spPr>
        <p:txBody>
          <a:bodyPr/>
          <a:lstStyle>
            <a:lvl1pPr>
              <a:defRPr sz="160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  <p:sp>
        <p:nvSpPr>
          <p:cNvPr id="44" name="Bildplatzhalter 20">
            <a:extLst>
              <a:ext uri="{FF2B5EF4-FFF2-40B4-BE49-F238E27FC236}">
                <a16:creationId xmlns:a16="http://schemas.microsoft.com/office/drawing/2014/main" id="{820229CB-00B4-4881-9B43-614DCB303814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6215063" y="25750735"/>
            <a:ext cx="3787776" cy="3864026"/>
          </a:xfrm>
        </p:spPr>
        <p:txBody>
          <a:bodyPr/>
          <a:lstStyle/>
          <a:p>
            <a:endParaRPr lang="de-DE"/>
          </a:p>
        </p:txBody>
      </p:sp>
      <p:sp>
        <p:nvSpPr>
          <p:cNvPr id="45" name="Textplatzhalter 24">
            <a:extLst>
              <a:ext uri="{FF2B5EF4-FFF2-40B4-BE49-F238E27FC236}">
                <a16:creationId xmlns:a16="http://schemas.microsoft.com/office/drawing/2014/main" id="{F928C13A-0874-4025-BCD7-79B62C650F9C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6215063" y="30027563"/>
            <a:ext cx="3787775" cy="3186112"/>
          </a:xfrm>
        </p:spPr>
        <p:txBody>
          <a:bodyPr/>
          <a:lstStyle>
            <a:lvl1pPr>
              <a:defRPr sz="160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  <p:sp>
        <p:nvSpPr>
          <p:cNvPr id="46" name="Bildplatzhalter 20">
            <a:extLst>
              <a:ext uri="{FF2B5EF4-FFF2-40B4-BE49-F238E27FC236}">
                <a16:creationId xmlns:a16="http://schemas.microsoft.com/office/drawing/2014/main" id="{7F9044BE-69AD-427C-83BE-D9EA68BAF7C1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10929937" y="25750735"/>
            <a:ext cx="3787776" cy="3864026"/>
          </a:xfrm>
        </p:spPr>
        <p:txBody>
          <a:bodyPr/>
          <a:lstStyle/>
          <a:p>
            <a:endParaRPr lang="de-DE"/>
          </a:p>
        </p:txBody>
      </p:sp>
      <p:sp>
        <p:nvSpPr>
          <p:cNvPr id="47" name="Textplatzhalter 24">
            <a:extLst>
              <a:ext uri="{FF2B5EF4-FFF2-40B4-BE49-F238E27FC236}">
                <a16:creationId xmlns:a16="http://schemas.microsoft.com/office/drawing/2014/main" id="{194F3A0E-8BE7-4041-BF3F-96B4380AF593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10929937" y="30027563"/>
            <a:ext cx="3787775" cy="3186112"/>
          </a:xfrm>
        </p:spPr>
        <p:txBody>
          <a:bodyPr/>
          <a:lstStyle>
            <a:lvl1pPr>
              <a:defRPr sz="160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  <p:sp>
        <p:nvSpPr>
          <p:cNvPr id="48" name="Bildplatzhalter 20">
            <a:extLst>
              <a:ext uri="{FF2B5EF4-FFF2-40B4-BE49-F238E27FC236}">
                <a16:creationId xmlns:a16="http://schemas.microsoft.com/office/drawing/2014/main" id="{589BAC79-E1EC-4CB2-9776-6B10FB679035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15617825" y="25750735"/>
            <a:ext cx="3787776" cy="3864026"/>
          </a:xfrm>
        </p:spPr>
        <p:txBody>
          <a:bodyPr/>
          <a:lstStyle/>
          <a:p>
            <a:endParaRPr lang="de-DE"/>
          </a:p>
        </p:txBody>
      </p:sp>
      <p:sp>
        <p:nvSpPr>
          <p:cNvPr id="49" name="Textplatzhalter 24">
            <a:extLst>
              <a:ext uri="{FF2B5EF4-FFF2-40B4-BE49-F238E27FC236}">
                <a16:creationId xmlns:a16="http://schemas.microsoft.com/office/drawing/2014/main" id="{F13201F5-3439-4098-929A-786FAB649B86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15617825" y="30027563"/>
            <a:ext cx="3787775" cy="3186112"/>
          </a:xfrm>
        </p:spPr>
        <p:txBody>
          <a:bodyPr/>
          <a:lstStyle>
            <a:lvl1pPr>
              <a:defRPr sz="160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  <p:sp>
        <p:nvSpPr>
          <p:cNvPr id="50" name="Bildplatzhalter 20">
            <a:extLst>
              <a:ext uri="{FF2B5EF4-FFF2-40B4-BE49-F238E27FC236}">
                <a16:creationId xmlns:a16="http://schemas.microsoft.com/office/drawing/2014/main" id="{894F3E62-4262-4BCD-A309-8AEE4AC3844F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20240623" y="25750735"/>
            <a:ext cx="3787776" cy="3864026"/>
          </a:xfrm>
        </p:spPr>
        <p:txBody>
          <a:bodyPr/>
          <a:lstStyle/>
          <a:p>
            <a:endParaRPr lang="de-DE"/>
          </a:p>
        </p:txBody>
      </p:sp>
      <p:sp>
        <p:nvSpPr>
          <p:cNvPr id="51" name="Textplatzhalter 24">
            <a:extLst>
              <a:ext uri="{FF2B5EF4-FFF2-40B4-BE49-F238E27FC236}">
                <a16:creationId xmlns:a16="http://schemas.microsoft.com/office/drawing/2014/main" id="{E703CCBE-E5CB-4992-8C70-B0E1EF25CD2F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0240623" y="30027563"/>
            <a:ext cx="3787775" cy="3186112"/>
          </a:xfrm>
        </p:spPr>
        <p:txBody>
          <a:bodyPr/>
          <a:lstStyle>
            <a:lvl1pPr>
              <a:defRPr sz="160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  <p:sp>
        <p:nvSpPr>
          <p:cNvPr id="52" name="Bildplatzhalter 20">
            <a:extLst>
              <a:ext uri="{FF2B5EF4-FFF2-40B4-BE49-F238E27FC236}">
                <a16:creationId xmlns:a16="http://schemas.microsoft.com/office/drawing/2014/main" id="{560EE534-AB7E-4174-AAFA-904CBD52816D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24928511" y="25750735"/>
            <a:ext cx="3787776" cy="3864026"/>
          </a:xfrm>
        </p:spPr>
        <p:txBody>
          <a:bodyPr/>
          <a:lstStyle/>
          <a:p>
            <a:endParaRPr lang="de-DE"/>
          </a:p>
        </p:txBody>
      </p:sp>
      <p:sp>
        <p:nvSpPr>
          <p:cNvPr id="53" name="Textplatzhalter 24">
            <a:extLst>
              <a:ext uri="{FF2B5EF4-FFF2-40B4-BE49-F238E27FC236}">
                <a16:creationId xmlns:a16="http://schemas.microsoft.com/office/drawing/2014/main" id="{A873CC91-4F0E-4C14-9479-DBB5B7D1395B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>
          <a:xfrm>
            <a:off x="24928511" y="30027563"/>
            <a:ext cx="3787775" cy="3186112"/>
          </a:xfrm>
        </p:spPr>
        <p:txBody>
          <a:bodyPr/>
          <a:lstStyle>
            <a:lvl1pPr>
              <a:defRPr sz="160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  <p:sp>
        <p:nvSpPr>
          <p:cNvPr id="27" name="Textplatzhalter 8">
            <a:extLst>
              <a:ext uri="{FF2B5EF4-FFF2-40B4-BE49-F238E27FC236}">
                <a16:creationId xmlns:a16="http://schemas.microsoft.com/office/drawing/2014/main" id="{8D3EFA92-8397-49B8-A184-88E22031199B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>
          <a:xfrm>
            <a:off x="15617825" y="20072979"/>
            <a:ext cx="13163548" cy="483777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28" name="Textplatzhalter 10">
            <a:extLst>
              <a:ext uri="{FF2B5EF4-FFF2-40B4-BE49-F238E27FC236}">
                <a16:creationId xmlns:a16="http://schemas.microsoft.com/office/drawing/2014/main" id="{1396AE20-1E1B-4A46-8ADA-7374BF1436CD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15617825" y="19002544"/>
            <a:ext cx="13163548" cy="1070435"/>
          </a:xfrm>
        </p:spPr>
        <p:txBody>
          <a:bodyPr/>
          <a:lstStyle>
            <a:lvl1pPr>
              <a:defRPr sz="3500">
                <a:latin typeface="+mj-lt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9" name="Bildplatzhalter 20">
            <a:extLst>
              <a:ext uri="{FF2B5EF4-FFF2-40B4-BE49-F238E27FC236}">
                <a16:creationId xmlns:a16="http://schemas.microsoft.com/office/drawing/2014/main" id="{468A17C8-511B-4D3F-BC2F-BECCB4B8D5CE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15617825" y="12241213"/>
            <a:ext cx="13163549" cy="5840412"/>
          </a:xfrm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36141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7175" y="6127333"/>
            <a:ext cx="27217688" cy="2278904"/>
          </a:xfrm>
        </p:spPr>
        <p:txBody>
          <a:bodyPr anchor="t" anchorCtr="0"/>
          <a:lstStyle>
            <a:lvl1pPr algn="l">
              <a:defRPr sz="99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7175" y="7908120"/>
            <a:ext cx="27217688" cy="365461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4900">
                <a:solidFill>
                  <a:schemeClr val="accent1"/>
                </a:solidFill>
                <a:latin typeface="Noto Sans Medium" panose="020B0502040504020204" pitchFamily="34" charset="0"/>
                <a:ea typeface="Noto Sans Medium" panose="020B0502040504020204" pitchFamily="34" charset="0"/>
                <a:cs typeface="Noto Sans Medium" panose="020B0502040504020204" pitchFamily="34" charset="0"/>
              </a:defRPr>
            </a:lvl1pPr>
            <a:lvl2pPr marL="1513743" indent="0" algn="ctr">
              <a:buNone/>
              <a:defRPr sz="6622"/>
            </a:lvl2pPr>
            <a:lvl3pPr marL="3027487" indent="0" algn="ctr">
              <a:buNone/>
              <a:defRPr sz="5960"/>
            </a:lvl3pPr>
            <a:lvl4pPr marL="4541230" indent="0" algn="ctr">
              <a:buNone/>
              <a:defRPr sz="5297"/>
            </a:lvl4pPr>
            <a:lvl5pPr marL="6054974" indent="0" algn="ctr">
              <a:buNone/>
              <a:defRPr sz="5297"/>
            </a:lvl5pPr>
            <a:lvl6pPr marL="7568717" indent="0" algn="ctr">
              <a:buNone/>
              <a:defRPr sz="5297"/>
            </a:lvl6pPr>
            <a:lvl7pPr marL="9082461" indent="0" algn="ctr">
              <a:buNone/>
              <a:defRPr sz="5297"/>
            </a:lvl7pPr>
            <a:lvl8pPr marL="10596204" indent="0" algn="ctr">
              <a:buNone/>
              <a:defRPr sz="5297"/>
            </a:lvl8pPr>
            <a:lvl9pPr marL="12109948" indent="0" algn="ctr">
              <a:buNone/>
              <a:defRPr sz="5297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F2D2C15A-C5CC-479E-95DE-6C257D4DB57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527176" y="20072979"/>
            <a:ext cx="27189110" cy="483777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374EEC0A-3A97-451C-9C5F-25EEF114359D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527176" y="19002544"/>
            <a:ext cx="27189110" cy="1070435"/>
          </a:xfrm>
        </p:spPr>
        <p:txBody>
          <a:bodyPr/>
          <a:lstStyle>
            <a:lvl1pPr>
              <a:defRPr sz="3500">
                <a:latin typeface="+mj-lt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D12392B7-B1C8-4E48-9106-E4FB9A3F67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815744" y="39854927"/>
            <a:ext cx="2577156" cy="1512148"/>
          </a:xfrm>
          <a:prstGeom prst="rect">
            <a:avLst/>
          </a:prstGeom>
        </p:spPr>
      </p:pic>
      <p:sp>
        <p:nvSpPr>
          <p:cNvPr id="19" name="Bildplatzhalter 18">
            <a:extLst>
              <a:ext uri="{FF2B5EF4-FFF2-40B4-BE49-F238E27FC236}">
                <a16:creationId xmlns:a16="http://schemas.microsoft.com/office/drawing/2014/main" id="{D8442930-DC10-448F-B2AB-26FFEC815EA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27424063" y="40157400"/>
            <a:ext cx="1320800" cy="1209675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QR</a:t>
            </a:r>
          </a:p>
        </p:txBody>
      </p:sp>
      <p:sp>
        <p:nvSpPr>
          <p:cNvPr id="21" name="Bildplatzhalter 20">
            <a:extLst>
              <a:ext uri="{FF2B5EF4-FFF2-40B4-BE49-F238E27FC236}">
                <a16:creationId xmlns:a16="http://schemas.microsoft.com/office/drawing/2014/main" id="{59F9714F-DF20-4C39-B73B-CE4D5E16E468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1527175" y="12241213"/>
            <a:ext cx="27189111" cy="5840412"/>
          </a:xfrm>
        </p:spPr>
        <p:txBody>
          <a:bodyPr/>
          <a:lstStyle/>
          <a:p>
            <a:endParaRPr lang="de-DE"/>
          </a:p>
        </p:txBody>
      </p:sp>
      <p:sp>
        <p:nvSpPr>
          <p:cNvPr id="23" name="Bildplatzhalter 20">
            <a:extLst>
              <a:ext uri="{FF2B5EF4-FFF2-40B4-BE49-F238E27FC236}">
                <a16:creationId xmlns:a16="http://schemas.microsoft.com/office/drawing/2014/main" id="{082380FB-8629-4890-82B5-730266062116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1527175" y="25750735"/>
            <a:ext cx="3787776" cy="3864026"/>
          </a:xfrm>
        </p:spPr>
        <p:txBody>
          <a:bodyPr/>
          <a:lstStyle/>
          <a:p>
            <a:endParaRPr lang="de-DE"/>
          </a:p>
        </p:txBody>
      </p:sp>
      <p:sp>
        <p:nvSpPr>
          <p:cNvPr id="25" name="Textplatzhalter 24">
            <a:extLst>
              <a:ext uri="{FF2B5EF4-FFF2-40B4-BE49-F238E27FC236}">
                <a16:creationId xmlns:a16="http://schemas.microsoft.com/office/drawing/2014/main" id="{43DBC68F-8D02-4E37-9548-44456215765C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1527175" y="30027563"/>
            <a:ext cx="3787775" cy="3186112"/>
          </a:xfrm>
        </p:spPr>
        <p:txBody>
          <a:bodyPr/>
          <a:lstStyle>
            <a:lvl1pPr>
              <a:defRPr sz="160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  <p:sp>
        <p:nvSpPr>
          <p:cNvPr id="44" name="Bildplatzhalter 20">
            <a:extLst>
              <a:ext uri="{FF2B5EF4-FFF2-40B4-BE49-F238E27FC236}">
                <a16:creationId xmlns:a16="http://schemas.microsoft.com/office/drawing/2014/main" id="{820229CB-00B4-4881-9B43-614DCB303814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6215063" y="25750735"/>
            <a:ext cx="3787776" cy="3864026"/>
          </a:xfrm>
        </p:spPr>
        <p:txBody>
          <a:bodyPr/>
          <a:lstStyle/>
          <a:p>
            <a:endParaRPr lang="de-DE"/>
          </a:p>
        </p:txBody>
      </p:sp>
      <p:sp>
        <p:nvSpPr>
          <p:cNvPr id="45" name="Textplatzhalter 24">
            <a:extLst>
              <a:ext uri="{FF2B5EF4-FFF2-40B4-BE49-F238E27FC236}">
                <a16:creationId xmlns:a16="http://schemas.microsoft.com/office/drawing/2014/main" id="{F928C13A-0874-4025-BCD7-79B62C650F9C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6215063" y="30027563"/>
            <a:ext cx="3787775" cy="3186112"/>
          </a:xfrm>
        </p:spPr>
        <p:txBody>
          <a:bodyPr/>
          <a:lstStyle>
            <a:lvl1pPr>
              <a:defRPr sz="160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  <p:sp>
        <p:nvSpPr>
          <p:cNvPr id="46" name="Bildplatzhalter 20">
            <a:extLst>
              <a:ext uri="{FF2B5EF4-FFF2-40B4-BE49-F238E27FC236}">
                <a16:creationId xmlns:a16="http://schemas.microsoft.com/office/drawing/2014/main" id="{7F9044BE-69AD-427C-83BE-D9EA68BAF7C1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10929937" y="25750735"/>
            <a:ext cx="3787776" cy="3864026"/>
          </a:xfrm>
        </p:spPr>
        <p:txBody>
          <a:bodyPr/>
          <a:lstStyle/>
          <a:p>
            <a:endParaRPr lang="de-DE"/>
          </a:p>
        </p:txBody>
      </p:sp>
      <p:sp>
        <p:nvSpPr>
          <p:cNvPr id="47" name="Textplatzhalter 24">
            <a:extLst>
              <a:ext uri="{FF2B5EF4-FFF2-40B4-BE49-F238E27FC236}">
                <a16:creationId xmlns:a16="http://schemas.microsoft.com/office/drawing/2014/main" id="{194F3A0E-8BE7-4041-BF3F-96B4380AF593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10929937" y="30027563"/>
            <a:ext cx="3787775" cy="3186112"/>
          </a:xfrm>
        </p:spPr>
        <p:txBody>
          <a:bodyPr/>
          <a:lstStyle>
            <a:lvl1pPr>
              <a:defRPr sz="160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  <p:sp>
        <p:nvSpPr>
          <p:cNvPr id="48" name="Bildplatzhalter 20">
            <a:extLst>
              <a:ext uri="{FF2B5EF4-FFF2-40B4-BE49-F238E27FC236}">
                <a16:creationId xmlns:a16="http://schemas.microsoft.com/office/drawing/2014/main" id="{589BAC79-E1EC-4CB2-9776-6B10FB679035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15617825" y="25750735"/>
            <a:ext cx="3787776" cy="3864026"/>
          </a:xfrm>
        </p:spPr>
        <p:txBody>
          <a:bodyPr/>
          <a:lstStyle/>
          <a:p>
            <a:endParaRPr lang="de-DE"/>
          </a:p>
        </p:txBody>
      </p:sp>
      <p:sp>
        <p:nvSpPr>
          <p:cNvPr id="49" name="Textplatzhalter 24">
            <a:extLst>
              <a:ext uri="{FF2B5EF4-FFF2-40B4-BE49-F238E27FC236}">
                <a16:creationId xmlns:a16="http://schemas.microsoft.com/office/drawing/2014/main" id="{F13201F5-3439-4098-929A-786FAB649B86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15617825" y="30027563"/>
            <a:ext cx="3787775" cy="3186112"/>
          </a:xfrm>
        </p:spPr>
        <p:txBody>
          <a:bodyPr/>
          <a:lstStyle>
            <a:lvl1pPr>
              <a:defRPr sz="160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  <p:sp>
        <p:nvSpPr>
          <p:cNvPr id="50" name="Bildplatzhalter 20">
            <a:extLst>
              <a:ext uri="{FF2B5EF4-FFF2-40B4-BE49-F238E27FC236}">
                <a16:creationId xmlns:a16="http://schemas.microsoft.com/office/drawing/2014/main" id="{894F3E62-4262-4BCD-A309-8AEE4AC3844F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20240623" y="25750735"/>
            <a:ext cx="3787776" cy="3864026"/>
          </a:xfrm>
        </p:spPr>
        <p:txBody>
          <a:bodyPr/>
          <a:lstStyle/>
          <a:p>
            <a:endParaRPr lang="de-DE"/>
          </a:p>
        </p:txBody>
      </p:sp>
      <p:sp>
        <p:nvSpPr>
          <p:cNvPr id="51" name="Textplatzhalter 24">
            <a:extLst>
              <a:ext uri="{FF2B5EF4-FFF2-40B4-BE49-F238E27FC236}">
                <a16:creationId xmlns:a16="http://schemas.microsoft.com/office/drawing/2014/main" id="{E703CCBE-E5CB-4992-8C70-B0E1EF25CD2F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0240623" y="30027563"/>
            <a:ext cx="3787775" cy="3186112"/>
          </a:xfrm>
        </p:spPr>
        <p:txBody>
          <a:bodyPr/>
          <a:lstStyle>
            <a:lvl1pPr>
              <a:defRPr sz="160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  <p:sp>
        <p:nvSpPr>
          <p:cNvPr id="52" name="Bildplatzhalter 20">
            <a:extLst>
              <a:ext uri="{FF2B5EF4-FFF2-40B4-BE49-F238E27FC236}">
                <a16:creationId xmlns:a16="http://schemas.microsoft.com/office/drawing/2014/main" id="{560EE534-AB7E-4174-AAFA-904CBD52816D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24928511" y="25750735"/>
            <a:ext cx="3787776" cy="3864026"/>
          </a:xfrm>
        </p:spPr>
        <p:txBody>
          <a:bodyPr/>
          <a:lstStyle/>
          <a:p>
            <a:endParaRPr lang="de-DE"/>
          </a:p>
        </p:txBody>
      </p:sp>
      <p:sp>
        <p:nvSpPr>
          <p:cNvPr id="53" name="Textplatzhalter 24">
            <a:extLst>
              <a:ext uri="{FF2B5EF4-FFF2-40B4-BE49-F238E27FC236}">
                <a16:creationId xmlns:a16="http://schemas.microsoft.com/office/drawing/2014/main" id="{A873CC91-4F0E-4C14-9479-DBB5B7D1395B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>
          <a:xfrm>
            <a:off x="24928511" y="30027563"/>
            <a:ext cx="3787775" cy="3186112"/>
          </a:xfrm>
        </p:spPr>
        <p:txBody>
          <a:bodyPr/>
          <a:lstStyle>
            <a:lvl1pPr>
              <a:defRPr sz="160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</p:spTree>
    <p:extLst>
      <p:ext uri="{BB962C8B-B14F-4D97-AF65-F5344CB8AC3E}">
        <p14:creationId xmlns:p14="http://schemas.microsoft.com/office/powerpoint/2010/main" val="912857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31913" y="2278913"/>
            <a:ext cx="27211388" cy="8273416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1" y="11394520"/>
            <a:ext cx="26112371" cy="2715859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F98ABACA-2EC6-4F9F-A361-2152D6054A6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31912" y="1523974"/>
            <a:ext cx="9326593" cy="3113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207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1" r:id="rId2"/>
    <p:sldLayoutId id="2147483662" r:id="rId3"/>
    <p:sldLayoutId id="2147483663" r:id="rId4"/>
  </p:sldLayoutIdLst>
  <p:txStyles>
    <p:titleStyle>
      <a:lvl1pPr algn="l" defTabSz="3027487" rtl="0" eaLnBrk="1" latinLnBrk="0" hangingPunct="1">
        <a:lnSpc>
          <a:spcPct val="90000"/>
        </a:lnSpc>
        <a:spcBef>
          <a:spcPct val="0"/>
        </a:spcBef>
        <a:buNone/>
        <a:defRPr sz="145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3027487" rtl="0" eaLnBrk="1" latinLnBrk="0" hangingPunct="1">
        <a:lnSpc>
          <a:spcPct val="90000"/>
        </a:lnSpc>
        <a:spcBef>
          <a:spcPts val="3311"/>
        </a:spcBef>
        <a:buFont typeface="Arial" panose="020B0604020202020204" pitchFamily="34" charset="0"/>
        <a:buNone/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182563" indent="0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None/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541338" indent="-182563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None/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715963" indent="-174625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None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898525" indent="-182563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None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832558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839333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135307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866820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1pPr>
      <a:lvl2pPr marL="1513743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2pPr>
      <a:lvl3pPr marL="302748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3pPr>
      <a:lvl4pPr marL="454123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05497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756871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082461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059620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109948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960" userDrawn="1">
          <p15:clr>
            <a:srgbClr val="F26B43"/>
          </p15:clr>
        </p15:guide>
        <p15:guide id="2" pos="9819" userDrawn="1">
          <p15:clr>
            <a:srgbClr val="F26B43"/>
          </p15:clr>
        </p15:guide>
        <p15:guide id="3" pos="962" userDrawn="1">
          <p15:clr>
            <a:srgbClr val="F26B43"/>
          </p15:clr>
        </p15:guide>
        <p15:guide id="4" pos="3348" userDrawn="1">
          <p15:clr>
            <a:srgbClr val="F26B43"/>
          </p15:clr>
        </p15:guide>
        <p15:guide id="5" pos="3915" userDrawn="1">
          <p15:clr>
            <a:srgbClr val="F26B43"/>
          </p15:clr>
        </p15:guide>
        <p15:guide id="6" pos="6299" userDrawn="1">
          <p15:clr>
            <a:srgbClr val="F26B43"/>
          </p15:clr>
        </p15:guide>
        <p15:guide id="7" pos="6866" userDrawn="1">
          <p15:clr>
            <a:srgbClr val="F26B43"/>
          </p15:clr>
        </p15:guide>
        <p15:guide id="8" pos="9254" userDrawn="1">
          <p15:clr>
            <a:srgbClr val="F26B43"/>
          </p15:clr>
        </p15:guide>
        <p15:guide id="9" pos="12216" userDrawn="1">
          <p15:clr>
            <a:srgbClr val="F26B43"/>
          </p15:clr>
        </p15:guide>
        <p15:guide id="10" pos="12770" userDrawn="1">
          <p15:clr>
            <a:srgbClr val="F26B43"/>
          </p15:clr>
        </p15:guide>
        <p15:guide id="11" pos="15167" userDrawn="1">
          <p15:clr>
            <a:srgbClr val="F26B43"/>
          </p15:clr>
        </p15:guide>
        <p15:guide id="12" pos="15725" userDrawn="1">
          <p15:clr>
            <a:srgbClr val="F26B43"/>
          </p15:clr>
        </p15:guide>
        <p15:guide id="13" pos="18107" userDrawn="1">
          <p15:clr>
            <a:srgbClr val="F26B43"/>
          </p15:clr>
        </p15:guide>
        <p15:guide id="14" orient="horz" pos="2605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el 29">
            <a:extLst>
              <a:ext uri="{FF2B5EF4-FFF2-40B4-BE49-F238E27FC236}">
                <a16:creationId xmlns:a16="http://schemas.microsoft.com/office/drawing/2014/main" id="{3AAEF427-67D6-4A4F-93BC-D905D8767F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Oberseminar Automatisierungstechnik SS2026</a:t>
            </a:r>
          </a:p>
        </p:txBody>
      </p:sp>
      <p:sp>
        <p:nvSpPr>
          <p:cNvPr id="31" name="Untertitel 30">
            <a:extLst>
              <a:ext uri="{FF2B5EF4-FFF2-40B4-BE49-F238E27FC236}">
                <a16:creationId xmlns:a16="http://schemas.microsoft.com/office/drawing/2014/main" id="{B7483B40-386D-49D1-AD33-83DA3F38D2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sz="6600" dirty="0"/>
              <a:t>Teilthema Ihrer Gruppe</a:t>
            </a:r>
          </a:p>
          <a:p>
            <a:r>
              <a:rPr lang="de-DE" dirty="0"/>
              <a:t>Name, Vorname; Name, Vorname</a:t>
            </a:r>
          </a:p>
        </p:txBody>
      </p:sp>
      <p:sp>
        <p:nvSpPr>
          <p:cNvPr id="32" name="Textplatzhalter 31">
            <a:extLst>
              <a:ext uri="{FF2B5EF4-FFF2-40B4-BE49-F238E27FC236}">
                <a16:creationId xmlns:a16="http://schemas.microsoft.com/office/drawing/2014/main" id="{1F03E8BB-F1F8-49EF-A744-B11EEB25B0C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3" name="Textplatzhalter 32">
            <a:extLst>
              <a:ext uri="{FF2B5EF4-FFF2-40B4-BE49-F238E27FC236}">
                <a16:creationId xmlns:a16="http://schemas.microsoft.com/office/drawing/2014/main" id="{442DFBEA-B542-4185-90BE-BDEC8C715C6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de-DE" b="1" dirty="0"/>
              <a:t>Analyse der Lösung</a:t>
            </a:r>
          </a:p>
        </p:txBody>
      </p:sp>
      <p:sp>
        <p:nvSpPr>
          <p:cNvPr id="35" name="Bildplatzhalter 34">
            <a:extLst>
              <a:ext uri="{FF2B5EF4-FFF2-40B4-BE49-F238E27FC236}">
                <a16:creationId xmlns:a16="http://schemas.microsoft.com/office/drawing/2014/main" id="{503456D7-DDF4-4275-B7AD-C952118E96B6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/>
      </p:sp>
      <p:sp>
        <p:nvSpPr>
          <p:cNvPr id="36" name="Bildplatzhalter 35">
            <a:extLst>
              <a:ext uri="{FF2B5EF4-FFF2-40B4-BE49-F238E27FC236}">
                <a16:creationId xmlns:a16="http://schemas.microsoft.com/office/drawing/2014/main" id="{194BDEBF-E576-487D-A72A-2FBE11E285E6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/>
      </p:sp>
      <p:sp>
        <p:nvSpPr>
          <p:cNvPr id="37" name="Textplatzhalter 36">
            <a:extLst>
              <a:ext uri="{FF2B5EF4-FFF2-40B4-BE49-F238E27FC236}">
                <a16:creationId xmlns:a16="http://schemas.microsoft.com/office/drawing/2014/main" id="{80C8F649-C829-4514-8F74-72FDE8E3F2F3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r>
              <a:rPr lang="de-DE" dirty="0"/>
              <a:t>Abbildung 1: Unterschrift</a:t>
            </a:r>
          </a:p>
        </p:txBody>
      </p:sp>
      <p:sp>
        <p:nvSpPr>
          <p:cNvPr id="38" name="Bildplatzhalter 37">
            <a:extLst>
              <a:ext uri="{FF2B5EF4-FFF2-40B4-BE49-F238E27FC236}">
                <a16:creationId xmlns:a16="http://schemas.microsoft.com/office/drawing/2014/main" id="{8EC6961F-AACA-42A2-BB4B-DE2EB6243749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/>
      </p:sp>
      <p:sp>
        <p:nvSpPr>
          <p:cNvPr id="39" name="Bildplatzhalter 38">
            <a:extLst>
              <a:ext uri="{FF2B5EF4-FFF2-40B4-BE49-F238E27FC236}">
                <a16:creationId xmlns:a16="http://schemas.microsoft.com/office/drawing/2014/main" id="{9B8E2267-F344-4AC7-A939-1FC3C2E407A9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/>
      </p:sp>
      <p:sp>
        <p:nvSpPr>
          <p:cNvPr id="40" name="Textplatzhalter 39">
            <a:extLst>
              <a:ext uri="{FF2B5EF4-FFF2-40B4-BE49-F238E27FC236}">
                <a16:creationId xmlns:a16="http://schemas.microsoft.com/office/drawing/2014/main" id="{485B190A-D15B-403F-995A-1487C63CCEB7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1" name="Textplatzhalter 40">
            <a:extLst>
              <a:ext uri="{FF2B5EF4-FFF2-40B4-BE49-F238E27FC236}">
                <a16:creationId xmlns:a16="http://schemas.microsoft.com/office/drawing/2014/main" id="{393C951C-7C64-4C17-91D2-DA5E67AE35EC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2" name="Textplatzhalter 41">
            <a:extLst>
              <a:ext uri="{FF2B5EF4-FFF2-40B4-BE49-F238E27FC236}">
                <a16:creationId xmlns:a16="http://schemas.microsoft.com/office/drawing/2014/main" id="{93CD316B-FC80-4188-968B-2D1ECE913012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20272375" y="34173727"/>
            <a:ext cx="8472488" cy="4837778"/>
          </a:xfrm>
        </p:spPr>
        <p:txBody>
          <a:bodyPr/>
          <a:lstStyle/>
          <a:p>
            <a:pPr marL="449263" indent="-449263">
              <a:tabLst>
                <a:tab pos="449263" algn="l"/>
              </a:tabLst>
            </a:pPr>
            <a:r>
              <a:rPr lang="de-DE" sz="1800" dirty="0"/>
              <a:t>[1] 	J. Campbell, R. </a:t>
            </a:r>
            <a:r>
              <a:rPr lang="de-DE" sz="1800" dirty="0" err="1"/>
              <a:t>Sukthankar</a:t>
            </a:r>
            <a:r>
              <a:rPr lang="de-DE" sz="1800" dirty="0"/>
              <a:t>, I. </a:t>
            </a:r>
            <a:r>
              <a:rPr lang="de-DE" sz="1800" dirty="0" err="1"/>
              <a:t>Nourbakhsh</a:t>
            </a:r>
            <a:r>
              <a:rPr lang="de-DE" sz="1800" dirty="0"/>
              <a:t>, A. </a:t>
            </a:r>
            <a:r>
              <a:rPr lang="de-DE" sz="1800" dirty="0" err="1"/>
              <a:t>Pahwa</a:t>
            </a:r>
            <a:r>
              <a:rPr lang="de-DE" sz="1800" dirty="0"/>
              <a:t>:  “A Robust Visual </a:t>
            </a:r>
            <a:r>
              <a:rPr lang="de-DE" sz="1800" dirty="0" err="1"/>
              <a:t>Odometry</a:t>
            </a:r>
            <a:r>
              <a:rPr lang="de-DE" sz="1800" dirty="0"/>
              <a:t> and </a:t>
            </a:r>
            <a:r>
              <a:rPr lang="de-DE" sz="1800" dirty="0" err="1"/>
              <a:t>Precipice</a:t>
            </a:r>
            <a:r>
              <a:rPr lang="de-DE" sz="1800" dirty="0"/>
              <a:t> </a:t>
            </a:r>
            <a:r>
              <a:rPr lang="de-DE" sz="1800" dirty="0" err="1"/>
              <a:t>Detection</a:t>
            </a:r>
            <a:r>
              <a:rPr lang="de-DE" sz="1800" dirty="0"/>
              <a:t> System </a:t>
            </a:r>
            <a:r>
              <a:rPr lang="de-DE" sz="1800" dirty="0" err="1"/>
              <a:t>Using</a:t>
            </a:r>
            <a:r>
              <a:rPr lang="de-DE" sz="1800" dirty="0"/>
              <a:t> Consumer-grade </a:t>
            </a:r>
            <a:r>
              <a:rPr lang="de-DE" sz="1800" dirty="0" err="1"/>
              <a:t>Monocular</a:t>
            </a:r>
            <a:r>
              <a:rPr lang="de-DE" sz="1800" dirty="0"/>
              <a:t> Vision”. In Proceedings </a:t>
            </a:r>
            <a:r>
              <a:rPr lang="de-DE" sz="1800" dirty="0" err="1"/>
              <a:t>of</a:t>
            </a:r>
            <a:r>
              <a:rPr lang="de-DE" sz="1800" dirty="0"/>
              <a:t> </a:t>
            </a:r>
            <a:r>
              <a:rPr lang="de-DE" sz="1800" dirty="0" err="1"/>
              <a:t>the</a:t>
            </a:r>
            <a:r>
              <a:rPr lang="de-DE" sz="1800" dirty="0"/>
              <a:t> IEEE International Conference on Robotics and Automation (ICRA’05), Barcelona, Spain, April 2005 (Internet source www.example-internet-source.com/example/example.pdf, </a:t>
            </a:r>
            <a:r>
              <a:rPr lang="de-DE" sz="1800" dirty="0" err="1"/>
              <a:t>accessed</a:t>
            </a:r>
            <a:r>
              <a:rPr lang="de-DE" sz="1800" dirty="0"/>
              <a:t> on 08.02.2018)</a:t>
            </a:r>
          </a:p>
          <a:p>
            <a:pPr marL="449263" indent="-449263">
              <a:tabLst>
                <a:tab pos="449263" algn="l"/>
              </a:tabLst>
            </a:pPr>
            <a:r>
              <a:rPr lang="de-DE" sz="1800" dirty="0"/>
              <a:t>[2] 	A.D. </a:t>
            </a:r>
            <a:r>
              <a:rPr lang="de-DE" sz="1800" dirty="0" err="1"/>
              <a:t>Jepson</a:t>
            </a:r>
            <a:r>
              <a:rPr lang="de-DE" sz="1800" dirty="0"/>
              <a:t>, D.J, Heeger: “A fast </a:t>
            </a:r>
            <a:r>
              <a:rPr lang="de-DE" sz="1800" dirty="0" err="1"/>
              <a:t>subspace</a:t>
            </a:r>
            <a:r>
              <a:rPr lang="de-DE" sz="1800" dirty="0"/>
              <a:t> </a:t>
            </a:r>
            <a:r>
              <a:rPr lang="de-DE" sz="1800" dirty="0" err="1"/>
              <a:t>algorithm</a:t>
            </a:r>
            <a:r>
              <a:rPr lang="de-DE" sz="1800" dirty="0"/>
              <a:t> </a:t>
            </a:r>
            <a:r>
              <a:rPr lang="de-DE" sz="1800" dirty="0" err="1"/>
              <a:t>for</a:t>
            </a:r>
            <a:r>
              <a:rPr lang="de-DE" sz="1800" dirty="0"/>
              <a:t> </a:t>
            </a:r>
            <a:r>
              <a:rPr lang="de-DE" sz="1800" dirty="0" err="1"/>
              <a:t>recovering</a:t>
            </a:r>
            <a:r>
              <a:rPr lang="de-DE" sz="1800" dirty="0"/>
              <a:t> rigid </a:t>
            </a:r>
            <a:r>
              <a:rPr lang="de-DE" sz="1800" dirty="0" err="1"/>
              <a:t>motion</a:t>
            </a:r>
            <a:r>
              <a:rPr lang="de-DE" sz="1800" dirty="0"/>
              <a:t>”. In Proceedings </a:t>
            </a:r>
            <a:r>
              <a:rPr lang="de-DE" sz="1800" dirty="0" err="1"/>
              <a:t>of</a:t>
            </a:r>
            <a:r>
              <a:rPr lang="de-DE" sz="1800" dirty="0"/>
              <a:t> </a:t>
            </a:r>
            <a:r>
              <a:rPr lang="de-DE" sz="1800" dirty="0" err="1"/>
              <a:t>the</a:t>
            </a:r>
            <a:r>
              <a:rPr lang="de-DE" sz="1800" dirty="0"/>
              <a:t> IEEE Workshop on Visual Motion, pp. 124 131, Princeton, USA, </a:t>
            </a:r>
            <a:r>
              <a:rPr lang="de-DE" sz="1800" dirty="0" err="1"/>
              <a:t>Oct</a:t>
            </a:r>
            <a:r>
              <a:rPr lang="de-DE" sz="1800" dirty="0"/>
              <a:t>. 1991</a:t>
            </a:r>
          </a:p>
          <a:p>
            <a:pPr marL="449263" indent="-449263">
              <a:tabLst>
                <a:tab pos="449263" algn="l"/>
              </a:tabLst>
            </a:pPr>
            <a:r>
              <a:rPr lang="de-DE" sz="1800" dirty="0"/>
              <a:t>[3]	Glenn </a:t>
            </a:r>
            <a:r>
              <a:rPr lang="de-DE" sz="1800" dirty="0" err="1"/>
              <a:t>Jocher</a:t>
            </a:r>
            <a:r>
              <a:rPr lang="de-DE" sz="1800" dirty="0"/>
              <a:t>, Jing Qiu: </a:t>
            </a:r>
            <a:r>
              <a:rPr lang="de-DE" sz="1800" dirty="0" err="1"/>
              <a:t>Ultralytics</a:t>
            </a:r>
            <a:r>
              <a:rPr lang="de-DE" sz="1800" dirty="0"/>
              <a:t> YOLO11, 11.0.0, 2024, https://github.com/ultralytics/ultralytics, AGPL-3.0. </a:t>
            </a:r>
          </a:p>
          <a:p>
            <a:endParaRPr lang="de-DE" sz="1800" dirty="0"/>
          </a:p>
        </p:txBody>
      </p:sp>
      <p:sp>
        <p:nvSpPr>
          <p:cNvPr id="43" name="Textplatzhalter 42">
            <a:extLst>
              <a:ext uri="{FF2B5EF4-FFF2-40B4-BE49-F238E27FC236}">
                <a16:creationId xmlns:a16="http://schemas.microsoft.com/office/drawing/2014/main" id="{CFAF9E9C-0C62-4506-87AD-9714698B7AC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20272375" y="33103292"/>
            <a:ext cx="8472488" cy="1070435"/>
          </a:xfrm>
        </p:spPr>
        <p:txBody>
          <a:bodyPr/>
          <a:lstStyle/>
          <a:p>
            <a:r>
              <a:rPr lang="de-DE" b="1" dirty="0"/>
              <a:t>Quellen:</a:t>
            </a:r>
          </a:p>
        </p:txBody>
      </p:sp>
      <p:sp>
        <p:nvSpPr>
          <p:cNvPr id="44" name="Bildplatzhalter 43">
            <a:extLst>
              <a:ext uri="{FF2B5EF4-FFF2-40B4-BE49-F238E27FC236}">
                <a16:creationId xmlns:a16="http://schemas.microsoft.com/office/drawing/2014/main" id="{F97037E6-90D4-403F-A8AD-5D11E665E0B5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/>
      </p:sp>
      <p:sp>
        <p:nvSpPr>
          <p:cNvPr id="45" name="Textplatzhalter 44">
            <a:extLst>
              <a:ext uri="{FF2B5EF4-FFF2-40B4-BE49-F238E27FC236}">
                <a16:creationId xmlns:a16="http://schemas.microsoft.com/office/drawing/2014/main" id="{2D5B3C53-50C4-48BB-979E-7CB1D19403F9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6" name="Bildplatzhalter 45">
            <a:extLst>
              <a:ext uri="{FF2B5EF4-FFF2-40B4-BE49-F238E27FC236}">
                <a16:creationId xmlns:a16="http://schemas.microsoft.com/office/drawing/2014/main" id="{BF18DCFC-F6F9-4D76-87C4-75D5CBABB005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/>
      </p:sp>
      <p:sp>
        <p:nvSpPr>
          <p:cNvPr id="47" name="Textplatzhalter 46">
            <a:extLst>
              <a:ext uri="{FF2B5EF4-FFF2-40B4-BE49-F238E27FC236}">
                <a16:creationId xmlns:a16="http://schemas.microsoft.com/office/drawing/2014/main" id="{0AF08F98-27DB-4944-96F0-1BAC2A0A2F69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8" name="Bildplatzhalter 47">
            <a:extLst>
              <a:ext uri="{FF2B5EF4-FFF2-40B4-BE49-F238E27FC236}">
                <a16:creationId xmlns:a16="http://schemas.microsoft.com/office/drawing/2014/main" id="{09B28749-05B1-42FD-AC3F-FD6FF82EE7C3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/>
      </p:sp>
      <p:sp>
        <p:nvSpPr>
          <p:cNvPr id="49" name="Textplatzhalter 48">
            <a:extLst>
              <a:ext uri="{FF2B5EF4-FFF2-40B4-BE49-F238E27FC236}">
                <a16:creationId xmlns:a16="http://schemas.microsoft.com/office/drawing/2014/main" id="{50F61951-FCC9-43B1-B866-98A072D11F9E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0" name="Bildplatzhalter 49">
            <a:extLst>
              <a:ext uri="{FF2B5EF4-FFF2-40B4-BE49-F238E27FC236}">
                <a16:creationId xmlns:a16="http://schemas.microsoft.com/office/drawing/2014/main" id="{2869E71D-54DC-4323-B33A-6C2CDD069BAE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20240623" y="19002544"/>
            <a:ext cx="3787776" cy="3864026"/>
          </a:xfrm>
        </p:spPr>
      </p:sp>
      <p:sp>
        <p:nvSpPr>
          <p:cNvPr id="51" name="Textplatzhalter 50">
            <a:extLst>
              <a:ext uri="{FF2B5EF4-FFF2-40B4-BE49-F238E27FC236}">
                <a16:creationId xmlns:a16="http://schemas.microsoft.com/office/drawing/2014/main" id="{B10AC45E-BB30-4D83-A6BA-59B6BA25ACE4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0240623" y="23279372"/>
            <a:ext cx="3787775" cy="3186112"/>
          </a:xfrm>
        </p:spPr>
        <p:txBody>
          <a:bodyPr/>
          <a:lstStyle/>
          <a:p>
            <a:endParaRPr lang="de-DE"/>
          </a:p>
        </p:txBody>
      </p:sp>
      <p:sp>
        <p:nvSpPr>
          <p:cNvPr id="52" name="Bildplatzhalter 51">
            <a:extLst>
              <a:ext uri="{FF2B5EF4-FFF2-40B4-BE49-F238E27FC236}">
                <a16:creationId xmlns:a16="http://schemas.microsoft.com/office/drawing/2014/main" id="{9C1EA296-4361-43CF-B85F-09E5D2EE4D1A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24928511" y="19002544"/>
            <a:ext cx="3787776" cy="3864026"/>
          </a:xfrm>
        </p:spPr>
      </p:sp>
      <p:sp>
        <p:nvSpPr>
          <p:cNvPr id="53" name="Textplatzhalter 52">
            <a:extLst>
              <a:ext uri="{FF2B5EF4-FFF2-40B4-BE49-F238E27FC236}">
                <a16:creationId xmlns:a16="http://schemas.microsoft.com/office/drawing/2014/main" id="{3010A685-57A4-45EC-A800-EE2016B841E7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>
          <a:xfrm>
            <a:off x="24928511" y="23279372"/>
            <a:ext cx="3787775" cy="3186112"/>
          </a:xfrm>
        </p:spPr>
        <p:txBody>
          <a:bodyPr/>
          <a:lstStyle/>
          <a:p>
            <a:endParaRPr lang="de-DE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A7415BC7-C1B4-0E66-B6CA-DF213A07673D}"/>
              </a:ext>
            </a:extLst>
          </p:cNvPr>
          <p:cNvSpPr txBox="1"/>
          <p:nvPr/>
        </p:nvSpPr>
        <p:spPr>
          <a:xfrm>
            <a:off x="11201400" y="325898"/>
            <a:ext cx="18812489" cy="569386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de-DE" sz="4000" dirty="0"/>
              <a:t>Hinweise (am Ende zu entfernen!):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de-DE" sz="3600" dirty="0"/>
              <a:t>Positionen vom Logo und der zwei Titeltextblöcke </a:t>
            </a:r>
            <a:r>
              <a:rPr lang="de-DE" sz="3600" b="1" dirty="0"/>
              <a:t>nicht verändern</a:t>
            </a:r>
            <a:r>
              <a:rPr lang="de-DE" sz="3600" dirty="0"/>
              <a:t>!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de-DE" sz="3600" dirty="0"/>
              <a:t>Untere Grenze der drei Spalten ist anzupassen um unteren Platz zu nutzen. Die obere Grenze und die horizontale Lage der Spalten </a:t>
            </a:r>
            <a:r>
              <a:rPr lang="de-DE" sz="3600" b="1" dirty="0"/>
              <a:t>nicht verändern</a:t>
            </a:r>
            <a:r>
              <a:rPr lang="de-DE" sz="3600"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de-DE" sz="3600" dirty="0"/>
              <a:t>Jedes Bild muss unterschrieben werden, siehe Beispiel unten.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de-DE" sz="3600" dirty="0"/>
              <a:t>Schriftart, -größe, -farbe der Blöcke </a:t>
            </a:r>
            <a:r>
              <a:rPr lang="de-DE" sz="3600" b="1" dirty="0"/>
              <a:t>nicht verändern</a:t>
            </a:r>
            <a:r>
              <a:rPr lang="de-DE" sz="3600" dirty="0"/>
              <a:t>!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de-DE" sz="3600" dirty="0"/>
              <a:t>Breite der Blöcke </a:t>
            </a:r>
            <a:r>
              <a:rPr lang="de-DE" sz="3600" b="1" dirty="0"/>
              <a:t>nicht verändern</a:t>
            </a:r>
            <a:r>
              <a:rPr lang="de-DE" sz="3600" dirty="0"/>
              <a:t>!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de-DE" sz="3600" dirty="0"/>
              <a:t>Sonst können Sie die Blöcke sinnvoll verschieben, kopieren, umsortieren, vertikal ausdehnen, löschen und selbstverständlich ausfüllen.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de-DE" sz="3600" dirty="0"/>
              <a:t>Verwendete Quellen bitte zum Schluss angeben! </a:t>
            </a:r>
          </a:p>
        </p:txBody>
      </p:sp>
      <p:sp>
        <p:nvSpPr>
          <p:cNvPr id="3" name="Textplatzhalter 31">
            <a:extLst>
              <a:ext uri="{FF2B5EF4-FFF2-40B4-BE49-F238E27FC236}">
                <a16:creationId xmlns:a16="http://schemas.microsoft.com/office/drawing/2014/main" id="{0525CD90-1469-A436-334F-BF347993873E}"/>
              </a:ext>
            </a:extLst>
          </p:cNvPr>
          <p:cNvSpPr txBox="1">
            <a:spLocks/>
          </p:cNvSpPr>
          <p:nvPr/>
        </p:nvSpPr>
        <p:spPr>
          <a:xfrm>
            <a:off x="1527176" y="39622182"/>
            <a:ext cx="8472488" cy="239592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3027487" rtl="0" eaLnBrk="1" latinLnBrk="0" hangingPunct="1">
              <a:lnSpc>
                <a:spcPct val="90000"/>
              </a:lnSpc>
              <a:spcBef>
                <a:spcPts val="3311"/>
              </a:spcBef>
              <a:buFont typeface="Arial" panose="020B0604020202020204" pitchFamily="34" charset="0"/>
              <a:buNone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563" indent="0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None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1338" indent="-182563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None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74625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None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None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325589" indent="-756872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Char char="•"/>
              <a:defRPr sz="5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839333" indent="-756872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Char char="•"/>
              <a:defRPr sz="5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1353076" indent="-756872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Char char="•"/>
              <a:defRPr sz="5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866820" indent="-756872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Char char="•"/>
              <a:defRPr sz="5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4900" dirty="0">
                <a:solidFill>
                  <a:srgbClr val="00008C"/>
                </a:solidFill>
                <a:latin typeface="Noto Sans Medium" panose="020B0502040504020204"/>
              </a:rPr>
              <a:t>Professur für Automatisierungstechnik</a:t>
            </a:r>
            <a:br>
              <a:rPr lang="de-DE" sz="4900" dirty="0">
                <a:solidFill>
                  <a:srgbClr val="00008C"/>
                </a:solidFill>
                <a:latin typeface="Noto Sans Medium" panose="020B0502040504020204"/>
              </a:rPr>
            </a:br>
            <a:r>
              <a:rPr lang="de-DE" sz="4900" dirty="0">
                <a:solidFill>
                  <a:srgbClr val="00008C"/>
                </a:solidFill>
                <a:latin typeface="Noto Sans Medium" panose="020B0502040504020204"/>
              </a:rPr>
              <a:t>Prof. Dr. techn. Klaus </a:t>
            </a:r>
            <a:r>
              <a:rPr lang="de-DE" sz="4900" dirty="0" err="1">
                <a:solidFill>
                  <a:srgbClr val="00008C"/>
                </a:solidFill>
                <a:latin typeface="Noto Sans Medium" panose="020B0502040504020204"/>
              </a:rPr>
              <a:t>Janschek</a:t>
            </a:r>
            <a:endParaRPr lang="de-DE" sz="4900" dirty="0">
              <a:solidFill>
                <a:srgbClr val="00008C"/>
              </a:solidFill>
              <a:latin typeface="Noto Sans Medium" panose="020B0502040504020204"/>
            </a:endParaRPr>
          </a:p>
        </p:txBody>
      </p:sp>
    </p:spTree>
    <p:extLst>
      <p:ext uri="{BB962C8B-B14F-4D97-AF65-F5344CB8AC3E}">
        <p14:creationId xmlns:p14="http://schemas.microsoft.com/office/powerpoint/2010/main" val="33316288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TUD_2025_Blau-Rot">
      <a:dk1>
        <a:srgbClr val="000000"/>
      </a:dk1>
      <a:lt1>
        <a:sysClr val="window" lastClr="FFFFFF"/>
      </a:lt1>
      <a:dk2>
        <a:srgbClr val="566371"/>
      </a:dk2>
      <a:lt2>
        <a:srgbClr val="FFFFFF"/>
      </a:lt2>
      <a:accent1>
        <a:srgbClr val="00008C"/>
      </a:accent1>
      <a:accent2>
        <a:srgbClr val="97C6FF"/>
      </a:accent2>
      <a:accent3>
        <a:srgbClr val="2F57B2"/>
      </a:accent3>
      <a:accent4>
        <a:srgbClr val="001450"/>
      </a:accent4>
      <a:accent5>
        <a:srgbClr val="D20F41"/>
      </a:accent5>
      <a:accent6>
        <a:srgbClr val="FFAAA5"/>
      </a:accent6>
      <a:hlink>
        <a:srgbClr val="00008C"/>
      </a:hlink>
      <a:folHlink>
        <a:srgbClr val="2F57B2"/>
      </a:folHlink>
    </a:clrScheme>
    <a:fontScheme name="TUD 25 Noto Sans">
      <a:majorFont>
        <a:latin typeface="Noto Sans SemiBold"/>
        <a:ea typeface=""/>
        <a:cs typeface=""/>
      </a:majorFont>
      <a:minorFont>
        <a:latin typeface="Noto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281</Words>
  <Application>Microsoft Office PowerPoint</Application>
  <PresentationFormat>Benutzerdefiniert</PresentationFormat>
  <Paragraphs>18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7" baseType="lpstr">
      <vt:lpstr>Arial</vt:lpstr>
      <vt:lpstr>Noto Sans</vt:lpstr>
      <vt:lpstr>Noto Sans Medium</vt:lpstr>
      <vt:lpstr>Noto Sans SemiBold</vt:lpstr>
      <vt:lpstr>Noto Serif</vt:lpstr>
      <vt:lpstr>Office</vt:lpstr>
      <vt:lpstr>Oberseminar Automatisierungstechnik SS2026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Puhlfürst,Ulrich</dc:creator>
  <cp:lastModifiedBy>userus</cp:lastModifiedBy>
  <cp:revision>45</cp:revision>
  <dcterms:created xsi:type="dcterms:W3CDTF">2025-09-04T12:04:34Z</dcterms:created>
  <dcterms:modified xsi:type="dcterms:W3CDTF">2026-03-05T14:07:53Z</dcterms:modified>
</cp:coreProperties>
</file>