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  <p:sldMasterId id="2147483711" r:id="rId3"/>
  </p:sldMasterIdLst>
  <p:notesMasterIdLst>
    <p:notesMasterId r:id="rId20"/>
  </p:notesMasterIdLst>
  <p:handoutMasterIdLst>
    <p:handoutMasterId r:id="rId21"/>
  </p:handoutMasterIdLst>
  <p:sldIdLst>
    <p:sldId id="287" r:id="rId4"/>
    <p:sldId id="256" r:id="rId5"/>
    <p:sldId id="296" r:id="rId6"/>
    <p:sldId id="300" r:id="rId7"/>
    <p:sldId id="302" r:id="rId8"/>
    <p:sldId id="288" r:id="rId9"/>
    <p:sldId id="298" r:id="rId10"/>
    <p:sldId id="297" r:id="rId11"/>
    <p:sldId id="291" r:id="rId12"/>
    <p:sldId id="290" r:id="rId13"/>
    <p:sldId id="301" r:id="rId14"/>
    <p:sldId id="303" r:id="rId15"/>
    <p:sldId id="305" r:id="rId16"/>
    <p:sldId id="306" r:id="rId17"/>
    <p:sldId id="292" r:id="rId18"/>
    <p:sldId id="304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8C"/>
    <a:srgbClr val="323F4B"/>
    <a:srgbClr val="000000"/>
    <a:srgbClr val="00005A"/>
    <a:srgbClr val="97C6FF"/>
    <a:srgbClr val="C8C8FF"/>
    <a:srgbClr val="FFB9FF"/>
    <a:srgbClr val="FFAAA5"/>
    <a:srgbClr val="FFBE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D346F6-2D28-475D-A747-C9B424C68E9B}" v="54" dt="2026-05-18T15:02:07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5137" autoAdjust="0"/>
  </p:normalViewPr>
  <p:slideViewPr>
    <p:cSldViewPr snapToGrid="0" showGuides="1">
      <p:cViewPr varScale="1">
        <p:scale>
          <a:sx n="72" d="100"/>
          <a:sy n="72" d="100"/>
        </p:scale>
        <p:origin x="86" y="22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c Nguyen" userId="0ab35269-0dca-4210-a325-5f280c398780" providerId="ADAL" clId="{E3185E7A-3E52-4FFE-AC53-B7EE43AC3851}"/>
    <pc:docChg chg="undo custSel addSld delSld modSld modMainMaster">
      <pc:chgData name="Duc Nguyen" userId="0ab35269-0dca-4210-a325-5f280c398780" providerId="ADAL" clId="{E3185E7A-3E52-4FFE-AC53-B7EE43AC3851}" dt="2026-05-18T15:02:58.810" v="1522" actId="1076"/>
      <pc:docMkLst>
        <pc:docMk/>
      </pc:docMkLst>
      <pc:sldChg chg="addSp delSp modSp mod">
        <pc:chgData name="Duc Nguyen" userId="0ab35269-0dca-4210-a325-5f280c398780" providerId="ADAL" clId="{E3185E7A-3E52-4FFE-AC53-B7EE43AC3851}" dt="2026-05-18T14:04:24.386" v="818" actId="14100"/>
        <pc:sldMkLst>
          <pc:docMk/>
          <pc:sldMk cId="3676856502" sldId="290"/>
        </pc:sldMkLst>
        <pc:spChg chg="mod">
          <ac:chgData name="Duc Nguyen" userId="0ab35269-0dca-4210-a325-5f280c398780" providerId="ADAL" clId="{E3185E7A-3E52-4FFE-AC53-B7EE43AC3851}" dt="2026-05-18T13:20:33.581" v="620" actId="113"/>
          <ac:spMkLst>
            <pc:docMk/>
            <pc:sldMk cId="3676856502" sldId="290"/>
            <ac:spMk id="2" creationId="{BC85FC11-7D54-D1C3-1393-4B81AEA4443B}"/>
          </ac:spMkLst>
        </pc:spChg>
        <pc:spChg chg="mod">
          <ac:chgData name="Duc Nguyen" userId="0ab35269-0dca-4210-a325-5f280c398780" providerId="ADAL" clId="{E3185E7A-3E52-4FFE-AC53-B7EE43AC3851}" dt="2026-05-18T13:21:19.047" v="621" actId="20577"/>
          <ac:spMkLst>
            <pc:docMk/>
            <pc:sldMk cId="3676856502" sldId="290"/>
            <ac:spMk id="3" creationId="{E916AFE8-E700-1C36-F96B-E178EBF4336C}"/>
          </ac:spMkLst>
        </pc:spChg>
        <pc:spChg chg="add del mod">
          <ac:chgData name="Duc Nguyen" userId="0ab35269-0dca-4210-a325-5f280c398780" providerId="ADAL" clId="{E3185E7A-3E52-4FFE-AC53-B7EE43AC3851}" dt="2026-05-18T13:07:00.795" v="304" actId="478"/>
          <ac:spMkLst>
            <pc:docMk/>
            <pc:sldMk cId="3676856502" sldId="290"/>
            <ac:spMk id="4" creationId="{BF5082D0-A878-7EF4-AD63-F86E0B02F43D}"/>
          </ac:spMkLst>
        </pc:spChg>
        <pc:spChg chg="add mod">
          <ac:chgData name="Duc Nguyen" userId="0ab35269-0dca-4210-a325-5f280c398780" providerId="ADAL" clId="{E3185E7A-3E52-4FFE-AC53-B7EE43AC3851}" dt="2026-05-18T13:24:56.905" v="647" actId="164"/>
          <ac:spMkLst>
            <pc:docMk/>
            <pc:sldMk cId="3676856502" sldId="290"/>
            <ac:spMk id="5" creationId="{4B9C6B4F-AB28-8918-9B3A-42CFAA074E34}"/>
          </ac:spMkLst>
        </pc:spChg>
        <pc:spChg chg="add mod">
          <ac:chgData name="Duc Nguyen" userId="0ab35269-0dca-4210-a325-5f280c398780" providerId="ADAL" clId="{E3185E7A-3E52-4FFE-AC53-B7EE43AC3851}" dt="2026-05-18T13:24:56.905" v="647" actId="164"/>
          <ac:spMkLst>
            <pc:docMk/>
            <pc:sldMk cId="3676856502" sldId="290"/>
            <ac:spMk id="6" creationId="{588CE2AD-639B-B667-0ABC-711CBA020378}"/>
          </ac:spMkLst>
        </pc:spChg>
        <pc:spChg chg="add mod">
          <ac:chgData name="Duc Nguyen" userId="0ab35269-0dca-4210-a325-5f280c398780" providerId="ADAL" clId="{E3185E7A-3E52-4FFE-AC53-B7EE43AC3851}" dt="2026-05-18T13:24:56.905" v="647" actId="164"/>
          <ac:spMkLst>
            <pc:docMk/>
            <pc:sldMk cId="3676856502" sldId="290"/>
            <ac:spMk id="7" creationId="{01B84FFD-3A40-1861-33F0-26A0D1982574}"/>
          </ac:spMkLst>
        </pc:spChg>
        <pc:spChg chg="add mod">
          <ac:chgData name="Duc Nguyen" userId="0ab35269-0dca-4210-a325-5f280c398780" providerId="ADAL" clId="{E3185E7A-3E52-4FFE-AC53-B7EE43AC3851}" dt="2026-05-18T13:24:56.905" v="647" actId="164"/>
          <ac:spMkLst>
            <pc:docMk/>
            <pc:sldMk cId="3676856502" sldId="290"/>
            <ac:spMk id="8" creationId="{4C542705-A7FE-C5C1-2344-D77D83380918}"/>
          </ac:spMkLst>
        </pc:spChg>
        <pc:spChg chg="add mod">
          <ac:chgData name="Duc Nguyen" userId="0ab35269-0dca-4210-a325-5f280c398780" providerId="ADAL" clId="{E3185E7A-3E52-4FFE-AC53-B7EE43AC3851}" dt="2026-05-18T14:04:24.386" v="818" actId="14100"/>
          <ac:spMkLst>
            <pc:docMk/>
            <pc:sldMk cId="3676856502" sldId="290"/>
            <ac:spMk id="9" creationId="{D67BDF4E-B5E7-A86E-1A61-A8B0D8C39AEE}"/>
          </ac:spMkLst>
        </pc:spChg>
        <pc:grpChg chg="add mod">
          <ac:chgData name="Duc Nguyen" userId="0ab35269-0dca-4210-a325-5f280c398780" providerId="ADAL" clId="{E3185E7A-3E52-4FFE-AC53-B7EE43AC3851}" dt="2026-05-18T13:25:00.831" v="648" actId="1076"/>
          <ac:grpSpMkLst>
            <pc:docMk/>
            <pc:sldMk cId="3676856502" sldId="290"/>
            <ac:grpSpMk id="19" creationId="{0C234208-435C-93B9-08F7-801B7F93B4B4}"/>
          </ac:grpSpMkLst>
        </pc:grpChg>
        <pc:picChg chg="add mod">
          <ac:chgData name="Duc Nguyen" userId="0ab35269-0dca-4210-a325-5f280c398780" providerId="ADAL" clId="{E3185E7A-3E52-4FFE-AC53-B7EE43AC3851}" dt="2026-05-18T13:21:56.611" v="625" actId="1076"/>
          <ac:picMkLst>
            <pc:docMk/>
            <pc:sldMk cId="3676856502" sldId="290"/>
            <ac:picMk id="18" creationId="{A314815B-8DEA-415C-38EC-94929DE2A6CF}"/>
          </ac:picMkLst>
        </pc:picChg>
        <pc:cxnChg chg="add mod">
          <ac:chgData name="Duc Nguyen" userId="0ab35269-0dca-4210-a325-5f280c398780" providerId="ADAL" clId="{E3185E7A-3E52-4FFE-AC53-B7EE43AC3851}" dt="2026-05-18T13:24:56.905" v="647" actId="164"/>
          <ac:cxnSpMkLst>
            <pc:docMk/>
            <pc:sldMk cId="3676856502" sldId="290"/>
            <ac:cxnSpMk id="11" creationId="{C64546CC-574A-F974-C7C8-496C0A6AA589}"/>
          </ac:cxnSpMkLst>
        </pc:cxnChg>
        <pc:cxnChg chg="add mod">
          <ac:chgData name="Duc Nguyen" userId="0ab35269-0dca-4210-a325-5f280c398780" providerId="ADAL" clId="{E3185E7A-3E52-4FFE-AC53-B7EE43AC3851}" dt="2026-05-18T13:24:56.905" v="647" actId="164"/>
          <ac:cxnSpMkLst>
            <pc:docMk/>
            <pc:sldMk cId="3676856502" sldId="290"/>
            <ac:cxnSpMk id="14" creationId="{689583FD-995A-8932-0F9E-B16AB77B9A4D}"/>
          </ac:cxnSpMkLst>
        </pc:cxnChg>
        <pc:cxnChg chg="add mod">
          <ac:chgData name="Duc Nguyen" userId="0ab35269-0dca-4210-a325-5f280c398780" providerId="ADAL" clId="{E3185E7A-3E52-4FFE-AC53-B7EE43AC3851}" dt="2026-05-18T13:24:56.905" v="647" actId="164"/>
          <ac:cxnSpMkLst>
            <pc:docMk/>
            <pc:sldMk cId="3676856502" sldId="290"/>
            <ac:cxnSpMk id="15" creationId="{98F072E4-410A-4DED-BD60-9552E316F22A}"/>
          </ac:cxnSpMkLst>
        </pc:cxnChg>
        <pc:cxnChg chg="add mod">
          <ac:chgData name="Duc Nguyen" userId="0ab35269-0dca-4210-a325-5f280c398780" providerId="ADAL" clId="{E3185E7A-3E52-4FFE-AC53-B7EE43AC3851}" dt="2026-05-18T13:24:56.905" v="647" actId="164"/>
          <ac:cxnSpMkLst>
            <pc:docMk/>
            <pc:sldMk cId="3676856502" sldId="290"/>
            <ac:cxnSpMk id="16" creationId="{5917BFBE-D15D-F882-FB6F-19C27BB5DA85}"/>
          </ac:cxnSpMkLst>
        </pc:cxnChg>
      </pc:sldChg>
      <pc:sldChg chg="modSp mod">
        <pc:chgData name="Duc Nguyen" userId="0ab35269-0dca-4210-a325-5f280c398780" providerId="ADAL" clId="{E3185E7A-3E52-4FFE-AC53-B7EE43AC3851}" dt="2026-05-18T14:29:53.226" v="1097" actId="20577"/>
        <pc:sldMkLst>
          <pc:docMk/>
          <pc:sldMk cId="2661166597" sldId="292"/>
        </pc:sldMkLst>
        <pc:spChg chg="mod">
          <ac:chgData name="Duc Nguyen" userId="0ab35269-0dca-4210-a325-5f280c398780" providerId="ADAL" clId="{E3185E7A-3E52-4FFE-AC53-B7EE43AC3851}" dt="2026-05-18T14:29:53.226" v="1097" actId="20577"/>
          <ac:spMkLst>
            <pc:docMk/>
            <pc:sldMk cId="2661166597" sldId="292"/>
            <ac:spMk id="2" creationId="{3B7B0969-53CF-A02D-2047-4E5FD9804893}"/>
          </ac:spMkLst>
        </pc:spChg>
      </pc:sldChg>
      <pc:sldChg chg="addSp delSp modSp mod">
        <pc:chgData name="Duc Nguyen" userId="0ab35269-0dca-4210-a325-5f280c398780" providerId="ADAL" clId="{E3185E7A-3E52-4FFE-AC53-B7EE43AC3851}" dt="2026-05-18T14:54:12.880" v="1385"/>
        <pc:sldMkLst>
          <pc:docMk/>
          <pc:sldMk cId="45095889" sldId="301"/>
        </pc:sldMkLst>
        <pc:spChg chg="mod">
          <ac:chgData name="Duc Nguyen" userId="0ab35269-0dca-4210-a325-5f280c398780" providerId="ADAL" clId="{E3185E7A-3E52-4FFE-AC53-B7EE43AC3851}" dt="2026-05-18T14:54:12.880" v="1385"/>
          <ac:spMkLst>
            <pc:docMk/>
            <pc:sldMk cId="45095889" sldId="301"/>
            <ac:spMk id="2" creationId="{FE2F415C-78FC-5C24-4ADA-9F15A072A8CB}"/>
          </ac:spMkLst>
        </pc:spChg>
        <pc:spChg chg="del">
          <ac:chgData name="Duc Nguyen" userId="0ab35269-0dca-4210-a325-5f280c398780" providerId="ADAL" clId="{E3185E7A-3E52-4FFE-AC53-B7EE43AC3851}" dt="2026-05-18T14:06:18.731" v="819" actId="22"/>
          <ac:spMkLst>
            <pc:docMk/>
            <pc:sldMk cId="45095889" sldId="301"/>
            <ac:spMk id="3" creationId="{D65D7F7A-18C9-2458-A677-6E5D8D43565B}"/>
          </ac:spMkLst>
        </pc:spChg>
        <pc:spChg chg="add mod">
          <ac:chgData name="Duc Nguyen" userId="0ab35269-0dca-4210-a325-5f280c398780" providerId="ADAL" clId="{E3185E7A-3E52-4FFE-AC53-B7EE43AC3851}" dt="2026-05-18T12:57:19.851" v="287" actId="571"/>
          <ac:spMkLst>
            <pc:docMk/>
            <pc:sldMk cId="45095889" sldId="301"/>
            <ac:spMk id="4" creationId="{D40CD04A-E342-4DC7-DEE1-8A749AD631F1}"/>
          </ac:spMkLst>
        </pc:spChg>
        <pc:spChg chg="add mod">
          <ac:chgData name="Duc Nguyen" userId="0ab35269-0dca-4210-a325-5f280c398780" providerId="ADAL" clId="{E3185E7A-3E52-4FFE-AC53-B7EE43AC3851}" dt="2026-05-18T14:32:12.858" v="1175" actId="20577"/>
          <ac:spMkLst>
            <pc:docMk/>
            <pc:sldMk cId="45095889" sldId="301"/>
            <ac:spMk id="7" creationId="{4E0673AE-1205-EF3A-31C7-98213C09B09A}"/>
          </ac:spMkLst>
        </pc:spChg>
        <pc:spChg chg="add del mod">
          <ac:chgData name="Duc Nguyen" userId="0ab35269-0dca-4210-a325-5f280c398780" providerId="ADAL" clId="{E3185E7A-3E52-4FFE-AC53-B7EE43AC3851}" dt="2026-05-18T14:20:59.849" v="935"/>
          <ac:spMkLst>
            <pc:docMk/>
            <pc:sldMk cId="45095889" sldId="301"/>
            <ac:spMk id="8" creationId="{511355EC-6F62-192D-C35E-D04CF52A2300}"/>
          </ac:spMkLst>
        </pc:spChg>
        <pc:spChg chg="add mod">
          <ac:chgData name="Duc Nguyen" userId="0ab35269-0dca-4210-a325-5f280c398780" providerId="ADAL" clId="{E3185E7A-3E52-4FFE-AC53-B7EE43AC3851}" dt="2026-05-18T14:22:30.765" v="957" actId="1076"/>
          <ac:spMkLst>
            <pc:docMk/>
            <pc:sldMk cId="45095889" sldId="301"/>
            <ac:spMk id="10" creationId="{6D88B69F-16F8-B2D2-E7AB-10D54034B21D}"/>
          </ac:spMkLst>
        </pc:spChg>
        <pc:picChg chg="add mod ord">
          <ac:chgData name="Duc Nguyen" userId="0ab35269-0dca-4210-a325-5f280c398780" providerId="ADAL" clId="{E3185E7A-3E52-4FFE-AC53-B7EE43AC3851}" dt="2026-05-18T14:22:30.765" v="957" actId="1076"/>
          <ac:picMkLst>
            <pc:docMk/>
            <pc:sldMk cId="45095889" sldId="301"/>
            <ac:picMk id="6" creationId="{A241D1C1-3189-AB71-7795-2AF7881AC6FE}"/>
          </ac:picMkLst>
        </pc:picChg>
      </pc:sldChg>
      <pc:sldChg chg="addSp delSp modSp add mod">
        <pc:chgData name="Duc Nguyen" userId="0ab35269-0dca-4210-a325-5f280c398780" providerId="ADAL" clId="{E3185E7A-3E52-4FFE-AC53-B7EE43AC3851}" dt="2026-05-18T14:54:09.477" v="1384"/>
        <pc:sldMkLst>
          <pc:docMk/>
          <pc:sldMk cId="3129731891" sldId="303"/>
        </pc:sldMkLst>
        <pc:spChg chg="mod">
          <ac:chgData name="Duc Nguyen" userId="0ab35269-0dca-4210-a325-5f280c398780" providerId="ADAL" clId="{E3185E7A-3E52-4FFE-AC53-B7EE43AC3851}" dt="2026-05-18T14:54:09.477" v="1384"/>
          <ac:spMkLst>
            <pc:docMk/>
            <pc:sldMk cId="3129731891" sldId="303"/>
            <ac:spMk id="2" creationId="{E343F380-0729-253C-F88F-D621A5380817}"/>
          </ac:spMkLst>
        </pc:spChg>
        <pc:spChg chg="add mod">
          <ac:chgData name="Duc Nguyen" userId="0ab35269-0dca-4210-a325-5f280c398780" providerId="ADAL" clId="{E3185E7A-3E52-4FFE-AC53-B7EE43AC3851}" dt="2026-05-18T14:43:10.363" v="1285" actId="20577"/>
          <ac:spMkLst>
            <pc:docMk/>
            <pc:sldMk cId="3129731891" sldId="303"/>
            <ac:spMk id="4" creationId="{83D96F9A-6B61-0B70-5F1A-A65D58A17592}"/>
          </ac:spMkLst>
        </pc:spChg>
        <pc:spChg chg="del mod">
          <ac:chgData name="Duc Nguyen" userId="0ab35269-0dca-4210-a325-5f280c398780" providerId="ADAL" clId="{E3185E7A-3E52-4FFE-AC53-B7EE43AC3851}" dt="2026-05-18T14:24:47.780" v="1018"/>
          <ac:spMkLst>
            <pc:docMk/>
            <pc:sldMk cId="3129731891" sldId="303"/>
            <ac:spMk id="7" creationId="{C7BAE1A9-D148-F500-45EE-6B993A2A0DF7}"/>
          </ac:spMkLst>
        </pc:spChg>
        <pc:spChg chg="add mod">
          <ac:chgData name="Duc Nguyen" userId="0ab35269-0dca-4210-a325-5f280c398780" providerId="ADAL" clId="{E3185E7A-3E52-4FFE-AC53-B7EE43AC3851}" dt="2026-05-18T14:36:42.757" v="1252" actId="1076"/>
          <ac:spMkLst>
            <pc:docMk/>
            <pc:sldMk cId="3129731891" sldId="303"/>
            <ac:spMk id="13" creationId="{7C5B3E29-E3CB-273B-83DF-5897AEC44ADB}"/>
          </ac:spMkLst>
        </pc:spChg>
        <pc:graphicFrameChg chg="add mod">
          <ac:chgData name="Duc Nguyen" userId="0ab35269-0dca-4210-a325-5f280c398780" providerId="ADAL" clId="{E3185E7A-3E52-4FFE-AC53-B7EE43AC3851}" dt="2026-05-18T14:27:10.763" v="1059"/>
          <ac:graphicFrameMkLst>
            <pc:docMk/>
            <pc:sldMk cId="3129731891" sldId="303"/>
            <ac:graphicFrameMk id="5" creationId="{DE581735-3D0D-96F6-4E96-E07F29FB2191}"/>
          </ac:graphicFrameMkLst>
        </pc:graphicFrameChg>
        <pc:graphicFrameChg chg="add mod">
          <ac:chgData name="Duc Nguyen" userId="0ab35269-0dca-4210-a325-5f280c398780" providerId="ADAL" clId="{E3185E7A-3E52-4FFE-AC53-B7EE43AC3851}" dt="2026-05-18T14:27:10.763" v="1059"/>
          <ac:graphicFrameMkLst>
            <pc:docMk/>
            <pc:sldMk cId="3129731891" sldId="303"/>
            <ac:graphicFrameMk id="8" creationId="{B89AEE8C-695C-83A2-1E27-6CB889D0E25E}"/>
          </ac:graphicFrameMkLst>
        </pc:graphicFrameChg>
        <pc:graphicFrameChg chg="add mod">
          <ac:chgData name="Duc Nguyen" userId="0ab35269-0dca-4210-a325-5f280c398780" providerId="ADAL" clId="{E3185E7A-3E52-4FFE-AC53-B7EE43AC3851}" dt="2026-05-18T14:27:15.321" v="1060"/>
          <ac:graphicFrameMkLst>
            <pc:docMk/>
            <pc:sldMk cId="3129731891" sldId="303"/>
            <ac:graphicFrameMk id="9" creationId="{95B95A1A-DF5A-0193-3501-526E8F965C6D}"/>
          </ac:graphicFrameMkLst>
        </pc:graphicFrameChg>
        <pc:graphicFrameChg chg="add mod modGraphic">
          <ac:chgData name="Duc Nguyen" userId="0ab35269-0dca-4210-a325-5f280c398780" providerId="ADAL" clId="{E3185E7A-3E52-4FFE-AC53-B7EE43AC3851}" dt="2026-05-18T14:27:21.275" v="1062" actId="20577"/>
          <ac:graphicFrameMkLst>
            <pc:docMk/>
            <pc:sldMk cId="3129731891" sldId="303"/>
            <ac:graphicFrameMk id="10" creationId="{14D2D546-97B3-133E-FFCE-7B6E6008AE51}"/>
          </ac:graphicFrameMkLst>
        </pc:graphicFrameChg>
        <pc:picChg chg="del">
          <ac:chgData name="Duc Nguyen" userId="0ab35269-0dca-4210-a325-5f280c398780" providerId="ADAL" clId="{E3185E7A-3E52-4FFE-AC53-B7EE43AC3851}" dt="2026-05-18T14:18:23.664" v="855" actId="478"/>
          <ac:picMkLst>
            <pc:docMk/>
            <pc:sldMk cId="3129731891" sldId="303"/>
            <ac:picMk id="6" creationId="{3C652A0A-7001-A8F4-77A6-0A8A200B4020}"/>
          </ac:picMkLst>
        </pc:picChg>
        <pc:picChg chg="add mod">
          <ac:chgData name="Duc Nguyen" userId="0ab35269-0dca-4210-a325-5f280c398780" providerId="ADAL" clId="{E3185E7A-3E52-4FFE-AC53-B7EE43AC3851}" dt="2026-05-18T14:34:48.922" v="1199" actId="14100"/>
          <ac:picMkLst>
            <pc:docMk/>
            <pc:sldMk cId="3129731891" sldId="303"/>
            <ac:picMk id="12" creationId="{AE27126A-677C-CFCC-0839-8AB301D3CE04}"/>
          </ac:picMkLst>
        </pc:picChg>
      </pc:sldChg>
      <pc:sldChg chg="addSp delSp new del mod">
        <pc:chgData name="Duc Nguyen" userId="0ab35269-0dca-4210-a325-5f280c398780" providerId="ADAL" clId="{E3185E7A-3E52-4FFE-AC53-B7EE43AC3851}" dt="2026-05-18T14:30:13.994" v="1103" actId="680"/>
        <pc:sldMkLst>
          <pc:docMk/>
          <pc:sldMk cId="1669073695" sldId="304"/>
        </pc:sldMkLst>
        <pc:spChg chg="add del">
          <ac:chgData name="Duc Nguyen" userId="0ab35269-0dca-4210-a325-5f280c398780" providerId="ADAL" clId="{E3185E7A-3E52-4FFE-AC53-B7EE43AC3851}" dt="2026-05-18T14:30:13.764" v="1102" actId="478"/>
          <ac:spMkLst>
            <pc:docMk/>
            <pc:sldMk cId="1669073695" sldId="304"/>
            <ac:spMk id="3" creationId="{F79784B5-DE18-6540-6D7E-1A4F441AA2E6}"/>
          </ac:spMkLst>
        </pc:spChg>
      </pc:sldChg>
      <pc:sldChg chg="delSp modSp new mod">
        <pc:chgData name="Duc Nguyen" userId="0ab35269-0dca-4210-a325-5f280c398780" providerId="ADAL" clId="{E3185E7A-3E52-4FFE-AC53-B7EE43AC3851}" dt="2026-05-18T14:36:32.601" v="1251" actId="20577"/>
        <pc:sldMkLst>
          <pc:docMk/>
          <pc:sldMk cId="2931753303" sldId="304"/>
        </pc:sldMkLst>
        <pc:spChg chg="del">
          <ac:chgData name="Duc Nguyen" userId="0ab35269-0dca-4210-a325-5f280c398780" providerId="ADAL" clId="{E3185E7A-3E52-4FFE-AC53-B7EE43AC3851}" dt="2026-05-18T14:30:40.933" v="1107" actId="478"/>
          <ac:spMkLst>
            <pc:docMk/>
            <pc:sldMk cId="2931753303" sldId="304"/>
            <ac:spMk id="2" creationId="{7A0BED07-FBDC-63A0-5D43-15A2743C3DAC}"/>
          </ac:spMkLst>
        </pc:spChg>
        <pc:spChg chg="mod">
          <ac:chgData name="Duc Nguyen" userId="0ab35269-0dca-4210-a325-5f280c398780" providerId="ADAL" clId="{E3185E7A-3E52-4FFE-AC53-B7EE43AC3851}" dt="2026-05-18T14:36:32.601" v="1251" actId="20577"/>
          <ac:spMkLst>
            <pc:docMk/>
            <pc:sldMk cId="2931753303" sldId="304"/>
            <ac:spMk id="3" creationId="{9E08D8AD-2C47-D557-2BBF-D86D9E0DD906}"/>
          </ac:spMkLst>
        </pc:spChg>
      </pc:sldChg>
      <pc:sldChg chg="new del">
        <pc:chgData name="Duc Nguyen" userId="0ab35269-0dca-4210-a325-5f280c398780" providerId="ADAL" clId="{E3185E7A-3E52-4FFE-AC53-B7EE43AC3851}" dt="2026-05-18T14:30:04.502" v="1099" actId="47"/>
        <pc:sldMkLst>
          <pc:docMk/>
          <pc:sldMk cId="3362195897" sldId="304"/>
        </pc:sldMkLst>
      </pc:sldChg>
      <pc:sldChg chg="addSp modSp add mod">
        <pc:chgData name="Duc Nguyen" userId="0ab35269-0dca-4210-a325-5f280c398780" providerId="ADAL" clId="{E3185E7A-3E52-4FFE-AC53-B7EE43AC3851}" dt="2026-05-18T14:57:40.649" v="1476" actId="20577"/>
        <pc:sldMkLst>
          <pc:docMk/>
          <pc:sldMk cId="1169258599" sldId="305"/>
        </pc:sldMkLst>
        <pc:spChg chg="mod">
          <ac:chgData name="Duc Nguyen" userId="0ab35269-0dca-4210-a325-5f280c398780" providerId="ADAL" clId="{E3185E7A-3E52-4FFE-AC53-B7EE43AC3851}" dt="2026-05-18T14:54:02.670" v="1383" actId="20577"/>
          <ac:spMkLst>
            <pc:docMk/>
            <pc:sldMk cId="1169258599" sldId="305"/>
            <ac:spMk id="2" creationId="{803034DC-ADFE-A583-9ADB-1559D6CC8F58}"/>
          </ac:spMkLst>
        </pc:spChg>
        <pc:spChg chg="mod">
          <ac:chgData name="Duc Nguyen" userId="0ab35269-0dca-4210-a325-5f280c398780" providerId="ADAL" clId="{E3185E7A-3E52-4FFE-AC53-B7EE43AC3851}" dt="2026-05-18T14:53:21.432" v="1318" actId="20577"/>
          <ac:spMkLst>
            <pc:docMk/>
            <pc:sldMk cId="1169258599" sldId="305"/>
            <ac:spMk id="4" creationId="{11B89B1D-F63A-31EE-0D96-905AF2329B46}"/>
          </ac:spMkLst>
        </pc:spChg>
        <pc:graphicFrameChg chg="add mod modGraphic">
          <ac:chgData name="Duc Nguyen" userId="0ab35269-0dca-4210-a325-5f280c398780" providerId="ADAL" clId="{E3185E7A-3E52-4FFE-AC53-B7EE43AC3851}" dt="2026-05-18T14:57:40.649" v="1476" actId="20577"/>
          <ac:graphicFrameMkLst>
            <pc:docMk/>
            <pc:sldMk cId="1169258599" sldId="305"/>
            <ac:graphicFrameMk id="3" creationId="{40030FE2-6D9E-77C8-FA72-8D882331CF36}"/>
          </ac:graphicFrameMkLst>
        </pc:graphicFrameChg>
      </pc:sldChg>
      <pc:sldChg chg="addSp delSp modSp new mod">
        <pc:chgData name="Duc Nguyen" userId="0ab35269-0dca-4210-a325-5f280c398780" providerId="ADAL" clId="{E3185E7A-3E52-4FFE-AC53-B7EE43AC3851}" dt="2026-05-18T15:02:58.810" v="1522" actId="1076"/>
        <pc:sldMkLst>
          <pc:docMk/>
          <pc:sldMk cId="3373013917" sldId="306"/>
        </pc:sldMkLst>
        <pc:spChg chg="mod">
          <ac:chgData name="Duc Nguyen" userId="0ab35269-0dca-4210-a325-5f280c398780" providerId="ADAL" clId="{E3185E7A-3E52-4FFE-AC53-B7EE43AC3851}" dt="2026-05-18T15:02:14.455" v="1518" actId="20577"/>
          <ac:spMkLst>
            <pc:docMk/>
            <pc:sldMk cId="3373013917" sldId="306"/>
            <ac:spMk id="2" creationId="{69E17C24-6574-BAAE-265D-ACF60DF48503}"/>
          </ac:spMkLst>
        </pc:spChg>
        <pc:spChg chg="del">
          <ac:chgData name="Duc Nguyen" userId="0ab35269-0dca-4210-a325-5f280c398780" providerId="ADAL" clId="{E3185E7A-3E52-4FFE-AC53-B7EE43AC3851}" dt="2026-05-18T15:02:46.294" v="1519" actId="22"/>
          <ac:spMkLst>
            <pc:docMk/>
            <pc:sldMk cId="3373013917" sldId="306"/>
            <ac:spMk id="3" creationId="{730CAAB7-741D-B693-8B25-CEDC99FCBA62}"/>
          </ac:spMkLst>
        </pc:spChg>
        <pc:picChg chg="add mod ord">
          <ac:chgData name="Duc Nguyen" userId="0ab35269-0dca-4210-a325-5f280c398780" providerId="ADAL" clId="{E3185E7A-3E52-4FFE-AC53-B7EE43AC3851}" dt="2026-05-18T15:02:58.810" v="1522" actId="1076"/>
          <ac:picMkLst>
            <pc:docMk/>
            <pc:sldMk cId="3373013917" sldId="306"/>
            <ac:picMk id="5" creationId="{68AC0E1F-78E5-A058-6F9A-8805178D2881}"/>
          </ac:picMkLst>
        </pc:picChg>
      </pc:sldChg>
      <pc:sldMasterChg chg="modSp mod">
        <pc:chgData name="Duc Nguyen" userId="0ab35269-0dca-4210-a325-5f280c398780" providerId="ADAL" clId="{E3185E7A-3E52-4FFE-AC53-B7EE43AC3851}" dt="2026-05-18T13:31:16.821" v="702" actId="20577"/>
        <pc:sldMasterMkLst>
          <pc:docMk/>
          <pc:sldMasterMk cId="1712152019" sldId="2147483648"/>
        </pc:sldMasterMkLst>
        <pc:spChg chg="mod">
          <ac:chgData name="Duc Nguyen" userId="0ab35269-0dca-4210-a325-5f280c398780" providerId="ADAL" clId="{E3185E7A-3E52-4FFE-AC53-B7EE43AC3851}" dt="2026-05-18T13:31:16.821" v="702" actId="20577"/>
          <ac:spMkLst>
            <pc:docMk/>
            <pc:sldMasterMk cId="1712152019" sldId="2147483648"/>
            <ac:spMk id="5" creationId="{F5E54477-AC5B-4EB3-AE9F-0854A752BD2F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900D5406-B789-4FDC-AF8E-BA50BEF426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Dresden, // ??.??.2026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67F0855C-B0D9-41CD-97A7-F4E38BC217F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>
                <a:solidFill>
                  <a:srgbClr val="00008C"/>
                </a:solidFill>
              </a:rPr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-51542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vorga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5378450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5378450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537845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404814"/>
            <a:ext cx="5378449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50" y="3429000"/>
            <a:ext cx="5378449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18520" y="5624513"/>
            <a:ext cx="536388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82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7706136"/>
            <a:ext cx="14132540" cy="14874190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997200"/>
            <a:ext cx="3506788" cy="2844800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43400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72009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72501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613" y="0"/>
            <a:ext cx="4116387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49D69647-48F8-4B90-9CC3-E65255E92C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37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03950" y="-1"/>
            <a:ext cx="5988050" cy="6858001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3EF372E1-253E-419E-B4D6-7D0068DC7F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24675" y="6057900"/>
            <a:ext cx="465772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3557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3506788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43400" y="0"/>
            <a:ext cx="78486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07C9BA0-A1AB-441D-8DBE-C0CF26A821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1425" y="6057900"/>
            <a:ext cx="653097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478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404814"/>
            <a:ext cx="72390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400" y="1736725"/>
            <a:ext cx="723900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116388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0BC2D8-9972-4382-AB9E-D0E258B13A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400" y="6057900"/>
            <a:ext cx="723900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DF051B-43FA-419C-8BC2-E0F70D76F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1845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404814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598805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D763E79-9848-472D-A208-36D672491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6057900"/>
            <a:ext cx="537845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DFCE1DD-45F2-4133-8BC5-E0BD70008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839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5613" y="404813"/>
            <a:ext cx="3506787" cy="824547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75613" y="1736725"/>
            <a:ext cx="35067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7859713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EE076A1-CD22-4F15-967A-BCBA15F42E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75612" y="6057900"/>
            <a:ext cx="3506787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9E920F-1A3F-42B1-BCE6-1145087EB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0159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1 Bild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12192000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760AFB2-59A0-403C-8E84-5030275AE8B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9815EB-9327-48CD-96B3-43DC5F54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21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2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C311CE4-AD5A-44B9-BD6C-84A8F5D94B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7324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A061FE1-7C03-48BD-996F-3B2AE8580D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29528" y="3733801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58018AB-F062-405D-B819-907E0DB753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D783A2B-51C5-4C95-9003-3F3482637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022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3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1018B3E5-DFDA-4E50-80B0-8583C84118F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1627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83473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2791F6B-95C8-49BE-B8B9-8F04CE1AC9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7258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66947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C8A0F81A-CDA0-49D4-9423-A9300D95CF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21D2608-1818-4D42-B89A-D605C4F84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7909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4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A413D657-1B5E-406D-8617-E2E725A52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900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1547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0509D82A-4ACB-44BB-A6BC-2597416A16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055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3094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21635FF8-DA1B-41D1-AFFE-F750A584CD4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1871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sp>
        <p:nvSpPr>
          <p:cNvPr id="12" name="Bildplatzhalter 5">
            <a:extLst>
              <a:ext uri="{FF2B5EF4-FFF2-40B4-BE49-F238E27FC236}">
                <a16:creationId xmlns:a16="http://schemas.microsoft.com/office/drawing/2014/main" id="{A9BF99E2-F099-4BD6-8080-40827C91C32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8464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CF308826-6824-4C9B-9041-059D7052D5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4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F6BFEE9-F7EB-43C7-9F30-97F48E372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404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40DD1341-867C-486E-884D-435F6D877C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76501" y="6057900"/>
            <a:ext cx="9105900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81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OSAT SS2026 • </a:t>
            </a:r>
            <a:r>
              <a:rPr lang="de-DE" sz="1200" b="0" dirty="0">
                <a:solidFill>
                  <a:srgbClr val="00008C"/>
                </a:solidFill>
              </a:rPr>
              <a:t>YOLO26: </a:t>
            </a:r>
            <a:r>
              <a:rPr lang="de-DE" sz="1200" dirty="0"/>
              <a:t>Bestimmung von Objekt-Posen in Bildern</a:t>
            </a:r>
            <a:r>
              <a:rPr lang="de-DE" sz="1200" b="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‹Nr.›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5" r:id="rId2"/>
    <p:sldLayoutId id="2147483706" r:id="rId3"/>
    <p:sldLayoutId id="2147483776" r:id="rId4"/>
    <p:sldLayoutId id="2147483769" r:id="rId5"/>
    <p:sldLayoutId id="2147483778" r:id="rId6"/>
    <p:sldLayoutId id="2147483650" r:id="rId7"/>
    <p:sldLayoutId id="2147483710" r:id="rId8"/>
    <p:sldLayoutId id="2147483709" r:id="rId9"/>
    <p:sldLayoutId id="2147483652" r:id="rId10"/>
    <p:sldLayoutId id="2147483779" r:id="rId11"/>
    <p:sldLayoutId id="2147483656" r:id="rId12"/>
    <p:sldLayoutId id="2147483665" r:id="rId13"/>
    <p:sldLayoutId id="2147483657" r:id="rId14"/>
    <p:sldLayoutId id="2147483666" r:id="rId15"/>
    <p:sldLayoutId id="2147483654" r:id="rId16"/>
    <p:sldLayoutId id="2147483655" r:id="rId17"/>
    <p:sldLayoutId id="2147483694" r:id="rId18"/>
    <p:sldLayoutId id="2147483695" r:id="rId19"/>
    <p:sldLayoutId id="2147483696" r:id="rId20"/>
    <p:sldLayoutId id="2147483777" r:id="rId21"/>
    <p:sldLayoutId id="2147483771" r:id="rId22"/>
    <p:sldLayoutId id="2147483772" r:id="rId23"/>
    <p:sldLayoutId id="2147483773" r:id="rId24"/>
    <p:sldLayoutId id="2147483775" r:id="rId25"/>
    <p:sldLayoutId id="2147483774" r:id="rId26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7" r:id="rId8"/>
    <p:sldLayoutId id="2147483768" r:id="rId9"/>
    <p:sldLayoutId id="2147483770" r:id="rId1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52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6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mixed-reality/mrtk-unity/mrtk2/features/ux-building-blocks/object-manipulator?view=mrtkunity-2022-05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mdpi.com/2076-3417/9/13/2683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ltralytics.com/blog/the-impact-of-ultralytics-yolo26s-faster-edge-first-design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ltralytics.com/blog/the-impact-of-ultralytics-yolo26s-faster-edge-first-design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yimagesearch.com/2016/11/07/intersection-over-union-iou-for-object-detection/" TargetMode="External"/><Relationship Id="rId2" Type="http://schemas.openxmlformats.org/officeDocument/2006/relationships/hyperlink" Target="https://www.ultralytics.com/blog/the-impact-of-ultralytics-yolo26s-faster-edge-first-design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85FC11-7D54-D1C3-1393-4B81AEA44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OSAT-Hinweise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6AFE8-E700-1C36-F96B-E178EBF43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dirty="0"/>
              <a:t>Abschließende Folien stammen aus dem Corporate Design der TU Dresden ab 2025. Beachten Sie bitte diese Vorlagen bei der Gestaltung Ihrer Folien! 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Verwenden Sie bitte Bilder zur anschaulichen Darstellung!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Bilder aus anderen Quellen müssen referenziert werden!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Wählen Sie keine zu kleine Schriftgröße! Kontrollieren Sie dies auch bei eingefügten Diagrammen! 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Versuchen Sie die Zeitvorgabe einzuhalten!</a:t>
            </a:r>
            <a:endParaRPr lang="de-DE" b="0" dirty="0"/>
          </a:p>
          <a:p>
            <a:endParaRPr lang="de-DE" dirty="0"/>
          </a:p>
        </p:txBody>
      </p:sp>
      <p:sp>
        <p:nvSpPr>
          <p:cNvPr id="4" name="Rechteckige Legende 4">
            <a:extLst>
              <a:ext uri="{FF2B5EF4-FFF2-40B4-BE49-F238E27FC236}">
                <a16:creationId xmlns:a16="http://schemas.microsoft.com/office/drawing/2014/main" id="{52B07C44-8F3B-816D-6627-CDAC5F81AD86}"/>
              </a:ext>
            </a:extLst>
          </p:cNvPr>
          <p:cNvSpPr/>
          <p:nvPr/>
        </p:nvSpPr>
        <p:spPr>
          <a:xfrm>
            <a:off x="5741927" y="4481735"/>
            <a:ext cx="2833884" cy="1360265"/>
          </a:xfrm>
          <a:prstGeom prst="wedgeRectCallout">
            <a:avLst>
              <a:gd name="adj1" fmla="val -129218"/>
              <a:gd name="adj2" fmla="val 81659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Fußzeile bitte anpassen: über Ansicht, Folienmaster,  1. Folie links </a:t>
            </a:r>
          </a:p>
        </p:txBody>
      </p:sp>
    </p:spTree>
    <p:extLst>
      <p:ext uri="{BB962C8B-B14F-4D97-AF65-F5344CB8AC3E}">
        <p14:creationId xmlns:p14="http://schemas.microsoft.com/office/powerpoint/2010/main" val="28898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5"/>
          </a:xfrm>
        </p:spPr>
        <p:txBody>
          <a:bodyPr/>
          <a:lstStyle/>
          <a:p>
            <a:r>
              <a:rPr lang="de-DE" b="1" dirty="0"/>
              <a:t>YOLO26: Bestimmung von Objekt-Posen in Bildern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387475"/>
          </a:xfrm>
        </p:spPr>
        <p:txBody>
          <a:bodyPr/>
          <a:lstStyle/>
          <a:p>
            <a:r>
              <a:rPr lang="de-DE" dirty="0"/>
              <a:t>Nguyen, Duc Hai, Richard Loewe (Gruppe Nr.4)</a:t>
            </a:r>
          </a:p>
          <a:p>
            <a:r>
              <a:rPr lang="de-DE" dirty="0"/>
              <a:t>Professur für Automatisierungstechnik</a:t>
            </a:r>
          </a:p>
          <a:p>
            <a:r>
              <a:rPr lang="de-DE" dirty="0"/>
              <a:t>Zwischenpräsentation/Verteidigung im Oberseminar Automatisierungstechnik in SS2026</a:t>
            </a:r>
          </a:p>
        </p:txBody>
      </p:sp>
    </p:spTree>
    <p:extLst>
      <p:ext uri="{BB962C8B-B14F-4D97-AF65-F5344CB8AC3E}">
        <p14:creationId xmlns:p14="http://schemas.microsoft.com/office/powerpoint/2010/main" val="2213360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B7CFD-9479-52D5-9CD7-1DD42DE52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8F005-8EE4-06E8-A6B0-30264E42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- 1. Welche Teilaufgabe in der Navigation mobiler Roboter wird gelöst?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9424B-BCFB-5432-19AF-7E3FF0E810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0097" y="1536191"/>
            <a:ext cx="6031806" cy="44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530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8DD55-4BC2-B2B9-F356-B0FBEC48C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5CE12-E826-3258-2DF7-98701F22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5736B31-6A91-414B-E40A-9021706BD5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3382"/>
            <a:ext cx="5388864" cy="3031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0F39F8-2C2A-6D69-C4DE-D7804570AC47}"/>
              </a:ext>
            </a:extLst>
          </p:cNvPr>
          <p:cNvSpPr txBox="1"/>
          <p:nvPr/>
        </p:nvSpPr>
        <p:spPr>
          <a:xfrm>
            <a:off x="3786564" y="5620821"/>
            <a:ext cx="4423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Quelle: </a:t>
            </a:r>
            <a:r>
              <a:rPr lang="en-US" dirty="0">
                <a:hlinkClick r:id="rId3"/>
              </a:rPr>
              <a:t>Object manipulator — MRTK2</a:t>
            </a:r>
            <a:endParaRPr lang="en-US" dirty="0"/>
          </a:p>
        </p:txBody>
      </p:sp>
      <p:pic>
        <p:nvPicPr>
          <p:cNvPr id="1026" name="Picture 2" descr="No Rigid Body">
            <a:extLst>
              <a:ext uri="{FF2B5EF4-FFF2-40B4-BE49-F238E27FC236}">
                <a16:creationId xmlns:a16="http://schemas.microsoft.com/office/drawing/2014/main" id="{8058CA4E-975B-EDDA-2D07-94B68A9E5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214" y="1328304"/>
            <a:ext cx="4619186" cy="4074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85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4D071-62C7-F853-B522-1F055C50F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E978D3-BEF6-A120-0418-B2157D1B8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</a:t>
            </a:r>
          </a:p>
        </p:txBody>
      </p:sp>
      <p:pic>
        <p:nvPicPr>
          <p:cNvPr id="2050" name="Picture 2" descr="Applsci 09 02683 g003">
            <a:hlinkClick r:id="rId2"/>
            <a:extLst>
              <a:ext uri="{FF2B5EF4-FFF2-40B4-BE49-F238E27FC236}">
                <a16:creationId xmlns:a16="http://schemas.microsoft.com/office/drawing/2014/main" id="{B930B763-8350-EB30-CBBE-A94066CF499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840" y="1289288"/>
            <a:ext cx="3317375" cy="427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6955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4BF398-A951-2B2B-004E-89A95FB1B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Analyse der Datenfluss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5B4D9-2A90-97D4-A06E-DFF997CE81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7026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832A2-71DC-AC0C-3EB3-56EA89442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2CF9F-9E4B-7EB8-265C-EBD600867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Eingangsdaten mathematisch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DD5917-EECA-3834-F92D-4CC90E5A4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W</a:t>
            </a:r>
            <a:r>
              <a:rPr lang="en-US" dirty="0" err="1"/>
              <a:t>ährend</a:t>
            </a:r>
            <a:r>
              <a:rPr lang="en-US" dirty="0"/>
              <a:t> Training:</a:t>
            </a:r>
          </a:p>
          <a:p>
            <a:r>
              <a:rPr lang="de-DE" dirty="0"/>
              <a:t>	</a:t>
            </a:r>
          </a:p>
          <a:p>
            <a:r>
              <a:rPr lang="de-DE" dirty="0"/>
              <a:t>Während Inferenz: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6236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F07D-B2B4-93D1-2057-685FB792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17342A-C6B1-FA02-3F36-4CEEAC4B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Ausgangsdaten mathematisch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514DF6-2131-551D-60C0-B711A5774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0138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E173C8-A862-7773-0177-4B0B347E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Einsatz von YOLO 26 – Pose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E653CC-30B2-BEA6-5C9A-C78534BCB2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076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85FC11-7D54-D1C3-1393-4B81AEA44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Softwaretechnische 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6AFE8-E700-1C36-F96B-E178EBF4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6141397" cy="4105275"/>
          </a:xfrm>
        </p:spPr>
        <p:txBody>
          <a:bodyPr/>
          <a:lstStyle/>
          <a:p>
            <a:r>
              <a:rPr lang="de-DE" dirty="0"/>
              <a:t>Programmiersprache: Python</a:t>
            </a:r>
          </a:p>
          <a:p>
            <a:pPr marL="285750" lvl="1" indent="-285750"/>
            <a:r>
              <a:rPr lang="de-DE" dirty="0"/>
              <a:t>YOLO26 </a:t>
            </a:r>
            <a:r>
              <a:rPr lang="de-DE" dirty="0" err="1"/>
              <a:t>Inference</a:t>
            </a:r>
            <a:r>
              <a:rPr lang="de-DE" dirty="0"/>
              <a:t>:</a:t>
            </a:r>
          </a:p>
          <a:p>
            <a:pPr marL="285750" lvl="1" indent="-285750"/>
            <a:endParaRPr lang="de-DE" dirty="0">
              <a:solidFill>
                <a:srgbClr val="FFC000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lvl="1" indent="-285750"/>
            <a:endParaRPr lang="de-DE" dirty="0">
              <a:solidFill>
                <a:srgbClr val="FFC000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lvl="1" indent="-285750"/>
            <a:endParaRPr lang="de-DE" dirty="0"/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C234208-435C-93B9-08F7-801B7F93B4B4}"/>
              </a:ext>
            </a:extLst>
          </p:cNvPr>
          <p:cNvGrpSpPr/>
          <p:nvPr/>
        </p:nvGrpSpPr>
        <p:grpSpPr>
          <a:xfrm>
            <a:off x="7821037" y="637822"/>
            <a:ext cx="3570053" cy="5577194"/>
            <a:chOff x="7859948" y="1089025"/>
            <a:chExt cx="3570053" cy="5577194"/>
          </a:xfrm>
        </p:grpSpPr>
        <p:sp>
          <p:nvSpPr>
            <p:cNvPr id="5" name="Rechteck: abgerundete Ecken 4">
              <a:extLst>
                <a:ext uri="{FF2B5EF4-FFF2-40B4-BE49-F238E27FC236}">
                  <a16:creationId xmlns:a16="http://schemas.microsoft.com/office/drawing/2014/main" id="{4B9C6B4F-AB28-8918-9B3A-42CFAA074E34}"/>
                </a:ext>
              </a:extLst>
            </p:cNvPr>
            <p:cNvSpPr/>
            <p:nvPr/>
          </p:nvSpPr>
          <p:spPr>
            <a:xfrm>
              <a:off x="7859950" y="1089025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/>
                <a:t>Input </a:t>
              </a:r>
              <a:r>
                <a:rPr lang="de-DE" b="1" dirty="0" err="1"/>
                <a:t>video</a:t>
              </a:r>
              <a:r>
                <a:rPr lang="de-DE" b="1" dirty="0"/>
                <a:t> / </a:t>
              </a:r>
              <a:r>
                <a:rPr lang="de-DE" b="1" dirty="0" err="1"/>
                <a:t>image</a:t>
              </a:r>
              <a:endParaRPr lang="de-DE" b="1" dirty="0"/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588CE2AD-639B-B667-0ABC-711CBA020378}"/>
                </a:ext>
              </a:extLst>
            </p:cNvPr>
            <p:cNvSpPr/>
            <p:nvPr/>
          </p:nvSpPr>
          <p:spPr>
            <a:xfrm>
              <a:off x="7859950" y="2204464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/>
                <a:t>YOLO("yolo26n-pose.pt")</a:t>
              </a:r>
            </a:p>
          </p:txBody>
        </p: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01B84FFD-3A40-1861-33F0-26A0D1982574}"/>
                </a:ext>
              </a:extLst>
            </p:cNvPr>
            <p:cNvSpPr/>
            <p:nvPr/>
          </p:nvSpPr>
          <p:spPr>
            <a:xfrm>
              <a:off x="7859950" y="3319903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 err="1"/>
                <a:t>model.predict</a:t>
              </a:r>
              <a:r>
                <a:rPr lang="de-DE" b="1" dirty="0"/>
                <a:t>(…)</a:t>
              </a:r>
            </a:p>
          </p:txBody>
        </p: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4C542705-A7FE-C5C1-2344-D77D83380918}"/>
                </a:ext>
              </a:extLst>
            </p:cNvPr>
            <p:cNvSpPr/>
            <p:nvPr/>
          </p:nvSpPr>
          <p:spPr>
            <a:xfrm>
              <a:off x="7859949" y="4435342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 err="1"/>
                <a:t>Results</a:t>
              </a:r>
              <a:r>
                <a:rPr lang="de-DE" b="1" dirty="0"/>
                <a:t> </a:t>
              </a:r>
              <a:r>
                <a:rPr lang="de-DE" b="1" dirty="0" err="1"/>
                <a:t>object</a:t>
              </a:r>
              <a:r>
                <a:rPr lang="de-DE" b="1" dirty="0"/>
                <a:t> per frame</a:t>
              </a:r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D67BDF4E-B5E7-A86E-1A61-A8B0D8C39AEE}"/>
                </a:ext>
              </a:extLst>
            </p:cNvPr>
            <p:cNvSpPr/>
            <p:nvPr/>
          </p:nvSpPr>
          <p:spPr>
            <a:xfrm>
              <a:off x="7859948" y="5550780"/>
              <a:ext cx="3570051" cy="1115439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Bounding boxes + class IDs/names + pose </a:t>
              </a:r>
              <a:r>
                <a:rPr lang="en-US" b="1" dirty="0" err="1"/>
                <a:t>keypoints</a:t>
              </a:r>
              <a:r>
                <a:rPr lang="en-US" b="1" dirty="0"/>
                <a:t> + confidence scores</a:t>
              </a:r>
              <a:endParaRPr lang="de-DE" b="1" dirty="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64546CC-574A-F974-C7C8-496C0A6AA589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9644976" y="1736725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689583FD-995A-8932-0F9E-B16AB77B9A4D}"/>
                </a:ext>
              </a:extLst>
            </p:cNvPr>
            <p:cNvCxnSpPr>
              <a:cxnSpLocks/>
            </p:cNvCxnSpPr>
            <p:nvPr/>
          </p:nvCxnSpPr>
          <p:spPr>
            <a:xfrm>
              <a:off x="9644976" y="2852164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98F072E4-410A-4DED-BD60-9552E316F22A}"/>
                </a:ext>
              </a:extLst>
            </p:cNvPr>
            <p:cNvCxnSpPr>
              <a:cxnSpLocks/>
            </p:cNvCxnSpPr>
            <p:nvPr/>
          </p:nvCxnSpPr>
          <p:spPr>
            <a:xfrm>
              <a:off x="9656326" y="3967603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5917BFBE-D15D-F882-FB6F-19C27BB5DA85}"/>
                </a:ext>
              </a:extLst>
            </p:cNvPr>
            <p:cNvCxnSpPr>
              <a:cxnSpLocks/>
            </p:cNvCxnSpPr>
            <p:nvPr/>
          </p:nvCxnSpPr>
          <p:spPr>
            <a:xfrm>
              <a:off x="9656326" y="5083042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Grafik 17">
            <a:extLst>
              <a:ext uri="{FF2B5EF4-FFF2-40B4-BE49-F238E27FC236}">
                <a16:creationId xmlns:a16="http://schemas.microsoft.com/office/drawing/2014/main" id="{A314815B-8DEA-415C-38EC-94929DE2A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64" y="2764445"/>
            <a:ext cx="4496912" cy="323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85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415C-78FC-5C24-4ADA-9F15A072A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A241D1C1-3189-AB71-7795-2AF7881AC6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03133" y="1832588"/>
            <a:ext cx="6523206" cy="2286801"/>
          </a:xfrm>
          <a:prstGeom prst="rect">
            <a:avLst/>
          </a:prstGeom>
        </p:spPr>
      </p:pic>
      <p:sp>
        <p:nvSpPr>
          <p:cNvPr id="7" name="Textfeld 6">
            <a:hlinkClick r:id="rId3"/>
            <a:extLst>
              <a:ext uri="{FF2B5EF4-FFF2-40B4-BE49-F238E27FC236}">
                <a16:creationId xmlns:a16="http://schemas.microsoft.com/office/drawing/2014/main" id="{4E0673AE-1205-EF3A-31C7-98213C09B09A}"/>
              </a:ext>
            </a:extLst>
          </p:cNvPr>
          <p:cNvSpPr txBox="1"/>
          <p:nvPr/>
        </p:nvSpPr>
        <p:spPr>
          <a:xfrm>
            <a:off x="7821020" y="4194657"/>
            <a:ext cx="2436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</a:t>
            </a:r>
            <a:r>
              <a:rPr lang="de-DE" dirty="0" err="1"/>
              <a:t>Ultralytics</a:t>
            </a:r>
            <a:r>
              <a:rPr lang="de-DE" dirty="0"/>
              <a:t> [1]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88B69F-16F8-B2D2-E7AB-10D54034B21D}"/>
              </a:ext>
            </a:extLst>
          </p:cNvPr>
          <p:cNvSpPr txBox="1"/>
          <p:nvPr/>
        </p:nvSpPr>
        <p:spPr>
          <a:xfrm>
            <a:off x="609600" y="2423267"/>
            <a:ext cx="6822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Klassische YOLO-Pipeline:</a:t>
            </a:r>
          </a:p>
          <a:p>
            <a:endParaRPr lang="de-DE" dirty="0"/>
          </a:p>
          <a:p>
            <a:r>
              <a:rPr lang="de-DE" dirty="0"/>
              <a:t>Raw </a:t>
            </a:r>
            <a:r>
              <a:rPr lang="de-DE" dirty="0" err="1"/>
              <a:t>predictions</a:t>
            </a:r>
            <a:r>
              <a:rPr lang="de-DE" dirty="0"/>
              <a:t> → NMS → final </a:t>
            </a:r>
            <a:r>
              <a:rPr lang="de-DE" dirty="0" err="1"/>
              <a:t>detections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YOLO26-Pipeline:</a:t>
            </a:r>
          </a:p>
          <a:p>
            <a:endParaRPr lang="de-DE" dirty="0"/>
          </a:p>
          <a:p>
            <a:r>
              <a:rPr lang="de-DE" dirty="0"/>
              <a:t>Raw </a:t>
            </a:r>
            <a:r>
              <a:rPr lang="de-DE" dirty="0" err="1"/>
              <a:t>predictions</a:t>
            </a:r>
            <a:r>
              <a:rPr lang="de-DE" dirty="0"/>
              <a:t> → end-</a:t>
            </a:r>
            <a:r>
              <a:rPr lang="de-DE" dirty="0" err="1"/>
              <a:t>to</a:t>
            </a:r>
            <a:r>
              <a:rPr lang="de-DE" dirty="0"/>
              <a:t>-end </a:t>
            </a:r>
            <a:r>
              <a:rPr lang="de-DE" dirty="0" err="1"/>
              <a:t>predictor</a:t>
            </a:r>
            <a:r>
              <a:rPr lang="de-DE" dirty="0"/>
              <a:t> → final </a:t>
            </a:r>
            <a:r>
              <a:rPr lang="de-DE" dirty="0" err="1"/>
              <a:t>detections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5095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ED4DE-BDED-FC75-8E0D-C01891D61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3F380-0729-253C-F88F-D621A538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D96F9A-6B61-0B70-5F1A-A65D58A17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76362"/>
            <a:ext cx="10972801" cy="4105275"/>
          </a:xfrm>
        </p:spPr>
        <p:txBody>
          <a:bodyPr/>
          <a:lstStyle/>
          <a:p>
            <a:r>
              <a:rPr lang="de-DE" dirty="0"/>
              <a:t>Definition: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Entfernt stark überlappende </a:t>
            </a:r>
            <a:r>
              <a:rPr lang="de-DE" dirty="0" err="1"/>
              <a:t>Bounding</a:t>
            </a:r>
            <a:r>
              <a:rPr lang="de-DE" dirty="0"/>
              <a:t> Boxes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Behalte Box mit höchster Confidence, entferne Boxen mit hoher </a:t>
            </a:r>
            <a:r>
              <a:rPr lang="de-DE" dirty="0" err="1"/>
              <a:t>IoU</a:t>
            </a:r>
            <a:r>
              <a:rPr lang="de-DE" dirty="0"/>
              <a:t>-Überlappung</a:t>
            </a:r>
          </a:p>
          <a:p>
            <a:r>
              <a:rPr lang="de-DE" dirty="0"/>
              <a:t>Vorteil: </a:t>
            </a:r>
          </a:p>
          <a:p>
            <a:r>
              <a:rPr lang="de-DE" dirty="0"/>
              <a:t>	✅Weniger doppelte Detektionen, klare finale Ausgabe</a:t>
            </a:r>
          </a:p>
          <a:p>
            <a:r>
              <a:rPr lang="de-DE" dirty="0"/>
              <a:t>Nachteil:</a:t>
            </a:r>
          </a:p>
          <a:p>
            <a:r>
              <a:rPr lang="de-DE" dirty="0"/>
              <a:t>	❌Zusätzliche Latenz</a:t>
            </a:r>
          </a:p>
          <a:p>
            <a:r>
              <a:rPr lang="de-DE" dirty="0"/>
              <a:t>	❌</a:t>
            </a:r>
            <a:r>
              <a:rPr lang="de-DE" dirty="0" err="1"/>
              <a:t>IoU</a:t>
            </a:r>
            <a:r>
              <a:rPr lang="de-DE" dirty="0"/>
              <a:t>-Schwelle muss manuell gewählt werden</a:t>
            </a:r>
          </a:p>
          <a:p>
            <a:r>
              <a:rPr lang="de-DE" dirty="0"/>
              <a:t>	❌schwieriger für Edge/Export</a:t>
            </a:r>
          </a:p>
          <a:p>
            <a:endParaRPr lang="de-DE" dirty="0"/>
          </a:p>
          <a:p>
            <a:endParaRPr lang="de-DE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5B95A1A-DF5A-0193-3501-526E8F965C6D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4886231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3744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14D2D546-97B3-133E-FFCE-7B6E6008AE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178557"/>
              </p:ext>
            </p:extLst>
          </p:nvPr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102769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73338"/>
                  </a:ext>
                </a:extLst>
              </a:tr>
            </a:tbl>
          </a:graphicData>
        </a:graphic>
      </p:graphicFrame>
      <p:pic>
        <p:nvPicPr>
          <p:cNvPr id="12" name="Grafik 11">
            <a:extLst>
              <a:ext uri="{FF2B5EF4-FFF2-40B4-BE49-F238E27FC236}">
                <a16:creationId xmlns:a16="http://schemas.microsoft.com/office/drawing/2014/main" id="{AE27126A-677C-CFCC-0839-8AB301D3C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234" y="3020438"/>
            <a:ext cx="3713736" cy="2738758"/>
          </a:xfrm>
          <a:prstGeom prst="rect">
            <a:avLst/>
          </a:prstGeom>
        </p:spPr>
      </p:pic>
      <p:sp>
        <p:nvSpPr>
          <p:cNvPr id="13" name="Textfeld 12">
            <a:hlinkClick r:id="rId3"/>
            <a:extLst>
              <a:ext uri="{FF2B5EF4-FFF2-40B4-BE49-F238E27FC236}">
                <a16:creationId xmlns:a16="http://schemas.microsoft.com/office/drawing/2014/main" id="{7C5B3E29-E3CB-273B-83DF-5897AEC44ADB}"/>
              </a:ext>
            </a:extLst>
          </p:cNvPr>
          <p:cNvSpPr txBox="1"/>
          <p:nvPr/>
        </p:nvSpPr>
        <p:spPr>
          <a:xfrm>
            <a:off x="8624539" y="5907111"/>
            <a:ext cx="2957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</a:t>
            </a:r>
            <a:r>
              <a:rPr lang="de-DE" dirty="0" err="1"/>
              <a:t>pyimagesearch</a:t>
            </a:r>
            <a:r>
              <a:rPr lang="de-DE" dirty="0"/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129731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CAEC1-E6EC-DE90-3E3C-C80F3FB5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034DC-ADFE-A583-9ADB-1559D6CC8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B89B1D-F63A-31EE-0D96-905AF2329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663430"/>
            <a:ext cx="10972801" cy="3818207"/>
          </a:xfrm>
        </p:spPr>
        <p:txBody>
          <a:bodyPr/>
          <a:lstStyle/>
          <a:p>
            <a:r>
              <a:rPr lang="de-DE" dirty="0"/>
              <a:t>Warum bleibt YOLO26 trotz weniger Nachbearbeitung stabil?</a:t>
            </a:r>
          </a:p>
          <a:p>
            <a:endParaRPr lang="de-DE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0FB0A9B-EDB3-B781-19EC-1EA9AAB0ECD7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4886231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3744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2B1D5E1D-D17F-0CBD-03E1-40DFA5F9DD7F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102769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73338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40030FE2-6D9E-77C8-FA72-8D882331C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618817"/>
              </p:ext>
            </p:extLst>
          </p:nvPr>
        </p:nvGraphicFramePr>
        <p:xfrm>
          <a:off x="609600" y="2340451"/>
          <a:ext cx="10972800" cy="3474720"/>
        </p:xfrm>
        <a:graphic>
          <a:graphicData uri="http://schemas.openxmlformats.org/drawingml/2006/table">
            <a:tbl>
              <a:tblPr/>
              <a:tblGrid>
                <a:gridCol w="3019929">
                  <a:extLst>
                    <a:ext uri="{9D8B030D-6E8A-4147-A177-3AD203B41FA5}">
                      <a16:colId xmlns:a16="http://schemas.microsoft.com/office/drawing/2014/main" val="3959315303"/>
                    </a:ext>
                  </a:extLst>
                </a:gridCol>
                <a:gridCol w="3019929">
                  <a:extLst>
                    <a:ext uri="{9D8B030D-6E8A-4147-A177-3AD203B41FA5}">
                      <a16:colId xmlns:a16="http://schemas.microsoft.com/office/drawing/2014/main" val="1848340204"/>
                    </a:ext>
                  </a:extLst>
                </a:gridCol>
                <a:gridCol w="4932942">
                  <a:extLst>
                    <a:ext uri="{9D8B030D-6E8A-4147-A177-3AD203B41FA5}">
                      <a16:colId xmlns:a16="http://schemas.microsoft.com/office/drawing/2014/main" val="23920912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Methode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Rolle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Bedeutung der Nachbearbeitung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432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/>
                        <a:t>DFL </a:t>
                      </a:r>
                      <a:r>
                        <a:rPr lang="de-DE" b="1" dirty="0" err="1"/>
                        <a:t>Removal</a:t>
                      </a:r>
                      <a:endParaRPr lang="de-DE" dirty="0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Vereinfachte Bounding-Box-Regression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einfachere Ausgaben, bessere Exportfähigkeit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5593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ProgLoss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Stabilere Gewichtung der Loss-Komponenten im Training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hilft, Genauigkeit trotz vereinfachter Pipeline zu halten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291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STAL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Bessere Zuordnung kleiner/verdeckter Objekte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verbessert Erkennung schwieriger Objekte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956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MuSGD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Stabilere und schnellere Konvergenz beim Training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stabileres Training, keine </a:t>
                      </a:r>
                      <a:r>
                        <a:rPr lang="de-DE" dirty="0" err="1"/>
                        <a:t>Runtime</a:t>
                      </a:r>
                      <a:r>
                        <a:rPr lang="de-DE" dirty="0"/>
                        <a:t>-Nachbearbeitung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267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258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17C24-6574-BAAE-265D-ACF60DF48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– Results object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8AC0E1F-78E5-A058-6F9A-8805178D2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" y="2081212"/>
            <a:ext cx="5013169" cy="208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013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7B0969-53CF-A02D-2047-4E5FD980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Referenz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721222-9A76-F9FE-41FD-9BE6165781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1166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08D8AD-2C47-D557-2BBF-D86D9E0D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632299"/>
            <a:ext cx="10972801" cy="5209702"/>
          </a:xfrm>
        </p:spPr>
        <p:txBody>
          <a:bodyPr/>
          <a:lstStyle/>
          <a:p>
            <a:r>
              <a:rPr lang="de-DE" dirty="0"/>
              <a:t>[1] </a:t>
            </a:r>
            <a:r>
              <a:rPr lang="en-US" dirty="0"/>
              <a:t>The impact of </a:t>
            </a:r>
            <a:r>
              <a:rPr lang="en-US" dirty="0" err="1"/>
              <a:t>Ultralytics</a:t>
            </a:r>
            <a:r>
              <a:rPr lang="en-US" dirty="0"/>
              <a:t> YOLO26’s faster, edge-first design. Abirami Vina. January 16, 2026. </a:t>
            </a:r>
            <a:r>
              <a:rPr lang="de-DE" dirty="0"/>
              <a:t>URL: </a:t>
            </a:r>
            <a:r>
              <a:rPr lang="de-DE" dirty="0">
                <a:hlinkClick r:id="rId2"/>
              </a:rPr>
              <a:t>https://www.ultralytics.com/blog/the-impact-of-ultralytics-yolo26s-faster-edge-first-design</a:t>
            </a:r>
            <a:endParaRPr lang="de-DE" dirty="0"/>
          </a:p>
          <a:p>
            <a:r>
              <a:rPr lang="de-DE" dirty="0"/>
              <a:t>[2] </a:t>
            </a:r>
            <a:r>
              <a:rPr lang="en-US" dirty="0"/>
              <a:t>Intersection over Union (</a:t>
            </a:r>
            <a:r>
              <a:rPr lang="en-US" dirty="0" err="1"/>
              <a:t>IoU</a:t>
            </a:r>
            <a:r>
              <a:rPr lang="en-US" dirty="0"/>
              <a:t>) for object detection. Adrian Rosebrock on November 7, 2016. </a:t>
            </a:r>
            <a:r>
              <a:rPr lang="de-DE" dirty="0"/>
              <a:t>URL: </a:t>
            </a:r>
            <a:r>
              <a:rPr lang="de-DE" dirty="0">
                <a:hlinkClick r:id="rId3"/>
              </a:rPr>
              <a:t>https://pyimagesearch.com/2016/11/07/intersection-over-union-iou-for-object-detection/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753303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Zwischenseiten mit Shape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hne Fusszeile - Bilder randabfallend">
  <a:themeElements>
    <a:clrScheme name="TUD-2025__Test_GRK2250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BC1589"/>
      </a:accent4>
      <a:accent5>
        <a:srgbClr val="C85000"/>
      </a:accent5>
      <a:accent6>
        <a:srgbClr val="007D4B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</Words>
  <Application>Microsoft Office PowerPoint</Application>
  <PresentationFormat>Breitbild</PresentationFormat>
  <Paragraphs>74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16</vt:i4>
      </vt:variant>
    </vt:vector>
  </HeadingPairs>
  <TitlesOfParts>
    <vt:vector size="29" baseType="lpstr">
      <vt:lpstr>Arial</vt:lpstr>
      <vt:lpstr>Calibri</vt:lpstr>
      <vt:lpstr>Courier New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Zwischenseiten mit Shape</vt:lpstr>
      <vt:lpstr>ohne Fusszeile - Bilder randabfallend</vt:lpstr>
      <vt:lpstr>OSAT-Hinweise</vt:lpstr>
      <vt:lpstr>YOLO26: Bestimmung von Objekt-Posen in Bildern</vt:lpstr>
      <vt:lpstr>Motivation - 1. Welche Teilaufgabe in der Navigation mobiler Roboter wird gelöst?</vt:lpstr>
      <vt:lpstr>Use Cases</vt:lpstr>
      <vt:lpstr>Use Cases</vt:lpstr>
      <vt:lpstr>Analyse der Datenfluss</vt:lpstr>
      <vt:lpstr>Eingangsdaten mathematisch</vt:lpstr>
      <vt:lpstr>Ausgangsdaten mathematisch</vt:lpstr>
      <vt:lpstr>Einsatz von YOLO 26 – Pose estimation</vt:lpstr>
      <vt:lpstr>Softwaretechnische Umsetzung</vt:lpstr>
      <vt:lpstr>Softwaretechnische Nachbearbeitung - NMS-free Inference</vt:lpstr>
      <vt:lpstr>Softwaretechnische Nachbearbeitung - NMS-free Inference</vt:lpstr>
      <vt:lpstr>Softwaretechnische Nachbearbeitung - NMS-free Inference</vt:lpstr>
      <vt:lpstr>Softwaretechnische Nachbearbeitung – Results object</vt:lpstr>
      <vt:lpstr>Referenz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250805_TUD-Präsentationsvorlage</dc:title>
  <dc:creator>Corporate Design</dc:creator>
  <cp:lastModifiedBy>Duc Hai Nguyen</cp:lastModifiedBy>
  <cp:revision>152</cp:revision>
  <dcterms:created xsi:type="dcterms:W3CDTF">2025-06-02T21:07:03Z</dcterms:created>
  <dcterms:modified xsi:type="dcterms:W3CDTF">2026-05-18T15:03:06Z</dcterms:modified>
</cp:coreProperties>
</file>