
<file path=[Content_Types].xml><?xml version="1.0" encoding="utf-8"?>
<Types xmlns="http://schemas.openxmlformats.org/package/2006/content-types">
  <Default Extension="gif" ContentType="image/gif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theme/theme2.xml" ContentType="application/vnd.openxmlformats-officedocument.theme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741" r:id="rId2"/>
    <p:sldMasterId id="2147483711" r:id="rId3"/>
  </p:sldMasterIdLst>
  <p:notesMasterIdLst>
    <p:notesMasterId r:id="rId25"/>
  </p:notesMasterIdLst>
  <p:handoutMasterIdLst>
    <p:handoutMasterId r:id="rId26"/>
  </p:handoutMasterIdLst>
  <p:sldIdLst>
    <p:sldId id="287" r:id="rId4"/>
    <p:sldId id="256" r:id="rId5"/>
    <p:sldId id="296" r:id="rId6"/>
    <p:sldId id="312" r:id="rId7"/>
    <p:sldId id="300" r:id="rId8"/>
    <p:sldId id="302" r:id="rId9"/>
    <p:sldId id="288" r:id="rId10"/>
    <p:sldId id="298" r:id="rId11"/>
    <p:sldId id="308" r:id="rId12"/>
    <p:sldId id="297" r:id="rId13"/>
    <p:sldId id="311" r:id="rId14"/>
    <p:sldId id="310" r:id="rId15"/>
    <p:sldId id="309" r:id="rId16"/>
    <p:sldId id="291" r:id="rId17"/>
    <p:sldId id="290" r:id="rId18"/>
    <p:sldId id="301" r:id="rId19"/>
    <p:sldId id="303" r:id="rId20"/>
    <p:sldId id="305" r:id="rId21"/>
    <p:sldId id="306" r:id="rId22"/>
    <p:sldId id="292" r:id="rId23"/>
    <p:sldId id="304" r:id="rId24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00008C"/>
    <a:srgbClr val="323F4B"/>
    <a:srgbClr val="000000"/>
    <a:srgbClr val="00005A"/>
    <a:srgbClr val="97C6FF"/>
    <a:srgbClr val="C8C8FF"/>
    <a:srgbClr val="FFB9FF"/>
    <a:srgbClr val="FFAAA5"/>
    <a:srgbClr val="FFBE7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3D346F6-2D28-475D-A747-C9B424C68E9B}" v="54" dt="2026-05-18T15:02:07.08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5137" autoAdjust="0"/>
  </p:normalViewPr>
  <p:slideViewPr>
    <p:cSldViewPr snapToGrid="0" showGuides="1">
      <p:cViewPr varScale="1">
        <p:scale>
          <a:sx n="81" d="100"/>
          <a:sy n="81" d="100"/>
        </p:scale>
        <p:origin x="754" y="62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18403"/>
    </p:cViewPr>
  </p:outlineViewPr>
  <p:notesTextViewPr>
    <p:cViewPr>
      <p:scale>
        <a:sx n="1" d="1"/>
        <a:sy n="1" d="1"/>
      </p:scale>
      <p:origin x="0" y="0"/>
    </p:cViewPr>
  </p:notesTextViewPr>
  <p:gridSpacing cx="36004" cy="36004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handoutMaster" Target="handoutMasters/handoutMaster1.xml"/><Relationship Id="rId3" Type="http://schemas.openxmlformats.org/officeDocument/2006/relationships/slideMaster" Target="slideMasters/slideMaster3.xml"/><Relationship Id="rId21" Type="http://schemas.openxmlformats.org/officeDocument/2006/relationships/slide" Target="slides/slide18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notesMaster" Target="notesMasters/notesMaster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0" Type="http://schemas.openxmlformats.org/officeDocument/2006/relationships/slide" Target="slides/slide17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viewProps" Target="viewProps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31" Type="http://schemas.microsoft.com/office/2015/10/relationships/revisionInfo" Target="revisionInfo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084260DF-C685-4FF6-A43E-7F93FB3E641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378901AA-A65C-4D7D-B03E-B88B42C819D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5B67984-F0B9-4D31-A8F6-8AF021B9C2EF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D3CA3E7-8995-4D33-854F-35DAE52EA91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de-DE"/>
              <a:t>OSAT SS2026 • YOLO26: Bestimmung von Objekt-Posen in Bildern • Seite &lt;Nr.&gt;</a:t>
            </a:r>
            <a:endParaRPr lang="en-US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31351F65-D033-4BD6-A4AB-E115D806FBE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32D436-8D5A-47CC-AED7-9827D8D39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2842263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85960CC-0992-4111-87D3-C02B03B2EA6C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de-DE"/>
              <a:t>OSAT SS2026 • YOLO26: Bestimmung von Objekt-Posen in Bildern • Seite &lt;Nr.&gt;</a:t>
            </a:r>
            <a:endParaRPr lang="en-US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7EEB764-55E2-4077-8C7A-EB9EFE7145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1633653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2.svg"/><Relationship Id="rId4" Type="http://schemas.openxmlformats.org/officeDocument/2006/relationships/image" Target="../media/image1.png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2.svg"/><Relationship Id="rId4" Type="http://schemas.openxmlformats.org/officeDocument/2006/relationships/image" Target="../media/image1.png"/></Relationships>
</file>

<file path=ppt/slideLayouts/_rels/slideLayout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2.svg"/><Relationship Id="rId4" Type="http://schemas.openxmlformats.org/officeDocument/2006/relationships/image" Target="../media/image1.png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2.svg"/><Relationship Id="rId4" Type="http://schemas.openxmlformats.org/officeDocument/2006/relationships/image" Target="../media/image1.png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svg"/><Relationship Id="rId2" Type="http://schemas.openxmlformats.org/officeDocument/2006/relationships/image" Target="../media/image22.png"/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svg"/><Relationship Id="rId2" Type="http://schemas.openxmlformats.org/officeDocument/2006/relationships/image" Target="../media/image24.pn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svg"/><Relationship Id="rId2" Type="http://schemas.openxmlformats.org/officeDocument/2006/relationships/image" Target="../media/image26.pn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28.svg"/><Relationship Id="rId4" Type="http://schemas.openxmlformats.org/officeDocument/2006/relationships/image" Target="../media/image3.png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_Bla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76E57C58-43E6-4DA0-BC7D-0DB0606AB5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87645A5-8081-48C3-B5F8-643B270F4F3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9600" y="3429000"/>
            <a:ext cx="10972800" cy="2196296"/>
          </a:xfrm>
          <a:prstGeom prst="rect">
            <a:avLst/>
          </a:prstGeom>
        </p:spPr>
        <p:txBody>
          <a:bodyPr anchor="t"/>
          <a:lstStyle>
            <a:lvl1pPr algn="l">
              <a:defRPr sz="44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47AE3C1A-CB2F-4CD1-90ED-300793FB0CA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600" y="1736725"/>
            <a:ext cx="10972800" cy="1404937"/>
          </a:xfrm>
        </p:spPr>
        <p:txBody>
          <a:bodyPr anchor="b"/>
          <a:lstStyle>
            <a:lvl1pPr marL="0" indent="0" algn="l">
              <a:buNone/>
              <a:defRPr sz="2000" b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Master-Untertitelformat bearbeiten</a:t>
            </a:r>
          </a:p>
        </p:txBody>
      </p:sp>
      <p:sp>
        <p:nvSpPr>
          <p:cNvPr id="14" name="Untertitel 2">
            <a:extLst>
              <a:ext uri="{FF2B5EF4-FFF2-40B4-BE49-F238E27FC236}">
                <a16:creationId xmlns:a16="http://schemas.microsoft.com/office/drawing/2014/main" id="{900D5406-B789-4FDC-AF8E-BA50BEF4269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 txBox="1">
            <a:spLocks/>
          </p:cNvSpPr>
          <p:nvPr userDrawn="1"/>
        </p:nvSpPr>
        <p:spPr>
          <a:xfrm>
            <a:off x="597543" y="6057900"/>
            <a:ext cx="10984857" cy="395287"/>
          </a:xfrm>
          <a:prstGeom prst="rect">
            <a:avLst/>
          </a:prstGeom>
        </p:spPr>
        <p:txBody>
          <a:bodyPr vert="horz" wrap="none" lIns="0" tIns="252000" rIns="0" bIns="0" rtlCol="0" anchor="t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spcAft>
                <a:spcPts val="600"/>
              </a:spcAft>
              <a:buFont typeface="Arial" panose="020B0604020202020204" pitchFamily="34" charset="0"/>
              <a:buNone/>
              <a:defRPr sz="2000" b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200" dirty="0"/>
              <a:t>Dresden, // ??.??.2026</a:t>
            </a:r>
          </a:p>
        </p:txBody>
      </p:sp>
      <p:pic>
        <p:nvPicPr>
          <p:cNvPr id="9" name="Grafik 8" descr="Logo der TUD: einfarbig blau, Bildelement (punktsymetrische Anordnung zweier gleicher flächiger Winkelelemente) rechts daneben dreizeiliger Text: Technische Universität Dresden">
            <a:extLst>
              <a:ext uri="{FF2B5EF4-FFF2-40B4-BE49-F238E27FC236}">
                <a16:creationId xmlns:a16="http://schemas.microsoft.com/office/drawing/2014/main" id="{CB286486-4081-46A3-8FB1-838C770D442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1" y="404813"/>
            <a:ext cx="1981199" cy="660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61563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_wei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76E57C58-43E6-4DA0-BC7D-0DB0606AB5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Titel 1">
            <a:extLst>
              <a:ext uri="{FF2B5EF4-FFF2-40B4-BE49-F238E27FC236}">
                <a16:creationId xmlns:a16="http://schemas.microsoft.com/office/drawing/2014/main" id="{B33AC041-1A6E-42F5-81A2-02C98A0F27C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9600" y="3429000"/>
            <a:ext cx="10972800" cy="2196296"/>
          </a:xfrm>
          <a:prstGeom prst="rect">
            <a:avLst/>
          </a:prstGeom>
        </p:spPr>
        <p:txBody>
          <a:bodyPr anchor="t"/>
          <a:lstStyle>
            <a:lvl1pPr algn="l">
              <a:defRPr sz="4400">
                <a:solidFill>
                  <a:schemeClr val="accent1"/>
                </a:solidFill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13" name="Untertitel 2">
            <a:extLst>
              <a:ext uri="{FF2B5EF4-FFF2-40B4-BE49-F238E27FC236}">
                <a16:creationId xmlns:a16="http://schemas.microsoft.com/office/drawing/2014/main" id="{DA15133A-699F-4D35-8F40-4E67A2D2CB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600" y="1736725"/>
            <a:ext cx="10972800" cy="1404937"/>
          </a:xfrm>
        </p:spPr>
        <p:txBody>
          <a:bodyPr anchor="b"/>
          <a:lstStyle>
            <a:lvl1pPr marL="0" indent="0" algn="l">
              <a:buNone/>
              <a:defRPr sz="2000" b="0">
                <a:solidFill>
                  <a:schemeClr val="accent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Master-Untertitelformat bearbeiten</a:t>
            </a:r>
          </a:p>
        </p:txBody>
      </p:sp>
      <p:sp>
        <p:nvSpPr>
          <p:cNvPr id="8" name="Untertitel 2">
            <a:extLst>
              <a:ext uri="{FF2B5EF4-FFF2-40B4-BE49-F238E27FC236}">
                <a16:creationId xmlns:a16="http://schemas.microsoft.com/office/drawing/2014/main" id="{67F0855C-B0D9-41CD-97A7-F4E38BC217F7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 txBox="1">
            <a:spLocks/>
          </p:cNvSpPr>
          <p:nvPr userDrawn="1"/>
        </p:nvSpPr>
        <p:spPr>
          <a:xfrm>
            <a:off x="597543" y="6057900"/>
            <a:ext cx="10984857" cy="395287"/>
          </a:xfrm>
          <a:prstGeom prst="rect">
            <a:avLst/>
          </a:prstGeom>
        </p:spPr>
        <p:txBody>
          <a:bodyPr vert="horz" wrap="none" lIns="0" tIns="252000" rIns="0" bIns="0" rtlCol="0" anchor="t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spcAft>
                <a:spcPts val="600"/>
              </a:spcAft>
              <a:buFont typeface="Arial" panose="020B0604020202020204" pitchFamily="34" charset="0"/>
              <a:buNone/>
              <a:defRPr sz="2000" b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200" dirty="0">
                <a:solidFill>
                  <a:srgbClr val="00008C"/>
                </a:solidFill>
              </a:rPr>
              <a:t>Master-Untertitelformat bearbeiten</a:t>
            </a:r>
          </a:p>
        </p:txBody>
      </p:sp>
      <p:pic>
        <p:nvPicPr>
          <p:cNvPr id="9" name="Grafik 8" descr="Logo der TUD: einfarbig blau, Bildelement (punktsymetrische Anordnung zweier gleicher flächiger Winkelelemente) rechts daneben dreizeiliger Text: Technische Universität Dresden">
            <a:extLst>
              <a:ext uri="{FF2B5EF4-FFF2-40B4-BE49-F238E27FC236}">
                <a16:creationId xmlns:a16="http://schemas.microsoft.com/office/drawing/2014/main" id="{CB286486-4081-46A3-8FB1-838C770D442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" y="404811"/>
            <a:ext cx="1980000" cy="6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96932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_Blau-Bla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76E57C58-43E6-4DA0-BC7D-0DB0606AB5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7D9BDB7B-ED04-48F9-A597-5D65D94A30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6200000">
            <a:off x="-5154294" y="-4145914"/>
            <a:ext cx="17099914" cy="17099914"/>
          </a:xfrm>
          <a:prstGeom prst="rect">
            <a:avLst/>
          </a:prstGeom>
        </p:spPr>
      </p:pic>
      <p:sp>
        <p:nvSpPr>
          <p:cNvPr id="10" name="Titel 1">
            <a:extLst>
              <a:ext uri="{FF2B5EF4-FFF2-40B4-BE49-F238E27FC236}">
                <a16:creationId xmlns:a16="http://schemas.microsoft.com/office/drawing/2014/main" id="{1E516721-5786-4D57-87BF-FB724C98CD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9600" y="3429000"/>
            <a:ext cx="10972800" cy="2196296"/>
          </a:xfrm>
          <a:prstGeom prst="rect">
            <a:avLst/>
          </a:prstGeom>
        </p:spPr>
        <p:txBody>
          <a:bodyPr anchor="t"/>
          <a:lstStyle>
            <a:lvl1pPr algn="l">
              <a:defRPr sz="440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11" name="Untertitel 2">
            <a:extLst>
              <a:ext uri="{FF2B5EF4-FFF2-40B4-BE49-F238E27FC236}">
                <a16:creationId xmlns:a16="http://schemas.microsoft.com/office/drawing/2014/main" id="{67F963C2-5833-44AC-B450-8D1C60C751C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600" y="1736725"/>
            <a:ext cx="10972800" cy="1404937"/>
          </a:xfrm>
        </p:spPr>
        <p:txBody>
          <a:bodyPr anchor="b"/>
          <a:lstStyle>
            <a:lvl1pPr marL="0" indent="0" algn="l">
              <a:buNone/>
              <a:defRPr sz="2000" b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Master-Untertitelformat bearbeiten</a:t>
            </a:r>
          </a:p>
        </p:txBody>
      </p:sp>
      <p:sp>
        <p:nvSpPr>
          <p:cNvPr id="8" name="Untertitel 2">
            <a:extLst>
              <a:ext uri="{FF2B5EF4-FFF2-40B4-BE49-F238E27FC236}">
                <a16:creationId xmlns:a16="http://schemas.microsoft.com/office/drawing/2014/main" id="{25C0215D-C2A9-4288-A167-D96DA6BA38FF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 txBox="1">
            <a:spLocks/>
          </p:cNvSpPr>
          <p:nvPr userDrawn="1"/>
        </p:nvSpPr>
        <p:spPr>
          <a:xfrm>
            <a:off x="597543" y="6057900"/>
            <a:ext cx="10984857" cy="395287"/>
          </a:xfrm>
          <a:prstGeom prst="rect">
            <a:avLst/>
          </a:prstGeom>
        </p:spPr>
        <p:txBody>
          <a:bodyPr vert="horz" wrap="none" lIns="0" tIns="252000" rIns="0" bIns="0" rtlCol="0" anchor="t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spcAft>
                <a:spcPts val="600"/>
              </a:spcAft>
              <a:buFont typeface="Arial" panose="020B0604020202020204" pitchFamily="34" charset="0"/>
              <a:buNone/>
              <a:defRPr sz="2000" b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200" dirty="0"/>
              <a:t>Master-Untertitelformat bearbeiten</a:t>
            </a:r>
          </a:p>
        </p:txBody>
      </p:sp>
      <p:pic>
        <p:nvPicPr>
          <p:cNvPr id="9" name="Grafik 8" descr="Logo der TUD: einfarbig blau, Bildelement (punktsymetrische Anordnung zweier gleicher flächiger Winkelelemente) rechts daneben dreizeiliger Text: Technische Universität Dresden">
            <a:extLst>
              <a:ext uri="{FF2B5EF4-FFF2-40B4-BE49-F238E27FC236}">
                <a16:creationId xmlns:a16="http://schemas.microsoft.com/office/drawing/2014/main" id="{CB286486-4081-46A3-8FB1-838C770D442A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600" y="404813"/>
            <a:ext cx="1980000" cy="6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61728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elfolie_Farb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76E57C58-43E6-4DA0-BC7D-0DB0606AB5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1E516721-5786-4D57-87BF-FB724C98CD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9600" y="3429000"/>
            <a:ext cx="10972800" cy="2196296"/>
          </a:xfrm>
          <a:prstGeom prst="rect">
            <a:avLst/>
          </a:prstGeom>
        </p:spPr>
        <p:txBody>
          <a:bodyPr anchor="t"/>
          <a:lstStyle>
            <a:lvl1pPr algn="l">
              <a:defRPr sz="440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11" name="Untertitel 2">
            <a:extLst>
              <a:ext uri="{FF2B5EF4-FFF2-40B4-BE49-F238E27FC236}">
                <a16:creationId xmlns:a16="http://schemas.microsoft.com/office/drawing/2014/main" id="{67F963C2-5833-44AC-B450-8D1C60C751C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600" y="1736725"/>
            <a:ext cx="10972800" cy="1404937"/>
          </a:xfrm>
        </p:spPr>
        <p:txBody>
          <a:bodyPr anchor="b"/>
          <a:lstStyle>
            <a:lvl1pPr marL="0" indent="0" algn="l">
              <a:buNone/>
              <a:defRPr sz="2000" b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Master-Untertitelformat bearbeiten</a:t>
            </a:r>
          </a:p>
        </p:txBody>
      </p:sp>
      <p:sp>
        <p:nvSpPr>
          <p:cNvPr id="8" name="Untertitel 2">
            <a:extLst>
              <a:ext uri="{FF2B5EF4-FFF2-40B4-BE49-F238E27FC236}">
                <a16:creationId xmlns:a16="http://schemas.microsoft.com/office/drawing/2014/main" id="{25C0215D-C2A9-4288-A167-D96DA6BA38FF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 txBox="1">
            <a:spLocks/>
          </p:cNvSpPr>
          <p:nvPr userDrawn="1"/>
        </p:nvSpPr>
        <p:spPr>
          <a:xfrm>
            <a:off x="597543" y="6057900"/>
            <a:ext cx="10984857" cy="395287"/>
          </a:xfrm>
          <a:prstGeom prst="rect">
            <a:avLst/>
          </a:prstGeom>
        </p:spPr>
        <p:txBody>
          <a:bodyPr vert="horz" wrap="none" lIns="0" tIns="252000" rIns="0" bIns="0" rtlCol="0" anchor="t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spcAft>
                <a:spcPts val="600"/>
              </a:spcAft>
              <a:buFont typeface="Arial" panose="020B0604020202020204" pitchFamily="34" charset="0"/>
              <a:buNone/>
              <a:defRPr sz="2000" b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200" dirty="0"/>
              <a:t>Master-Untertitelformat bearbeiten</a:t>
            </a:r>
          </a:p>
        </p:txBody>
      </p:sp>
      <p:pic>
        <p:nvPicPr>
          <p:cNvPr id="9" name="Grafik 8" descr="Logo der TUD: einfarbig blau, Bildelement (punktsymetrische Anordnung zweier gleicher flächiger Winkelelemente) rechts daneben dreizeiliger Text: Technische Universität Dresden">
            <a:extLst>
              <a:ext uri="{FF2B5EF4-FFF2-40B4-BE49-F238E27FC236}">
                <a16:creationId xmlns:a16="http://schemas.microsoft.com/office/drawing/2014/main" id="{CB286486-4081-46A3-8FB1-838C770D442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" y="404813"/>
            <a:ext cx="1980000" cy="6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27606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elfolie_Blau mit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8DD5EDA3-D92A-4B08-8595-D60EA53E8A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" name="Bildplatzhalter 19">
            <a:extLst>
              <a:ext uri="{FF2B5EF4-FFF2-40B4-BE49-F238E27FC236}">
                <a16:creationId xmlns:a16="http://schemas.microsoft.com/office/drawing/2014/main" id="{4455023C-E286-4137-97BF-103515D6434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43400" y="-2729833"/>
            <a:ext cx="8487697" cy="8933116"/>
          </a:xfrm>
          <a:custGeom>
            <a:avLst/>
            <a:gdLst>
              <a:gd name="connsiteX0" fmla="*/ 14132540 w 14132540"/>
              <a:gd name="connsiteY0" fmla="*/ 0 h 14874190"/>
              <a:gd name="connsiteX1" fmla="*/ 14132540 w 14132540"/>
              <a:gd name="connsiteY1" fmla="*/ 8549569 h 14874190"/>
              <a:gd name="connsiteX2" fmla="*/ 7807920 w 14132540"/>
              <a:gd name="connsiteY2" fmla="*/ 14874190 h 14874190"/>
              <a:gd name="connsiteX3" fmla="*/ 1318488 w 14132540"/>
              <a:gd name="connsiteY3" fmla="*/ 14874190 h 14874190"/>
              <a:gd name="connsiteX4" fmla="*/ 0 w 14132540"/>
              <a:gd name="connsiteY4" fmla="*/ 7437096 h 14874190"/>
              <a:gd name="connsiteX5" fmla="*/ 6695444 w 14132540"/>
              <a:gd name="connsiteY5" fmla="*/ 7437096 h 148741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132540" h="14874190">
                <a:moveTo>
                  <a:pt x="14132540" y="0"/>
                </a:moveTo>
                <a:lnTo>
                  <a:pt x="14132540" y="8549569"/>
                </a:lnTo>
                <a:lnTo>
                  <a:pt x="7807920" y="14874190"/>
                </a:lnTo>
                <a:lnTo>
                  <a:pt x="1318488" y="14874190"/>
                </a:lnTo>
                <a:lnTo>
                  <a:pt x="0" y="7437096"/>
                </a:lnTo>
                <a:lnTo>
                  <a:pt x="6695444" y="7437096"/>
                </a:lnTo>
                <a:close/>
              </a:path>
            </a:pathLst>
          </a:custGeom>
          <a:solidFill>
            <a:schemeClr val="bg2">
              <a:lumMod val="95000"/>
            </a:schemeClr>
          </a:solidFill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11" name="Titel 1">
            <a:extLst>
              <a:ext uri="{FF2B5EF4-FFF2-40B4-BE49-F238E27FC236}">
                <a16:creationId xmlns:a16="http://schemas.microsoft.com/office/drawing/2014/main" id="{5660C67F-FED1-4A52-8BB6-681602854C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9600" y="3429000"/>
            <a:ext cx="3733800" cy="2196296"/>
          </a:xfrm>
          <a:prstGeom prst="rect">
            <a:avLst/>
          </a:prstGeom>
        </p:spPr>
        <p:txBody>
          <a:bodyPr anchor="t"/>
          <a:lstStyle>
            <a:lvl1pPr algn="l">
              <a:defRPr sz="440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12" name="Untertitel 2">
            <a:extLst>
              <a:ext uri="{FF2B5EF4-FFF2-40B4-BE49-F238E27FC236}">
                <a16:creationId xmlns:a16="http://schemas.microsoft.com/office/drawing/2014/main" id="{1479E72A-70A9-4EE1-A77B-8E907C4A2D7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600" y="1736725"/>
            <a:ext cx="3733800" cy="1404937"/>
          </a:xfrm>
        </p:spPr>
        <p:txBody>
          <a:bodyPr anchor="b"/>
          <a:lstStyle>
            <a:lvl1pPr marL="0" indent="0" algn="l">
              <a:buNone/>
              <a:defRPr sz="2000" b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Master-Untertitelformat bearbeiten</a:t>
            </a:r>
          </a:p>
        </p:txBody>
      </p:sp>
      <p:sp>
        <p:nvSpPr>
          <p:cNvPr id="13" name="Untertitel 2">
            <a:extLst>
              <a:ext uri="{FF2B5EF4-FFF2-40B4-BE49-F238E27FC236}">
                <a16:creationId xmlns:a16="http://schemas.microsoft.com/office/drawing/2014/main" id="{C549F246-3DE0-4A33-89D1-F3F79D06D45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 txBox="1">
            <a:spLocks/>
          </p:cNvSpPr>
          <p:nvPr userDrawn="1"/>
        </p:nvSpPr>
        <p:spPr>
          <a:xfrm>
            <a:off x="597543" y="6057900"/>
            <a:ext cx="3737903" cy="395287"/>
          </a:xfrm>
          <a:prstGeom prst="rect">
            <a:avLst/>
          </a:prstGeom>
        </p:spPr>
        <p:txBody>
          <a:bodyPr vert="horz" wrap="none" lIns="0" tIns="252000" rIns="0" bIns="0" rtlCol="0" anchor="t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spcAft>
                <a:spcPts val="600"/>
              </a:spcAft>
              <a:buFont typeface="Arial" panose="020B0604020202020204" pitchFamily="34" charset="0"/>
              <a:buNone/>
              <a:defRPr sz="2000" b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200" dirty="0"/>
              <a:t>Master-Untertitelformat bearbeiten</a:t>
            </a:r>
          </a:p>
        </p:txBody>
      </p:sp>
      <p:pic>
        <p:nvPicPr>
          <p:cNvPr id="14" name="Grafik 13" descr="Logo der TUD: einfarbig blau, Bildelement (punktsymetrische Anordnung zweier gleicher flächiger Winkelelemente) rechts daneben dreizeiliger Text: Technische Universität Dresden">
            <a:extLst>
              <a:ext uri="{FF2B5EF4-FFF2-40B4-BE49-F238E27FC236}">
                <a16:creationId xmlns:a16="http://schemas.microsoft.com/office/drawing/2014/main" id="{2ABD550D-91E8-47A8-B795-738A4BCA960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" y="404813"/>
            <a:ext cx="1980000" cy="6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46083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elfolie_Blau mit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8DD5EDA3-D92A-4B08-8595-D60EA53E8A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Titel 1">
            <a:extLst>
              <a:ext uri="{FF2B5EF4-FFF2-40B4-BE49-F238E27FC236}">
                <a16:creationId xmlns:a16="http://schemas.microsoft.com/office/drawing/2014/main" id="{5660C67F-FED1-4A52-8BB6-681602854C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9600" y="3429000"/>
            <a:ext cx="3733800" cy="2196296"/>
          </a:xfrm>
          <a:prstGeom prst="rect">
            <a:avLst/>
          </a:prstGeom>
        </p:spPr>
        <p:txBody>
          <a:bodyPr anchor="t"/>
          <a:lstStyle>
            <a:lvl1pPr algn="l">
              <a:defRPr sz="440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12" name="Untertitel 2">
            <a:extLst>
              <a:ext uri="{FF2B5EF4-FFF2-40B4-BE49-F238E27FC236}">
                <a16:creationId xmlns:a16="http://schemas.microsoft.com/office/drawing/2014/main" id="{1479E72A-70A9-4EE1-A77B-8E907C4A2D7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600" y="1736725"/>
            <a:ext cx="3733800" cy="1404937"/>
          </a:xfrm>
        </p:spPr>
        <p:txBody>
          <a:bodyPr anchor="b"/>
          <a:lstStyle>
            <a:lvl1pPr marL="0" indent="0" algn="l">
              <a:buNone/>
              <a:defRPr sz="2000" b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Master-Untertitelformat bearbeiten</a:t>
            </a:r>
          </a:p>
        </p:txBody>
      </p:sp>
      <p:sp>
        <p:nvSpPr>
          <p:cNvPr id="13" name="Untertitel 2">
            <a:extLst>
              <a:ext uri="{FF2B5EF4-FFF2-40B4-BE49-F238E27FC236}">
                <a16:creationId xmlns:a16="http://schemas.microsoft.com/office/drawing/2014/main" id="{C549F246-3DE0-4A33-89D1-F3F79D06D45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 txBox="1">
            <a:spLocks/>
          </p:cNvSpPr>
          <p:nvPr userDrawn="1"/>
        </p:nvSpPr>
        <p:spPr>
          <a:xfrm>
            <a:off x="597543" y="6057900"/>
            <a:ext cx="3737903" cy="395287"/>
          </a:xfrm>
          <a:prstGeom prst="rect">
            <a:avLst/>
          </a:prstGeom>
        </p:spPr>
        <p:txBody>
          <a:bodyPr vert="horz" wrap="none" lIns="0" tIns="252000" rIns="0" bIns="0" rtlCol="0" anchor="t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spcAft>
                <a:spcPts val="600"/>
              </a:spcAft>
              <a:buFont typeface="Arial" panose="020B0604020202020204" pitchFamily="34" charset="0"/>
              <a:buNone/>
              <a:defRPr sz="2000" b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200" dirty="0"/>
              <a:t>Master-Untertitelformat bearbeiten</a:t>
            </a:r>
          </a:p>
        </p:txBody>
      </p:sp>
      <p:pic>
        <p:nvPicPr>
          <p:cNvPr id="14" name="Grafik 13" descr="Logo der TUD: einfarbig blau, Bildelement (punktsymetrische Anordnung zweier gleicher flächiger Winkelelemente) rechts daneben dreizeiliger Text: Technische Universität Dresden">
            <a:extLst>
              <a:ext uri="{FF2B5EF4-FFF2-40B4-BE49-F238E27FC236}">
                <a16:creationId xmlns:a16="http://schemas.microsoft.com/office/drawing/2014/main" id="{2ABD550D-91E8-47A8-B795-738A4BCA960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" y="404813"/>
            <a:ext cx="1980000" cy="660000"/>
          </a:xfrm>
          <a:prstGeom prst="rect">
            <a:avLst/>
          </a:prstGeom>
        </p:spPr>
      </p:pic>
      <p:sp>
        <p:nvSpPr>
          <p:cNvPr id="18" name="Bildplatzhalter 17">
            <a:extLst>
              <a:ext uri="{FF2B5EF4-FFF2-40B4-BE49-F238E27FC236}">
                <a16:creationId xmlns:a16="http://schemas.microsoft.com/office/drawing/2014/main" id="{BBB40F93-65D6-4149-B050-3391578239F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562475" y="-1"/>
            <a:ext cx="11220449" cy="6867666"/>
          </a:xfrm>
          <a:custGeom>
            <a:avLst/>
            <a:gdLst>
              <a:gd name="connsiteX0" fmla="*/ 0 w 11204656"/>
              <a:gd name="connsiteY0" fmla="*/ 0 h 6858000"/>
              <a:gd name="connsiteX1" fmla="*/ 11204656 w 11204656"/>
              <a:gd name="connsiteY1" fmla="*/ 0 h 6858000"/>
              <a:gd name="connsiteX2" fmla="*/ 11204656 w 11204656"/>
              <a:gd name="connsiteY2" fmla="*/ 6858000 h 6858000"/>
              <a:gd name="connsiteX3" fmla="*/ 1215824 w 11204656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204656" h="6858000">
                <a:moveTo>
                  <a:pt x="0" y="0"/>
                </a:moveTo>
                <a:lnTo>
                  <a:pt x="11204656" y="0"/>
                </a:lnTo>
                <a:lnTo>
                  <a:pt x="11204656" y="6858000"/>
                </a:lnTo>
                <a:lnTo>
                  <a:pt x="1215824" y="6858000"/>
                </a:lnTo>
                <a:close/>
              </a:path>
            </a:pathLst>
          </a:custGeom>
          <a:solidFill>
            <a:schemeClr val="bg2">
              <a:lumMod val="95000"/>
            </a:schemeClr>
          </a:solidFill>
        </p:spPr>
        <p:txBody>
          <a:bodyPr wrap="square">
            <a:no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29797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Layoutvorgab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7AE24BA-B819-4480-B7C5-BEEF871BD6F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404813"/>
            <a:ext cx="10972800" cy="6477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/>
          <a:lstStyle>
            <a:lvl1pPr>
              <a:defRPr/>
            </a:lvl1pPr>
          </a:lstStyle>
          <a:p>
            <a:r>
              <a:rPr lang="de-DE" dirty="0"/>
              <a:t>Titel Schriftgröße 32pt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8EAB754-52DE-483E-9141-006ADE49988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09599" y="1736725"/>
            <a:ext cx="10972801" cy="4105275"/>
          </a:xfrm>
          <a:solidFill>
            <a:schemeClr val="accent2">
              <a:lumMod val="40000"/>
              <a:lumOff val="60000"/>
            </a:schemeClr>
          </a:solidFill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</a:lstStyle>
          <a:p>
            <a:pPr lvl="0"/>
            <a:r>
              <a:rPr lang="de-DE" dirty="0"/>
              <a:t>Mastertextformat Schriftgröße 20pt</a:t>
            </a:r>
            <a:br>
              <a:rPr lang="de-DE" dirty="0"/>
            </a:br>
            <a:r>
              <a:rPr lang="de-DE" dirty="0"/>
              <a:t>(Kann vergrößert werden auf 24pt, Minimum Schriftgröße 16 </a:t>
            </a:r>
            <a:r>
              <a:rPr lang="de-DE" dirty="0" err="1"/>
              <a:t>pt</a:t>
            </a:r>
            <a:r>
              <a:rPr lang="de-DE" dirty="0"/>
              <a:t>)</a:t>
            </a:r>
          </a:p>
          <a:p>
            <a:pPr lvl="1"/>
            <a:r>
              <a:rPr lang="de-DE" dirty="0"/>
              <a:t>Die Schriftgrößen wurde in folgenden Räumen getestet</a:t>
            </a:r>
          </a:p>
          <a:p>
            <a:pPr lvl="2"/>
            <a:r>
              <a:rPr lang="de-DE" dirty="0"/>
              <a:t>HSZ Audimax</a:t>
            </a:r>
          </a:p>
          <a:p>
            <a:pPr lvl="2"/>
            <a:r>
              <a:rPr lang="de-DE" dirty="0"/>
              <a:t>HSZ Hörsaal 3</a:t>
            </a:r>
          </a:p>
          <a:p>
            <a:pPr lvl="2"/>
            <a:r>
              <a:rPr lang="de-DE" dirty="0"/>
              <a:t>HSZ Seminarraum klein</a:t>
            </a:r>
          </a:p>
          <a:p>
            <a:pPr lvl="1"/>
            <a:r>
              <a:rPr lang="de-DE" dirty="0"/>
              <a:t>In allen drei Räumen ist 20 und 24 </a:t>
            </a:r>
            <a:r>
              <a:rPr lang="de-DE" dirty="0" err="1"/>
              <a:t>pt</a:t>
            </a:r>
            <a:r>
              <a:rPr lang="de-DE" dirty="0"/>
              <a:t> gut lesbar. Im </a:t>
            </a:r>
            <a:r>
              <a:rPr lang="de-DE" dirty="0" err="1"/>
              <a:t>Seminaraum</a:t>
            </a:r>
            <a:r>
              <a:rPr lang="de-DE" dirty="0"/>
              <a:t> ist 16 </a:t>
            </a:r>
            <a:r>
              <a:rPr lang="de-DE" dirty="0" err="1"/>
              <a:t>pt</a:t>
            </a:r>
            <a:r>
              <a:rPr lang="de-DE" dirty="0"/>
              <a:t> grenzwertig klein.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86E97365-2970-48C5-8643-B05B104BD1F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 userDrawn="1"/>
        </p:nvSpPr>
        <p:spPr>
          <a:xfrm>
            <a:off x="8075614" y="6057900"/>
            <a:ext cx="3506786" cy="395288"/>
          </a:xfrm>
          <a:prstGeom prst="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BC1589"/>
                </a:solidFill>
              </a:rPr>
              <a:t>Platz für Zweitlogos</a:t>
            </a:r>
            <a:endParaRPr lang="en-US" dirty="0">
              <a:solidFill>
                <a:srgbClr val="BC1589"/>
              </a:solidFill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A471FF40-B767-4E15-B8F5-6DAC252E94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1052513"/>
            <a:ext cx="12192000" cy="684212"/>
          </a:xfrm>
          <a:prstGeom prst="rect">
            <a:avLst/>
          </a:prstGeom>
          <a:solidFill>
            <a:srgbClr val="FFB9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BC1589"/>
                </a:solidFill>
              </a:rPr>
              <a:t>Schutzraum</a:t>
            </a:r>
            <a:endParaRPr lang="en-US" dirty="0">
              <a:solidFill>
                <a:srgbClr val="BC1589"/>
              </a:solidFill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F07D106F-3835-4287-88EB-AAAD315A85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5842000"/>
            <a:ext cx="12192000" cy="215900"/>
          </a:xfrm>
          <a:prstGeom prst="rect">
            <a:avLst/>
          </a:prstGeom>
          <a:solidFill>
            <a:srgbClr val="FFB9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BC1589"/>
                </a:solidFill>
              </a:rPr>
              <a:t>Schutzraum</a:t>
            </a:r>
            <a:endParaRPr lang="en-US" dirty="0">
              <a:solidFill>
                <a:srgbClr val="BC158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963251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7AE24BA-B819-4480-B7C5-BEEF871BD6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04813"/>
            <a:ext cx="10972800" cy="647700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8EAB754-52DE-483E-9141-006ADE4998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599" y="1736725"/>
            <a:ext cx="10972801" cy="4105275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2256329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Inhalte - Text +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3009D3A-1DA9-42E3-BD19-D18DF18C75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04813"/>
            <a:ext cx="5378450" cy="647700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C712EFA-292C-4FDE-8669-ECF55A14AF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736726"/>
            <a:ext cx="5378450" cy="3887788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6" name="Bildplatzhalter 5">
            <a:extLst>
              <a:ext uri="{FF2B5EF4-FFF2-40B4-BE49-F238E27FC236}">
                <a16:creationId xmlns:a16="http://schemas.microsoft.com/office/drawing/2014/main" id="{C2538BF5-19DF-4B5C-80A3-4548339C13B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203951" y="404813"/>
            <a:ext cx="5378450" cy="5219700"/>
          </a:xfrm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endParaRPr lang="de-DE" dirty="0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A0BE6F2D-5EC5-4864-A9A0-FC3ECA391A2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203950" y="5624513"/>
            <a:ext cx="5378449" cy="433387"/>
          </a:xfrm>
        </p:spPr>
        <p:txBody>
          <a:bodyPr anchor="b" anchorCtr="0"/>
          <a:lstStyle>
            <a:lvl1pPr>
              <a:defRPr sz="1200" i="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Bildunterschrift und © Copyright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52380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C712EFA-292C-4FDE-8669-ECF55A14AF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736725"/>
            <a:ext cx="5378450" cy="4105275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C071CA00-13E3-4CD8-95FE-107C69DD6B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03950" y="1736725"/>
            <a:ext cx="5378450" cy="4105275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B05E3CC9-E682-422B-B7B9-2A2A3E013B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18822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2 Inhalte - Text +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C712EFA-292C-4FDE-8669-ECF55A14AF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404814"/>
            <a:ext cx="5378450" cy="2755076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9" name="Bildplatzhalter 5">
            <a:extLst>
              <a:ext uri="{FF2B5EF4-FFF2-40B4-BE49-F238E27FC236}">
                <a16:creationId xmlns:a16="http://schemas.microsoft.com/office/drawing/2014/main" id="{CBECC23C-3AC7-4872-8833-394650436FF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09600" y="3429000"/>
            <a:ext cx="5378450" cy="2195513"/>
          </a:xfrm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endParaRPr lang="de-DE" dirty="0"/>
          </a:p>
        </p:txBody>
      </p:sp>
      <p:sp>
        <p:nvSpPr>
          <p:cNvPr id="10" name="Textplatzhalter 6">
            <a:extLst>
              <a:ext uri="{FF2B5EF4-FFF2-40B4-BE49-F238E27FC236}">
                <a16:creationId xmlns:a16="http://schemas.microsoft.com/office/drawing/2014/main" id="{280716C9-98F3-44C3-A27D-E96BE6D11AE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09601" y="5624513"/>
            <a:ext cx="5378450" cy="433387"/>
          </a:xfrm>
        </p:spPr>
        <p:txBody>
          <a:bodyPr anchor="b" anchorCtr="0"/>
          <a:lstStyle>
            <a:lvl1pPr>
              <a:defRPr sz="1200" i="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Bildunterschrift und © Copyright</a:t>
            </a:r>
            <a:endParaRPr lang="en-US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C071CA00-13E3-4CD8-95FE-107C69DD6B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03950" y="404814"/>
            <a:ext cx="5378449" cy="2755076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8" name="Bildplatzhalter 5">
            <a:extLst>
              <a:ext uri="{FF2B5EF4-FFF2-40B4-BE49-F238E27FC236}">
                <a16:creationId xmlns:a16="http://schemas.microsoft.com/office/drawing/2014/main" id="{FEFC7CA1-8B2C-4227-AB03-708CA25B752E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03950" y="3429000"/>
            <a:ext cx="5378449" cy="2195513"/>
          </a:xfrm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endParaRPr lang="de-DE" dirty="0"/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3CF89BD5-C523-4AD3-9AF6-B6AABF612D1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18520" y="5624513"/>
            <a:ext cx="5363880" cy="433387"/>
          </a:xfrm>
        </p:spPr>
        <p:txBody>
          <a:bodyPr anchor="b" anchorCtr="0"/>
          <a:lstStyle>
            <a:lvl1pPr>
              <a:defRPr sz="1200" i="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Bildunterschrift und © Copyright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28279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3009D3A-1DA9-42E3-BD19-D18DF18C75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04813"/>
            <a:ext cx="10972800" cy="647700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C712EFA-292C-4FDE-8669-ECF55A14AF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736725"/>
            <a:ext cx="3506788" cy="4105275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C071CA00-13E3-4CD8-95FE-107C69DD6B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343399" y="1736725"/>
            <a:ext cx="3516313" cy="4105275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42870569-2112-4A6F-963E-3D12B28F16F4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8075613" y="1736724"/>
            <a:ext cx="3506787" cy="410527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332350665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Inhalte - Text +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C712EFA-292C-4FDE-8669-ECF55A14AF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404814"/>
            <a:ext cx="3506788" cy="2755076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9" name="Bildplatzhalter 5">
            <a:extLst>
              <a:ext uri="{FF2B5EF4-FFF2-40B4-BE49-F238E27FC236}">
                <a16:creationId xmlns:a16="http://schemas.microsoft.com/office/drawing/2014/main" id="{CBECC23C-3AC7-4872-8833-394650436FF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09600" y="3429000"/>
            <a:ext cx="3506788" cy="2195513"/>
          </a:xfrm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endParaRPr lang="de-DE" dirty="0"/>
          </a:p>
        </p:txBody>
      </p:sp>
      <p:sp>
        <p:nvSpPr>
          <p:cNvPr id="10" name="Textplatzhalter 6">
            <a:extLst>
              <a:ext uri="{FF2B5EF4-FFF2-40B4-BE49-F238E27FC236}">
                <a16:creationId xmlns:a16="http://schemas.microsoft.com/office/drawing/2014/main" id="{280716C9-98F3-44C3-A27D-E96BE6D11AE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09601" y="5624513"/>
            <a:ext cx="3506788" cy="433387"/>
          </a:xfrm>
        </p:spPr>
        <p:txBody>
          <a:bodyPr anchor="b" anchorCtr="0"/>
          <a:lstStyle>
            <a:lvl1pPr>
              <a:defRPr sz="1200" i="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Bildunterschrift und © Copyright</a:t>
            </a:r>
            <a:endParaRPr lang="en-US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C071CA00-13E3-4CD8-95FE-107C69DD6B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343399" y="404814"/>
            <a:ext cx="3516313" cy="2755076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8" name="Bildplatzhalter 5">
            <a:extLst>
              <a:ext uri="{FF2B5EF4-FFF2-40B4-BE49-F238E27FC236}">
                <a16:creationId xmlns:a16="http://schemas.microsoft.com/office/drawing/2014/main" id="{FEFC7CA1-8B2C-4227-AB03-708CA25B752E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4343399" y="3429000"/>
            <a:ext cx="3516313" cy="2195513"/>
          </a:xfrm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endParaRPr lang="de-DE" dirty="0"/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3CF89BD5-C523-4AD3-9AF6-B6AABF612D1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352925" y="5624513"/>
            <a:ext cx="3506788" cy="433387"/>
          </a:xfrm>
        </p:spPr>
        <p:txBody>
          <a:bodyPr anchor="b" anchorCtr="0"/>
          <a:lstStyle>
            <a:lvl1pPr>
              <a:defRPr sz="1200" i="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Bildunterschrift und © Copyright</a:t>
            </a:r>
            <a:endParaRPr lang="en-US" dirty="0"/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42870569-2112-4A6F-963E-3D12B28F16F4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8075613" y="404813"/>
            <a:ext cx="3506787" cy="2755076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7" name="Bildplatzhalter 5">
            <a:extLst>
              <a:ext uri="{FF2B5EF4-FFF2-40B4-BE49-F238E27FC236}">
                <a16:creationId xmlns:a16="http://schemas.microsoft.com/office/drawing/2014/main" id="{6FE31676-EF83-4ECE-8009-0FC4D5A71872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8075613" y="3429000"/>
            <a:ext cx="3506787" cy="2195513"/>
          </a:xfrm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endParaRPr lang="de-DE" dirty="0"/>
          </a:p>
        </p:txBody>
      </p:sp>
      <p:sp>
        <p:nvSpPr>
          <p:cNvPr id="12" name="Textplatzhalter 6">
            <a:extLst>
              <a:ext uri="{FF2B5EF4-FFF2-40B4-BE49-F238E27FC236}">
                <a16:creationId xmlns:a16="http://schemas.microsoft.com/office/drawing/2014/main" id="{A4BDBAA4-F784-4AF6-8050-D275CB31D15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075612" y="5624513"/>
            <a:ext cx="3506788" cy="433387"/>
          </a:xfrm>
        </p:spPr>
        <p:txBody>
          <a:bodyPr anchor="b" anchorCtr="0"/>
          <a:lstStyle>
            <a:lvl1pPr>
              <a:defRPr sz="1200" i="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Bildunterschrift und © Copyright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8603245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3009D3A-1DA9-42E3-BD19-D18DF18C75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04814"/>
            <a:ext cx="10972800" cy="647700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C712EFA-292C-4FDE-8669-ECF55A14AF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9" y="1736725"/>
            <a:ext cx="2606675" cy="4105275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C071CA00-13E3-4CD8-95FE-107C69DD6B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395663" y="1736725"/>
            <a:ext cx="2592387" cy="4105275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42870569-2112-4A6F-963E-3D12B28F16F4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03950" y="1736724"/>
            <a:ext cx="2592388" cy="4105275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F6651BA5-A3F0-4102-8AB5-302B2F2EFD20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8975725" y="1736724"/>
            <a:ext cx="2606675" cy="410527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39571827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Inhalte - Text +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C712EFA-292C-4FDE-8669-ECF55A14AF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9" y="404813"/>
            <a:ext cx="2606675" cy="2736850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0" name="Bildplatzhalter 5">
            <a:extLst>
              <a:ext uri="{FF2B5EF4-FFF2-40B4-BE49-F238E27FC236}">
                <a16:creationId xmlns:a16="http://schemas.microsoft.com/office/drawing/2014/main" id="{6F1AB9C3-872C-41DD-AAFB-12824DBEE819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09599" y="3429000"/>
            <a:ext cx="2606675" cy="2195514"/>
          </a:xfrm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endParaRPr lang="de-DE" dirty="0"/>
          </a:p>
        </p:txBody>
      </p:sp>
      <p:sp>
        <p:nvSpPr>
          <p:cNvPr id="12" name="Textplatzhalter 6">
            <a:extLst>
              <a:ext uri="{FF2B5EF4-FFF2-40B4-BE49-F238E27FC236}">
                <a16:creationId xmlns:a16="http://schemas.microsoft.com/office/drawing/2014/main" id="{E9E05B2F-0577-47C9-8146-C4868416C57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09601" y="5624513"/>
            <a:ext cx="2606674" cy="433387"/>
          </a:xfrm>
        </p:spPr>
        <p:txBody>
          <a:bodyPr anchor="b" anchorCtr="0"/>
          <a:lstStyle>
            <a:lvl1pPr>
              <a:defRPr sz="1200" i="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Bildunterschrift und © Copyright</a:t>
            </a:r>
            <a:endParaRPr lang="en-US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C071CA00-13E3-4CD8-95FE-107C69DD6B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395663" y="404813"/>
            <a:ext cx="2592387" cy="2736850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9" name="Bildplatzhalter 5">
            <a:extLst>
              <a:ext uri="{FF2B5EF4-FFF2-40B4-BE49-F238E27FC236}">
                <a16:creationId xmlns:a16="http://schemas.microsoft.com/office/drawing/2014/main" id="{9EF6DC9D-F43A-4B05-BC55-F3417C310F5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395663" y="3429000"/>
            <a:ext cx="2592387" cy="2195514"/>
          </a:xfrm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endParaRPr lang="de-DE" dirty="0"/>
          </a:p>
        </p:txBody>
      </p:sp>
      <p:sp>
        <p:nvSpPr>
          <p:cNvPr id="13" name="Textplatzhalter 6">
            <a:extLst>
              <a:ext uri="{FF2B5EF4-FFF2-40B4-BE49-F238E27FC236}">
                <a16:creationId xmlns:a16="http://schemas.microsoft.com/office/drawing/2014/main" id="{9C69ADDD-319E-4394-8BC9-FC045CE0722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95663" y="5624513"/>
            <a:ext cx="2592387" cy="433387"/>
          </a:xfrm>
        </p:spPr>
        <p:txBody>
          <a:bodyPr anchor="b" anchorCtr="0"/>
          <a:lstStyle>
            <a:lvl1pPr>
              <a:defRPr sz="1200" i="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Bildunterschrift und © Copyright</a:t>
            </a:r>
            <a:endParaRPr lang="en-US" dirty="0"/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42870569-2112-4A6F-963E-3D12B28F16F4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03950" y="404812"/>
            <a:ext cx="2592388" cy="2736850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8" name="Bildplatzhalter 5">
            <a:extLst>
              <a:ext uri="{FF2B5EF4-FFF2-40B4-BE49-F238E27FC236}">
                <a16:creationId xmlns:a16="http://schemas.microsoft.com/office/drawing/2014/main" id="{D28AB6FB-FFC3-4AE6-90AB-D58E7C728BAF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03949" y="3429000"/>
            <a:ext cx="2592388" cy="2195514"/>
          </a:xfrm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endParaRPr lang="de-DE" dirty="0"/>
          </a:p>
        </p:txBody>
      </p:sp>
      <p:sp>
        <p:nvSpPr>
          <p:cNvPr id="14" name="Textplatzhalter 6">
            <a:extLst>
              <a:ext uri="{FF2B5EF4-FFF2-40B4-BE49-F238E27FC236}">
                <a16:creationId xmlns:a16="http://schemas.microsoft.com/office/drawing/2014/main" id="{744C123A-AE63-4AD9-ACB1-ADF41031505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203950" y="5624513"/>
            <a:ext cx="2592388" cy="433387"/>
          </a:xfrm>
        </p:spPr>
        <p:txBody>
          <a:bodyPr anchor="b" anchorCtr="0"/>
          <a:lstStyle>
            <a:lvl1pPr>
              <a:defRPr sz="1200" i="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Bildunterschrift und © Copyright</a:t>
            </a:r>
            <a:endParaRPr lang="en-US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F6651BA5-A3F0-4102-8AB5-302B2F2EFD20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8975725" y="404812"/>
            <a:ext cx="2606675" cy="2736850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1" name="Bildplatzhalter 5">
            <a:extLst>
              <a:ext uri="{FF2B5EF4-FFF2-40B4-BE49-F238E27FC236}">
                <a16:creationId xmlns:a16="http://schemas.microsoft.com/office/drawing/2014/main" id="{F80E9119-D6F6-4FA2-9F16-025406D0F87E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8975725" y="3429000"/>
            <a:ext cx="2606675" cy="2195514"/>
          </a:xfrm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endParaRPr lang="de-DE" dirty="0"/>
          </a:p>
        </p:txBody>
      </p:sp>
      <p:sp>
        <p:nvSpPr>
          <p:cNvPr id="15" name="Textplatzhalter 6">
            <a:extLst>
              <a:ext uri="{FF2B5EF4-FFF2-40B4-BE49-F238E27FC236}">
                <a16:creationId xmlns:a16="http://schemas.microsoft.com/office/drawing/2014/main" id="{55313796-962D-4CF1-AC12-A82B830904C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990012" y="5624513"/>
            <a:ext cx="2592388" cy="433387"/>
          </a:xfrm>
        </p:spPr>
        <p:txBody>
          <a:bodyPr anchor="b" anchorCtr="0"/>
          <a:lstStyle>
            <a:lvl1pPr>
              <a:defRPr sz="1200" i="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Bildunterschrift und © Copyright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766634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27D54C4-ACE0-4B7B-B43C-B80F732EA3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04814"/>
            <a:ext cx="10972800" cy="647700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Mastertitelformat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24181655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1942711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vollfläch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ildplatzhalter 2">
            <a:extLst>
              <a:ext uri="{FF2B5EF4-FFF2-40B4-BE49-F238E27FC236}">
                <a16:creationId xmlns:a16="http://schemas.microsoft.com/office/drawing/2014/main" id="{007AA28B-E0BB-4588-9126-08A9723C34F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endParaRPr lang="de-DE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49D899A4-C882-4DED-9C15-ACC467479F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" y="6288480"/>
            <a:ext cx="514349" cy="164708"/>
          </a:xfrm>
          <a:prstGeom prst="rect">
            <a:avLst/>
          </a:prstGeom>
        </p:spPr>
      </p:pic>
      <p:sp>
        <p:nvSpPr>
          <p:cNvPr id="5" name="Textplatzhalter 6">
            <a:extLst>
              <a:ext uri="{FF2B5EF4-FFF2-40B4-BE49-F238E27FC236}">
                <a16:creationId xmlns:a16="http://schemas.microsoft.com/office/drawing/2014/main" id="{5D0AE451-788D-480F-872A-9EB3DCE41B5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203950" y="6057900"/>
            <a:ext cx="5378450" cy="441588"/>
          </a:xfrm>
        </p:spPr>
        <p:txBody>
          <a:bodyPr anchor="b" anchorCtr="0"/>
          <a:lstStyle>
            <a:lvl1pPr algn="r">
              <a:defRPr sz="1200" i="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Bildunterschrift und © Copyright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0105369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schnittsbeginn_bla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5BE95944-ACF5-4BF5-8A9C-A6B4D5A92B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5C91A62C-18CD-4962-933C-7CEB68A0AEF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3733801"/>
            <a:ext cx="10972800" cy="914400"/>
          </a:xfrm>
        </p:spPr>
        <p:txBody>
          <a:bodyPr/>
          <a:lstStyle>
            <a:lvl1pPr>
              <a:defRPr sz="360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Mastertitelformat </a:t>
            </a:r>
            <a:br>
              <a:rPr lang="de-DE" dirty="0"/>
            </a:br>
            <a:r>
              <a:rPr lang="de-DE" dirty="0"/>
              <a:t>bearbeiten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EDD549F4-C90A-437D-902A-3E9CE85D8A0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9600" y="4968241"/>
            <a:ext cx="10972800" cy="873760"/>
          </a:xfrm>
        </p:spPr>
        <p:txBody>
          <a:bodyPr/>
          <a:lstStyle>
            <a:lvl1pPr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66489563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schnittsbeginn_Wei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5BE95944-ACF5-4BF5-8A9C-A6B4D5A92B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5C91A62C-18CD-4962-933C-7CEB68A0AEF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3733801"/>
            <a:ext cx="10972800" cy="914400"/>
          </a:xfrm>
        </p:spPr>
        <p:txBody>
          <a:bodyPr/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de-DE" dirty="0"/>
              <a:t>Mastertitelformat </a:t>
            </a:r>
            <a:br>
              <a:rPr lang="de-DE" dirty="0"/>
            </a:br>
            <a:r>
              <a:rPr lang="de-DE" dirty="0"/>
              <a:t>bearbeiten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EDD549F4-C90A-437D-902A-3E9CE85D8A0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9600" y="4968241"/>
            <a:ext cx="10972800" cy="873760"/>
          </a:xfrm>
        </p:spPr>
        <p:txBody>
          <a:bodyPr/>
          <a:lstStyle>
            <a:lvl1pPr>
              <a:defRPr sz="2000">
                <a:solidFill>
                  <a:schemeClr val="accent1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02417381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schnittsbeginn_Blau mit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8DD5EDA3-D92A-4B08-8595-D60EA53E8A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5144DEC0-CBFA-4BDA-A78C-86ED757F72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" y="6288480"/>
            <a:ext cx="514349" cy="164708"/>
          </a:xfrm>
          <a:prstGeom prst="rect">
            <a:avLst/>
          </a:prstGeom>
        </p:spPr>
      </p:pic>
      <p:sp>
        <p:nvSpPr>
          <p:cNvPr id="8" name="Titel 1">
            <a:extLst>
              <a:ext uri="{FF2B5EF4-FFF2-40B4-BE49-F238E27FC236}">
                <a16:creationId xmlns:a16="http://schemas.microsoft.com/office/drawing/2014/main" id="{FA055B95-2710-46A2-8317-9CAA31D48D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873124"/>
            <a:ext cx="3506788" cy="2268539"/>
          </a:xfrm>
          <a:prstGeom prst="rect">
            <a:avLst/>
          </a:prstGeom>
        </p:spPr>
        <p:txBody>
          <a:bodyPr tIns="0"/>
          <a:lstStyle>
            <a:lvl1pPr>
              <a:defRPr lang="de-DE" dirty="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6A522852-F16F-46A0-B72D-3039550F8A3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9600" y="3141662"/>
            <a:ext cx="3506788" cy="2700338"/>
          </a:xfrm>
          <a:prstGeom prst="rect">
            <a:avLst/>
          </a:prstGeom>
        </p:spPr>
        <p:txBody>
          <a:bodyPr anchor="b" anchorCtr="0"/>
          <a:lstStyle>
            <a:lvl1pPr>
              <a:defRPr lang="de-DE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20" name="Bildplatzhalter 19">
            <a:extLst>
              <a:ext uri="{FF2B5EF4-FFF2-40B4-BE49-F238E27FC236}">
                <a16:creationId xmlns:a16="http://schemas.microsoft.com/office/drawing/2014/main" id="{4455023C-E286-4137-97BF-103515D6434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43400" y="-7706136"/>
            <a:ext cx="14132540" cy="14874190"/>
          </a:xfrm>
          <a:custGeom>
            <a:avLst/>
            <a:gdLst>
              <a:gd name="connsiteX0" fmla="*/ 14132540 w 14132540"/>
              <a:gd name="connsiteY0" fmla="*/ 0 h 14874190"/>
              <a:gd name="connsiteX1" fmla="*/ 14132540 w 14132540"/>
              <a:gd name="connsiteY1" fmla="*/ 8549569 h 14874190"/>
              <a:gd name="connsiteX2" fmla="*/ 7807920 w 14132540"/>
              <a:gd name="connsiteY2" fmla="*/ 14874190 h 14874190"/>
              <a:gd name="connsiteX3" fmla="*/ 1318488 w 14132540"/>
              <a:gd name="connsiteY3" fmla="*/ 14874190 h 14874190"/>
              <a:gd name="connsiteX4" fmla="*/ 0 w 14132540"/>
              <a:gd name="connsiteY4" fmla="*/ 7437096 h 14874190"/>
              <a:gd name="connsiteX5" fmla="*/ 6695444 w 14132540"/>
              <a:gd name="connsiteY5" fmla="*/ 7437096 h 148741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132540" h="14874190">
                <a:moveTo>
                  <a:pt x="14132540" y="0"/>
                </a:moveTo>
                <a:lnTo>
                  <a:pt x="14132540" y="8549569"/>
                </a:lnTo>
                <a:lnTo>
                  <a:pt x="7807920" y="14874190"/>
                </a:lnTo>
                <a:lnTo>
                  <a:pt x="1318488" y="14874190"/>
                </a:lnTo>
                <a:lnTo>
                  <a:pt x="0" y="7437096"/>
                </a:lnTo>
                <a:lnTo>
                  <a:pt x="6695444" y="7437096"/>
                </a:lnTo>
                <a:close/>
              </a:path>
            </a:pathLst>
          </a:custGeom>
          <a:solidFill>
            <a:schemeClr val="bg2">
              <a:lumMod val="95000"/>
            </a:schemeClr>
          </a:solidFill>
        </p:spPr>
        <p:txBody>
          <a:bodyPr wrap="square">
            <a:no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670860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schnittsbeginn_Weiß mit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fik 9">
            <a:extLst>
              <a:ext uri="{FF2B5EF4-FFF2-40B4-BE49-F238E27FC236}">
                <a16:creationId xmlns:a16="http://schemas.microsoft.com/office/drawing/2014/main" id="{5144DEC0-CBFA-4BDA-A78C-86ED757F72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" y="6288480"/>
            <a:ext cx="514349" cy="164708"/>
          </a:xfrm>
          <a:prstGeom prst="rect">
            <a:avLst/>
          </a:prstGeom>
        </p:spPr>
      </p:pic>
      <p:sp>
        <p:nvSpPr>
          <p:cNvPr id="8" name="Titel 1">
            <a:extLst>
              <a:ext uri="{FF2B5EF4-FFF2-40B4-BE49-F238E27FC236}">
                <a16:creationId xmlns:a16="http://schemas.microsoft.com/office/drawing/2014/main" id="{FA055B95-2710-46A2-8317-9CAA31D48D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873124"/>
            <a:ext cx="5378450" cy="863601"/>
          </a:xfrm>
          <a:prstGeom prst="rect">
            <a:avLst/>
          </a:prstGeom>
        </p:spPr>
        <p:txBody>
          <a:bodyPr tIns="0"/>
          <a:lstStyle>
            <a:lvl1pPr>
              <a:defRPr lang="de-DE" dirty="0">
                <a:solidFill>
                  <a:schemeClr val="accent1"/>
                </a:solidFill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6A522852-F16F-46A0-B72D-3039550F8A3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9600" y="3141662"/>
            <a:ext cx="3506788" cy="2700337"/>
          </a:xfrm>
          <a:prstGeom prst="rect">
            <a:avLst/>
          </a:prstGeom>
        </p:spPr>
        <p:txBody>
          <a:bodyPr anchor="b" anchorCtr="0"/>
          <a:lstStyle>
            <a:lvl1pPr>
              <a:defRPr lang="de-DE" dirty="0">
                <a:solidFill>
                  <a:schemeClr val="accent1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3" name="Bildplatzhalter 12">
            <a:extLst>
              <a:ext uri="{FF2B5EF4-FFF2-40B4-BE49-F238E27FC236}">
                <a16:creationId xmlns:a16="http://schemas.microsoft.com/office/drawing/2014/main" id="{6D9D1B83-BB64-4D87-85E3-7B792A9EDEC1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43400" y="-2537398"/>
            <a:ext cx="13780478" cy="14516845"/>
          </a:xfrm>
          <a:custGeom>
            <a:avLst/>
            <a:gdLst>
              <a:gd name="connsiteX0" fmla="*/ 6162192 w 13780478"/>
              <a:gd name="connsiteY0" fmla="*/ 0 h 14516845"/>
              <a:gd name="connsiteX1" fmla="*/ 12500658 w 13780478"/>
              <a:gd name="connsiteY1" fmla="*/ 0 h 14516845"/>
              <a:gd name="connsiteX2" fmla="*/ 13780478 w 13780478"/>
              <a:gd name="connsiteY2" fmla="*/ 7258316 h 14516845"/>
              <a:gd name="connsiteX3" fmla="*/ 7258530 w 13780478"/>
              <a:gd name="connsiteY3" fmla="*/ 7258316 h 14516845"/>
              <a:gd name="connsiteX4" fmla="*/ 0 w 13780478"/>
              <a:gd name="connsiteY4" fmla="*/ 14516845 h 14516845"/>
              <a:gd name="connsiteX5" fmla="*/ 212 w 13780478"/>
              <a:gd name="connsiteY5" fmla="*/ 6162191 h 145168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3780478" h="14516845">
                <a:moveTo>
                  <a:pt x="6162192" y="0"/>
                </a:moveTo>
                <a:lnTo>
                  <a:pt x="12500658" y="0"/>
                </a:lnTo>
                <a:lnTo>
                  <a:pt x="13780478" y="7258316"/>
                </a:lnTo>
                <a:lnTo>
                  <a:pt x="7258530" y="7258316"/>
                </a:lnTo>
                <a:lnTo>
                  <a:pt x="0" y="14516845"/>
                </a:lnTo>
                <a:lnTo>
                  <a:pt x="212" y="6162191"/>
                </a:lnTo>
                <a:close/>
              </a:path>
            </a:pathLst>
          </a:custGeom>
          <a:solidFill>
            <a:schemeClr val="bg2">
              <a:lumMod val="95000"/>
            </a:schemeClr>
          </a:solidFill>
        </p:spPr>
        <p:txBody>
          <a:bodyPr wrap="square">
            <a:no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950841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schnittsbeginn_Farbe mit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8DD5EDA3-D92A-4B08-8595-D60EA53E8A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FA055B95-2710-46A2-8317-9CAA31D48D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873124"/>
            <a:ext cx="3506788" cy="1382897"/>
          </a:xfrm>
          <a:prstGeom prst="rect">
            <a:avLst/>
          </a:prstGeom>
        </p:spPr>
        <p:txBody>
          <a:bodyPr tIns="0"/>
          <a:lstStyle>
            <a:lvl1pPr>
              <a:defRPr lang="de-DE" dirty="0">
                <a:solidFill>
                  <a:schemeClr val="accent1"/>
                </a:solidFill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6A522852-F16F-46A0-B72D-3039550F8A3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9599" y="2461846"/>
            <a:ext cx="3506789" cy="1254492"/>
          </a:xfrm>
          <a:prstGeom prst="rect">
            <a:avLst/>
          </a:prstGeom>
        </p:spPr>
        <p:txBody>
          <a:bodyPr anchor="t" anchorCtr="0"/>
          <a:lstStyle>
            <a:lvl1pPr>
              <a:defRPr lang="de-DE" dirty="0">
                <a:solidFill>
                  <a:schemeClr val="accent1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23" name="Bildplatzhalter 22">
            <a:extLst>
              <a:ext uri="{FF2B5EF4-FFF2-40B4-BE49-F238E27FC236}">
                <a16:creationId xmlns:a16="http://schemas.microsoft.com/office/drawing/2014/main" id="{26D725AF-5383-4E5D-A2D3-3FABBEC0B676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768456" y="-9550923"/>
            <a:ext cx="13977778" cy="25385171"/>
          </a:xfrm>
          <a:custGeom>
            <a:avLst/>
            <a:gdLst>
              <a:gd name="connsiteX0" fmla="*/ 6127784 w 13977778"/>
              <a:gd name="connsiteY0" fmla="*/ 0 h 25385171"/>
              <a:gd name="connsiteX1" fmla="*/ 13977778 w 13977778"/>
              <a:gd name="connsiteY1" fmla="*/ 7849993 h 25385171"/>
              <a:gd name="connsiteX2" fmla="*/ 13977778 w 13977778"/>
              <a:gd name="connsiteY2" fmla="*/ 19429729 h 25385171"/>
              <a:gd name="connsiteX3" fmla="*/ 8022336 w 13977778"/>
              <a:gd name="connsiteY3" fmla="*/ 25385171 h 25385171"/>
              <a:gd name="connsiteX4" fmla="*/ 0 w 13977778"/>
              <a:gd name="connsiteY4" fmla="*/ 19767992 h 25385171"/>
              <a:gd name="connsiteX5" fmla="*/ 6127960 w 13977778"/>
              <a:gd name="connsiteY5" fmla="*/ 13640034 h 253851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3977778" h="25385171">
                <a:moveTo>
                  <a:pt x="6127784" y="0"/>
                </a:moveTo>
                <a:lnTo>
                  <a:pt x="13977778" y="7849993"/>
                </a:lnTo>
                <a:lnTo>
                  <a:pt x="13977778" y="19429729"/>
                </a:lnTo>
                <a:lnTo>
                  <a:pt x="8022336" y="25385171"/>
                </a:lnTo>
                <a:lnTo>
                  <a:pt x="0" y="19767992"/>
                </a:lnTo>
                <a:lnTo>
                  <a:pt x="6127960" y="13640034"/>
                </a:lnTo>
                <a:close/>
              </a:path>
            </a:pathLst>
          </a:custGeom>
          <a:solidFill>
            <a:schemeClr val="bg2">
              <a:lumMod val="95000"/>
            </a:schemeClr>
          </a:solidFill>
        </p:spPr>
        <p:txBody>
          <a:bodyPr wrap="square">
            <a:no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907534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Zitat_Wei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platzhalter 3">
            <a:extLst>
              <a:ext uri="{FF2B5EF4-FFF2-40B4-BE49-F238E27FC236}">
                <a16:creationId xmlns:a16="http://schemas.microsoft.com/office/drawing/2014/main" id="{2664A485-C158-4BFC-B46D-7201DF28B91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09600" y="873125"/>
            <a:ext cx="10972800" cy="4173438"/>
          </a:xfrm>
        </p:spPr>
        <p:txBody>
          <a:bodyPr/>
          <a:lstStyle>
            <a:lvl1pPr>
              <a:defRPr lang="de-DE" sz="3600" b="0" i="1" kern="1200" dirty="0">
                <a:solidFill>
                  <a:schemeClr val="tx1"/>
                </a:solidFill>
                <a:latin typeface="Noto Serif Light" panose="02020502060505020204" pitchFamily="18"/>
                <a:ea typeface="Noto Serif Light" panose="02020502060505020204" pitchFamily="18"/>
                <a:cs typeface="Noto Serif Light" panose="02020502060505020204" pitchFamily="18"/>
              </a:defRPr>
            </a:lvl1pPr>
          </a:lstStyle>
          <a:p>
            <a:pPr lvl="0"/>
            <a:r>
              <a:rPr lang="de-DE" dirty="0"/>
              <a:t>Zitat</a:t>
            </a:r>
          </a:p>
        </p:txBody>
      </p:sp>
      <p:sp>
        <p:nvSpPr>
          <p:cNvPr id="6" name="Textplatzhalter 6">
            <a:extLst>
              <a:ext uri="{FF2B5EF4-FFF2-40B4-BE49-F238E27FC236}">
                <a16:creationId xmlns:a16="http://schemas.microsoft.com/office/drawing/2014/main" id="{26026BCD-A072-422C-AB4B-2FA548C4F71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09600" y="5354320"/>
            <a:ext cx="10972800" cy="487680"/>
          </a:xfrm>
        </p:spPr>
        <p:txBody>
          <a:bodyPr anchor="b" anchorCtr="0"/>
          <a:lstStyle>
            <a:lvl1pPr>
              <a:defRPr sz="1400" i="0">
                <a:latin typeface="+mj-lt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Wer wird zitiert, Quelle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7611613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Zitat_Farb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D79737FE-1C79-470F-BA5B-0406C5992B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A7061B13-C907-4A87-B55A-8284A73D5D9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09600" y="873125"/>
            <a:ext cx="10972800" cy="4173438"/>
          </a:xfrm>
        </p:spPr>
        <p:txBody>
          <a:bodyPr/>
          <a:lstStyle>
            <a:lvl1pPr>
              <a:defRPr lang="de-DE" sz="3200" i="1" dirty="0">
                <a:solidFill>
                  <a:schemeClr val="bg1"/>
                </a:solidFill>
                <a:latin typeface="Noto Serif Light" panose="02020502060505020204" pitchFamily="18"/>
                <a:ea typeface="Noto Serif Light" panose="02020502060505020204" pitchFamily="18"/>
                <a:cs typeface="Noto Serif Light" panose="02020502060505020204" pitchFamily="18"/>
              </a:defRPr>
            </a:lvl1pPr>
          </a:lstStyle>
          <a:p>
            <a:pPr lvl="0"/>
            <a:r>
              <a:rPr lang="de-DE" dirty="0"/>
              <a:t>Zitat</a:t>
            </a:r>
          </a:p>
        </p:txBody>
      </p:sp>
      <p:sp>
        <p:nvSpPr>
          <p:cNvPr id="6" name="Textplatzhalter 6">
            <a:extLst>
              <a:ext uri="{FF2B5EF4-FFF2-40B4-BE49-F238E27FC236}">
                <a16:creationId xmlns:a16="http://schemas.microsoft.com/office/drawing/2014/main" id="{26026BCD-A072-422C-AB4B-2FA548C4F71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09600" y="5354320"/>
            <a:ext cx="10972800" cy="487680"/>
          </a:xfrm>
        </p:spPr>
        <p:txBody>
          <a:bodyPr anchor="b" anchorCtr="0"/>
          <a:lstStyle>
            <a:lvl1pPr>
              <a:defRPr lang="en-US" sz="140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Wer wird zitiert, Quelle</a:t>
            </a:r>
            <a:endParaRPr lang="en-US" dirty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EA048EAF-9787-48D5-83DB-543645FD84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" y="6288480"/>
            <a:ext cx="514349" cy="164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365566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Zitat_Farbe +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9E4E10E8-4BB9-460B-9BDB-62195F7C8E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Textplatzhalter 3">
            <a:extLst>
              <a:ext uri="{FF2B5EF4-FFF2-40B4-BE49-F238E27FC236}">
                <a16:creationId xmlns:a16="http://schemas.microsoft.com/office/drawing/2014/main" id="{0C75E21A-6BBF-4B32-A70F-301838EEE21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09600" y="873125"/>
            <a:ext cx="5378450" cy="4173438"/>
          </a:xfrm>
        </p:spPr>
        <p:txBody>
          <a:bodyPr/>
          <a:lstStyle>
            <a:lvl1pPr>
              <a:defRPr lang="de-DE" sz="3600" b="0" i="1" kern="1200" dirty="0">
                <a:solidFill>
                  <a:schemeClr val="tx1"/>
                </a:solidFill>
                <a:latin typeface="Noto Serif Light" panose="02020502060505020204" pitchFamily="18"/>
                <a:ea typeface="Noto Serif Light" panose="02020502060505020204" pitchFamily="18"/>
                <a:cs typeface="Noto Serif Light" panose="02020502060505020204" pitchFamily="18"/>
              </a:defRPr>
            </a:lvl1pPr>
          </a:lstStyle>
          <a:p>
            <a:pPr lvl="0"/>
            <a:r>
              <a:rPr lang="de-DE" dirty="0"/>
              <a:t>Zitat</a:t>
            </a:r>
          </a:p>
        </p:txBody>
      </p:sp>
      <p:sp>
        <p:nvSpPr>
          <p:cNvPr id="6" name="Textplatzhalter 6">
            <a:extLst>
              <a:ext uri="{FF2B5EF4-FFF2-40B4-BE49-F238E27FC236}">
                <a16:creationId xmlns:a16="http://schemas.microsoft.com/office/drawing/2014/main" id="{26026BCD-A072-422C-AB4B-2FA548C4F71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09600" y="5624512"/>
            <a:ext cx="5378450" cy="433387"/>
          </a:xfrm>
        </p:spPr>
        <p:txBody>
          <a:bodyPr anchor="b" anchorCtr="0"/>
          <a:lstStyle>
            <a:lvl1pPr>
              <a:defRPr sz="1400" i="0">
                <a:latin typeface="+mj-lt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Wer wird zitiert, Quelle</a:t>
            </a:r>
            <a:endParaRPr lang="en-US" dirty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85A73340-69A4-498B-8B80-80BE3D0772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" y="6288480"/>
            <a:ext cx="514349" cy="164708"/>
          </a:xfrm>
          <a:prstGeom prst="rect">
            <a:avLst/>
          </a:prstGeom>
        </p:spPr>
      </p:pic>
      <p:sp>
        <p:nvSpPr>
          <p:cNvPr id="9" name="Bildplatzhalter 8">
            <a:extLst>
              <a:ext uri="{FF2B5EF4-FFF2-40B4-BE49-F238E27FC236}">
                <a16:creationId xmlns:a16="http://schemas.microsoft.com/office/drawing/2014/main" id="{2EB2E58B-9728-4374-A113-BCFD69F6357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15598" y="-4693921"/>
            <a:ext cx="10770898" cy="19561127"/>
          </a:xfrm>
          <a:custGeom>
            <a:avLst/>
            <a:gdLst>
              <a:gd name="connsiteX0" fmla="*/ 6127784 w 13977778"/>
              <a:gd name="connsiteY0" fmla="*/ 0 h 25385171"/>
              <a:gd name="connsiteX1" fmla="*/ 13977778 w 13977778"/>
              <a:gd name="connsiteY1" fmla="*/ 7849993 h 25385171"/>
              <a:gd name="connsiteX2" fmla="*/ 13977778 w 13977778"/>
              <a:gd name="connsiteY2" fmla="*/ 19429729 h 25385171"/>
              <a:gd name="connsiteX3" fmla="*/ 8022336 w 13977778"/>
              <a:gd name="connsiteY3" fmla="*/ 25385171 h 25385171"/>
              <a:gd name="connsiteX4" fmla="*/ 0 w 13977778"/>
              <a:gd name="connsiteY4" fmla="*/ 19767992 h 25385171"/>
              <a:gd name="connsiteX5" fmla="*/ 6127960 w 13977778"/>
              <a:gd name="connsiteY5" fmla="*/ 13640034 h 253851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3977778" h="25385171">
                <a:moveTo>
                  <a:pt x="6127784" y="0"/>
                </a:moveTo>
                <a:lnTo>
                  <a:pt x="13977778" y="7849993"/>
                </a:lnTo>
                <a:lnTo>
                  <a:pt x="13977778" y="19429729"/>
                </a:lnTo>
                <a:lnTo>
                  <a:pt x="8022336" y="25385171"/>
                </a:lnTo>
                <a:lnTo>
                  <a:pt x="0" y="19767992"/>
                </a:lnTo>
                <a:lnTo>
                  <a:pt x="6127960" y="13640034"/>
                </a:lnTo>
                <a:close/>
              </a:path>
            </a:pathLst>
          </a:custGeom>
          <a:solidFill>
            <a:schemeClr val="bg2">
              <a:lumMod val="95000"/>
            </a:schemeClr>
          </a:solidFill>
        </p:spPr>
        <p:txBody>
          <a:bodyPr wrap="square">
            <a:no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07530712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ischenseite_vV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5BE95944-ACF5-4BF5-8A9C-A6B4D5A92B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DA03FB50-6373-4EEB-AE2A-E41E5293A9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7056120"/>
            <a:ext cx="23070503" cy="23070503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5C91A62C-18CD-4962-933C-7CEB68A0AE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1" y="2997200"/>
            <a:ext cx="10972800" cy="719138"/>
          </a:xfrm>
          <a:prstGeom prst="rect">
            <a:avLst/>
          </a:prstGeom>
        </p:spPr>
        <p:txBody>
          <a:bodyPr tIns="0"/>
          <a:lstStyle>
            <a:lvl1pPr>
              <a:defRPr sz="36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EDD549F4-C90A-437D-902A-3E9CE85D8A0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9601" y="4297679"/>
            <a:ext cx="10972800" cy="1544321"/>
          </a:xfrm>
          <a:prstGeom prst="rect">
            <a:avLst/>
          </a:prstGeom>
        </p:spPr>
        <p:txBody>
          <a:bodyPr/>
          <a:lstStyle>
            <a:lvl1pPr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679017694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ischenseite_vV_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5BE95944-ACF5-4BF5-8A9C-A6B4D5A92B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DA03FB50-6373-4EEB-AE2A-E41E5293A9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1158240" y="-6925627"/>
            <a:ext cx="14660880" cy="14660880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0D88D79D-95E0-48C6-B019-1226D5FFE8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600" y="6288480"/>
            <a:ext cx="514349" cy="164708"/>
          </a:xfrm>
          <a:prstGeom prst="rect">
            <a:avLst/>
          </a:prstGeom>
        </p:spPr>
      </p:pic>
      <p:sp>
        <p:nvSpPr>
          <p:cNvPr id="7" name="Titel 1">
            <a:extLst>
              <a:ext uri="{FF2B5EF4-FFF2-40B4-BE49-F238E27FC236}">
                <a16:creationId xmlns:a16="http://schemas.microsoft.com/office/drawing/2014/main" id="{1F6757A7-BF21-40B3-87C7-F536EB125A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1052513"/>
            <a:ext cx="10972800" cy="914400"/>
          </a:xfrm>
          <a:prstGeom prst="rect">
            <a:avLst/>
          </a:prstGeom>
        </p:spPr>
        <p:txBody>
          <a:bodyPr/>
          <a:lstStyle>
            <a:lvl1pPr>
              <a:defRPr sz="360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8" name="Textplatzhalter 8">
            <a:extLst>
              <a:ext uri="{FF2B5EF4-FFF2-40B4-BE49-F238E27FC236}">
                <a16:creationId xmlns:a16="http://schemas.microsoft.com/office/drawing/2014/main" id="{8A27A73C-FDCC-408D-8A9B-5EBAC19162E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9600" y="2286952"/>
            <a:ext cx="10972800" cy="1142048"/>
          </a:xfrm>
          <a:prstGeom prst="rect">
            <a:avLst/>
          </a:prstGeom>
        </p:spPr>
        <p:txBody>
          <a:bodyPr/>
          <a:lstStyle>
            <a:lvl1pPr>
              <a:defRPr sz="2000">
                <a:solidFill>
                  <a:schemeClr val="accent1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049373250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ischenseite_vV_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5BE95944-ACF5-4BF5-8A9C-A6B4D5A92B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7369B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5" name="Grafik 7">
            <a:extLst>
              <a:ext uri="{FF2B5EF4-FFF2-40B4-BE49-F238E27FC236}">
                <a16:creationId xmlns:a16="http://schemas.microsoft.com/office/drawing/2014/main" id="{ACAEB40F-408E-4739-B8F1-87C3D3468D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5400000">
            <a:off x="-5498743" y="-5465484"/>
            <a:ext cx="17788812" cy="17788968"/>
            <a:chOff x="-14264640" y="-3715061"/>
            <a:chExt cx="22488583" cy="22488781"/>
          </a:xfrm>
          <a:solidFill>
            <a:schemeClr val="accent2"/>
          </a:solidFill>
        </p:grpSpPr>
        <p:sp>
          <p:nvSpPr>
            <p:cNvPr id="6" name="Freihandform: Form 5">
              <a:extLst>
                <a:ext uri="{FF2B5EF4-FFF2-40B4-BE49-F238E27FC236}">
                  <a16:creationId xmlns:a16="http://schemas.microsoft.com/office/drawing/2014/main" id="{A195269A-E3C2-4E88-93E3-F49E631252D9}"/>
                </a:ext>
              </a:extLst>
            </p:cNvPr>
            <p:cNvSpPr/>
            <p:nvPr/>
          </p:nvSpPr>
          <p:spPr>
            <a:xfrm>
              <a:off x="-7293192" y="-3715061"/>
              <a:ext cx="15517136" cy="14730115"/>
            </a:xfrm>
            <a:custGeom>
              <a:avLst/>
              <a:gdLst>
                <a:gd name="connsiteX0" fmla="*/ 15517137 w 15517136"/>
                <a:gd name="connsiteY0" fmla="*/ 13362007 h 14730115"/>
                <a:gd name="connsiteX1" fmla="*/ 7758668 w 15517136"/>
                <a:gd name="connsiteY1" fmla="*/ 14730115 h 14730115"/>
                <a:gd name="connsiteX2" fmla="*/ 7758668 w 15517136"/>
                <a:gd name="connsiteY2" fmla="*/ 7758667 h 14730115"/>
                <a:gd name="connsiteX3" fmla="*/ 0 w 15517136"/>
                <a:gd name="connsiteY3" fmla="*/ 0 h 14730115"/>
                <a:gd name="connsiteX4" fmla="*/ 8930316 w 15517136"/>
                <a:gd name="connsiteY4" fmla="*/ 198 h 14730115"/>
                <a:gd name="connsiteX5" fmla="*/ 15517137 w 15517136"/>
                <a:gd name="connsiteY5" fmla="*/ 6586821 h 14730115"/>
                <a:gd name="connsiteX6" fmla="*/ 15517137 w 15517136"/>
                <a:gd name="connsiteY6" fmla="*/ 13362007 h 147301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5517136" h="14730115">
                  <a:moveTo>
                    <a:pt x="15517137" y="13362007"/>
                  </a:moveTo>
                  <a:lnTo>
                    <a:pt x="7758668" y="14730115"/>
                  </a:lnTo>
                  <a:lnTo>
                    <a:pt x="7758668" y="7758667"/>
                  </a:lnTo>
                  <a:lnTo>
                    <a:pt x="0" y="0"/>
                  </a:lnTo>
                  <a:lnTo>
                    <a:pt x="8930316" y="198"/>
                  </a:lnTo>
                  <a:lnTo>
                    <a:pt x="15517137" y="6586821"/>
                  </a:lnTo>
                  <a:lnTo>
                    <a:pt x="15517137" y="13362007"/>
                  </a:lnTo>
                  <a:close/>
                </a:path>
              </a:pathLst>
            </a:custGeom>
            <a:grpFill/>
            <a:ln w="197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" name="Freihandform: Form 6">
              <a:extLst>
                <a:ext uri="{FF2B5EF4-FFF2-40B4-BE49-F238E27FC236}">
                  <a16:creationId xmlns:a16="http://schemas.microsoft.com/office/drawing/2014/main" id="{1539E4E4-5E00-4985-8757-11EFDE979DB4}"/>
                </a:ext>
              </a:extLst>
            </p:cNvPr>
            <p:cNvSpPr/>
            <p:nvPr/>
          </p:nvSpPr>
          <p:spPr>
            <a:xfrm>
              <a:off x="-14264640" y="4043604"/>
              <a:ext cx="15517334" cy="14730114"/>
            </a:xfrm>
            <a:custGeom>
              <a:avLst/>
              <a:gdLst>
                <a:gd name="connsiteX0" fmla="*/ 0 w 15517334"/>
                <a:gd name="connsiteY0" fmla="*/ 1368109 h 14730114"/>
                <a:gd name="connsiteX1" fmla="*/ 7758470 w 15517334"/>
                <a:gd name="connsiteY1" fmla="*/ 0 h 14730114"/>
                <a:gd name="connsiteX2" fmla="*/ 7758470 w 15517334"/>
                <a:gd name="connsiteY2" fmla="*/ 6971449 h 14730114"/>
                <a:gd name="connsiteX3" fmla="*/ 15517335 w 15517334"/>
                <a:gd name="connsiteY3" fmla="*/ 14730115 h 14730114"/>
                <a:gd name="connsiteX4" fmla="*/ 6586822 w 15517334"/>
                <a:gd name="connsiteY4" fmla="*/ 14730115 h 14730114"/>
                <a:gd name="connsiteX5" fmla="*/ 0 w 15517334"/>
                <a:gd name="connsiteY5" fmla="*/ 8143294 h 14730114"/>
                <a:gd name="connsiteX6" fmla="*/ 0 w 15517334"/>
                <a:gd name="connsiteY6" fmla="*/ 1368109 h 147301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5517334" h="14730114">
                  <a:moveTo>
                    <a:pt x="0" y="1368109"/>
                  </a:moveTo>
                  <a:lnTo>
                    <a:pt x="7758470" y="0"/>
                  </a:lnTo>
                  <a:lnTo>
                    <a:pt x="7758470" y="6971449"/>
                  </a:lnTo>
                  <a:lnTo>
                    <a:pt x="15517335" y="14730115"/>
                  </a:lnTo>
                  <a:lnTo>
                    <a:pt x="6586822" y="14730115"/>
                  </a:lnTo>
                  <a:lnTo>
                    <a:pt x="0" y="8143294"/>
                  </a:lnTo>
                  <a:lnTo>
                    <a:pt x="0" y="1368109"/>
                  </a:lnTo>
                  <a:close/>
                </a:path>
              </a:pathLst>
            </a:custGeom>
            <a:grpFill/>
            <a:ln w="197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5C91A62C-18CD-4962-933C-7CEB68A0AEF6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609599" y="1052513"/>
            <a:ext cx="7250113" cy="914400"/>
          </a:xfrm>
          <a:prstGeom prst="rect">
            <a:avLst/>
          </a:prstGeom>
        </p:spPr>
        <p:txBody>
          <a:bodyPr/>
          <a:lstStyle>
            <a:lvl1pPr>
              <a:defRPr sz="36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EDD549F4-C90A-437D-902A-3E9CE85D8A02}"/>
              </a:ext>
            </a:extLst>
          </p:cNvPr>
          <p:cNvSpPr>
            <a:spLocks noGrp="1"/>
          </p:cNvSpPr>
          <p:nvPr userDrawn="1">
            <p:ph type="body" sz="quarter" idx="10"/>
          </p:nvPr>
        </p:nvSpPr>
        <p:spPr>
          <a:xfrm>
            <a:off x="609599" y="2286952"/>
            <a:ext cx="7250113" cy="1142048"/>
          </a:xfrm>
          <a:prstGeom prst="rect">
            <a:avLst/>
          </a:prstGeom>
        </p:spPr>
        <p:txBody>
          <a:bodyPr/>
          <a:lstStyle>
            <a:lvl1pPr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096512109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ischenseite_vV__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5BE95944-ACF5-4BF5-8A9C-A6B4D5A92B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8B1607CC-7926-42F8-A9D4-9EB30CCC42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14874240" y="-12475330"/>
            <a:ext cx="44978353" cy="31808659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5C91A62C-18CD-4962-933C-7CEB68A0AEF6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609600" y="1052513"/>
            <a:ext cx="4441826" cy="914400"/>
          </a:xfrm>
          <a:prstGeom prst="rect">
            <a:avLst/>
          </a:prstGeom>
        </p:spPr>
        <p:txBody>
          <a:bodyPr/>
          <a:lstStyle>
            <a:lvl1pPr>
              <a:defRPr sz="360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EDD549F4-C90A-437D-902A-3E9CE85D8A02}"/>
              </a:ext>
            </a:extLst>
          </p:cNvPr>
          <p:cNvSpPr>
            <a:spLocks noGrp="1"/>
          </p:cNvSpPr>
          <p:nvPr userDrawn="1">
            <p:ph type="body" sz="quarter" idx="10"/>
          </p:nvPr>
        </p:nvSpPr>
        <p:spPr>
          <a:xfrm>
            <a:off x="609600" y="2286952"/>
            <a:ext cx="4441826" cy="1142048"/>
          </a:xfrm>
          <a:prstGeom prst="rect">
            <a:avLst/>
          </a:prstGeom>
        </p:spPr>
        <p:txBody>
          <a:bodyPr/>
          <a:lstStyle>
            <a:lvl1pPr>
              <a:defRPr sz="2000">
                <a:solidFill>
                  <a:schemeClr val="accent1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DD72FC72-0865-4AAF-8322-C3045B8457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600" y="6288480"/>
            <a:ext cx="514349" cy="164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5003957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ischenseite_vV__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5BE95944-ACF5-4BF5-8A9C-A6B4D5A92B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C8C8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A26BB01A-29ED-4144-A31A-DD51B56061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13445953" y="-7589795"/>
            <a:ext cx="39323474" cy="23368550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5C91A62C-18CD-4962-933C-7CEB68A0AEF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1052513"/>
            <a:ext cx="5334000" cy="914400"/>
          </a:xfrm>
          <a:prstGeom prst="rect">
            <a:avLst/>
          </a:prstGeom>
        </p:spPr>
        <p:txBody>
          <a:bodyPr/>
          <a:lstStyle>
            <a:lvl1pPr>
              <a:defRPr sz="36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/>
              <a:t>Mastertitelformat </a:t>
            </a:r>
            <a:br>
              <a:rPr lang="de-DE" dirty="0"/>
            </a:br>
            <a:r>
              <a:rPr lang="de-DE" dirty="0"/>
              <a:t>bearbeiten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EDD549F4-C90A-437D-902A-3E9CE85D8A0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9600" y="2286952"/>
            <a:ext cx="5334000" cy="1089659"/>
          </a:xfrm>
          <a:prstGeom prst="rect">
            <a:avLst/>
          </a:prstGeom>
        </p:spPr>
        <p:txBody>
          <a:bodyPr/>
          <a:lstStyle>
            <a:lvl1pPr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8C077647-9C5F-4C27-93BC-289003A545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600" y="6288480"/>
            <a:ext cx="514349" cy="164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456427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ischenseite_vV__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5BE95944-ACF5-4BF5-8A9C-A6B4D5A92B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AAA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4A585B0F-EAE3-4972-B2DD-61B691A371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13568399" y="-22289839"/>
            <a:ext cx="37239647" cy="53967254"/>
          </a:xfrm>
          <a:prstGeom prst="rect">
            <a:avLst/>
          </a:prstGeom>
        </p:spPr>
      </p:pic>
      <p:sp>
        <p:nvSpPr>
          <p:cNvPr id="11" name="Titel 1">
            <a:extLst>
              <a:ext uri="{FF2B5EF4-FFF2-40B4-BE49-F238E27FC236}">
                <a16:creationId xmlns:a16="http://schemas.microsoft.com/office/drawing/2014/main" id="{53F19BAF-18FD-44C8-85CA-F8853215C1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1052513"/>
            <a:ext cx="10972800" cy="914400"/>
          </a:xfrm>
          <a:prstGeom prst="rect">
            <a:avLst/>
          </a:prstGeom>
        </p:spPr>
        <p:txBody>
          <a:bodyPr/>
          <a:lstStyle>
            <a:lvl1pPr>
              <a:defRPr sz="360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12" name="Textplatzhalter 8">
            <a:extLst>
              <a:ext uri="{FF2B5EF4-FFF2-40B4-BE49-F238E27FC236}">
                <a16:creationId xmlns:a16="http://schemas.microsoft.com/office/drawing/2014/main" id="{7CA3D32E-E2F8-4C0E-AF41-451C8329671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9600" y="2286952"/>
            <a:ext cx="10972800" cy="1142048"/>
          </a:xfrm>
          <a:prstGeom prst="rect">
            <a:avLst/>
          </a:prstGeom>
        </p:spPr>
        <p:txBody>
          <a:bodyPr/>
          <a:lstStyle>
            <a:lvl1pPr>
              <a:defRPr sz="2000">
                <a:solidFill>
                  <a:schemeClr val="accent1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DA0901FF-14F3-43C6-9205-4A412557C2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600" y="6288480"/>
            <a:ext cx="514349" cy="164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2829486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ischenseite_vV__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5BE95944-ACF5-4BF5-8A9C-A6B4D5A92B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9FBB6767-F2B8-4BAA-BF07-3F9A160B30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2484427" y="-5069549"/>
            <a:ext cx="18380919" cy="18211119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5C91A62C-18CD-4962-933C-7CEB68A0AE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873125"/>
            <a:ext cx="10972800" cy="914400"/>
          </a:xfrm>
          <a:prstGeom prst="rect">
            <a:avLst/>
          </a:prstGeom>
        </p:spPr>
        <p:txBody>
          <a:bodyPr tIns="0"/>
          <a:lstStyle>
            <a:lvl1pPr>
              <a:defRPr sz="36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EDD549F4-C90A-437D-902A-3E9CE85D8A0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9600" y="2107565"/>
            <a:ext cx="10972800" cy="873760"/>
          </a:xfrm>
          <a:prstGeom prst="rect">
            <a:avLst/>
          </a:prstGeom>
        </p:spPr>
        <p:txBody>
          <a:bodyPr/>
          <a:lstStyle>
            <a:lvl1pPr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696187916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seite_vV + Bil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Bildplatzhalter 13">
            <a:extLst>
              <a:ext uri="{FF2B5EF4-FFF2-40B4-BE49-F238E27FC236}">
                <a16:creationId xmlns:a16="http://schemas.microsoft.com/office/drawing/2014/main" id="{1974DA36-F6FF-4071-9FE9-C71612DFE914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endParaRPr lang="de-DE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99AD44A7-FBE6-494B-B2A9-85542E1AEE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-2633468" y="-5918273"/>
            <a:ext cx="18354113" cy="18354113"/>
          </a:xfrm>
          <a:prstGeom prst="rect">
            <a:avLst/>
          </a:prstGeom>
        </p:spPr>
      </p:pic>
      <p:pic>
        <p:nvPicPr>
          <p:cNvPr id="4" name="Grafik 3" descr="Logo der TUD: einfarbig blau, Bildelement (punktsymetrische Anordnung zweier gleicher flächiger Winkelelemente) rechts daneben dreizeiliger Text: Technische Universität Dresden">
            <a:extLst>
              <a:ext uri="{FF2B5EF4-FFF2-40B4-BE49-F238E27FC236}">
                <a16:creationId xmlns:a16="http://schemas.microsoft.com/office/drawing/2014/main" id="{1CBF57BC-B38C-414F-92BB-F40579F88EE3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601" y="404813"/>
            <a:ext cx="1981199" cy="660400"/>
          </a:xfrm>
          <a:prstGeom prst="rect">
            <a:avLst/>
          </a:prstGeom>
        </p:spPr>
      </p:pic>
      <p:sp>
        <p:nvSpPr>
          <p:cNvPr id="5" name="Textplatzhalter 6">
            <a:extLst>
              <a:ext uri="{FF2B5EF4-FFF2-40B4-BE49-F238E27FC236}">
                <a16:creationId xmlns:a16="http://schemas.microsoft.com/office/drawing/2014/main" id="{B2B44DCF-A510-4A00-82ED-05FBF8B59ED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116388" y="6207760"/>
            <a:ext cx="5599112" cy="286068"/>
          </a:xfrm>
        </p:spPr>
        <p:txBody>
          <a:bodyPr anchor="b" anchorCtr="0"/>
          <a:lstStyle>
            <a:lvl1pPr>
              <a:defRPr sz="1200" i="0">
                <a:solidFill>
                  <a:schemeClr val="bg1"/>
                </a:solidFill>
                <a:latin typeface="Noto Serif (Textkörper)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Bildunterschrift und © Copyright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5398046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seite_vV + Bild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Bildplatzhalter 13">
            <a:extLst>
              <a:ext uri="{FF2B5EF4-FFF2-40B4-BE49-F238E27FC236}">
                <a16:creationId xmlns:a16="http://schemas.microsoft.com/office/drawing/2014/main" id="{1974DA36-F6FF-4071-9FE9-C71612DFE91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endParaRPr lang="de-DE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FED2FBAC-C92F-4FEA-8170-E94EC94CC1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3500000">
            <a:off x="-4681402" y="-7532589"/>
            <a:ext cx="21582744" cy="21582744"/>
          </a:xfrm>
          <a:prstGeom prst="rect">
            <a:avLst/>
          </a:prstGeom>
        </p:spPr>
      </p:pic>
      <p:pic>
        <p:nvPicPr>
          <p:cNvPr id="4" name="Grafik 3" descr="Logo der TUD: einfarbig blau, Bildelement (punktsymetrische Anordnung zweier gleicher flächiger Winkelelemente) rechts daneben dreizeiliger Text: Technische Universität Dresden">
            <a:extLst>
              <a:ext uri="{FF2B5EF4-FFF2-40B4-BE49-F238E27FC236}">
                <a16:creationId xmlns:a16="http://schemas.microsoft.com/office/drawing/2014/main" id="{79C7FCDB-8A5F-4D8C-B998-2CC83B8C8907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601" y="404813"/>
            <a:ext cx="1981199" cy="660400"/>
          </a:xfrm>
          <a:prstGeom prst="rect">
            <a:avLst/>
          </a:prstGeom>
        </p:spPr>
      </p:pic>
      <p:sp>
        <p:nvSpPr>
          <p:cNvPr id="5" name="Textplatzhalter 6">
            <a:extLst>
              <a:ext uri="{FF2B5EF4-FFF2-40B4-BE49-F238E27FC236}">
                <a16:creationId xmlns:a16="http://schemas.microsoft.com/office/drawing/2014/main" id="{FFB4AAEC-A7C5-4365-B424-8E68D40435B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558926" y="6177280"/>
            <a:ext cx="5581650" cy="316548"/>
          </a:xfrm>
        </p:spPr>
        <p:txBody>
          <a:bodyPr anchor="b" anchorCtr="0"/>
          <a:lstStyle>
            <a:lvl1pPr>
              <a:defRPr sz="1200" i="0">
                <a:solidFill>
                  <a:schemeClr val="tx2"/>
                </a:solidFill>
                <a:latin typeface="Noto Serif (Textkörper)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Bildunterschrift und © Copyright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5657636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seite_vV + Bild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8DD5EDA3-D92A-4B08-8595-D60EA53E8A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FA055B95-2710-46A2-8317-9CAA31D48D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873124"/>
            <a:ext cx="3506788" cy="1382897"/>
          </a:xfrm>
          <a:prstGeom prst="rect">
            <a:avLst/>
          </a:prstGeom>
        </p:spPr>
        <p:txBody>
          <a:bodyPr tIns="0"/>
          <a:lstStyle>
            <a:lvl1pPr>
              <a:defRPr lang="de-DE" dirty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6A522852-F16F-46A0-B72D-3039550F8A3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9600" y="2997200"/>
            <a:ext cx="3506788" cy="2844800"/>
          </a:xfrm>
          <a:prstGeom prst="rect">
            <a:avLst/>
          </a:prstGeom>
        </p:spPr>
        <p:txBody>
          <a:bodyPr anchor="b" anchorCtr="0"/>
          <a:lstStyle>
            <a:lvl1pPr>
              <a:defRPr lang="de-DE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5144DEC0-CBFA-4BDA-A78C-86ED757F72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" y="6288480"/>
            <a:ext cx="514349" cy="164708"/>
          </a:xfrm>
          <a:prstGeom prst="rect">
            <a:avLst/>
          </a:prstGeom>
        </p:spPr>
      </p:pic>
      <p:sp>
        <p:nvSpPr>
          <p:cNvPr id="19" name="Bildplatzhalter 18">
            <a:extLst>
              <a:ext uri="{FF2B5EF4-FFF2-40B4-BE49-F238E27FC236}">
                <a16:creationId xmlns:a16="http://schemas.microsoft.com/office/drawing/2014/main" id="{7B07D508-A251-41EA-8DE7-638920575915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4343400" y="0"/>
            <a:ext cx="10255588" cy="6858000"/>
          </a:xfrm>
          <a:custGeom>
            <a:avLst/>
            <a:gdLst>
              <a:gd name="connsiteX0" fmla="*/ 0 w 10255588"/>
              <a:gd name="connsiteY0" fmla="*/ 0 h 6858000"/>
              <a:gd name="connsiteX1" fmla="*/ 10255588 w 10255588"/>
              <a:gd name="connsiteY1" fmla="*/ 0 h 6858000"/>
              <a:gd name="connsiteX2" fmla="*/ 10255588 w 10255588"/>
              <a:gd name="connsiteY2" fmla="*/ 6858000 h 6858000"/>
              <a:gd name="connsiteX3" fmla="*/ 1215823 w 10255588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255588" h="6858000">
                <a:moveTo>
                  <a:pt x="0" y="0"/>
                </a:moveTo>
                <a:lnTo>
                  <a:pt x="10255588" y="0"/>
                </a:lnTo>
                <a:lnTo>
                  <a:pt x="10255588" y="6858000"/>
                </a:lnTo>
                <a:lnTo>
                  <a:pt x="1215823" y="685800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21" name="Textplatzhalter 6">
            <a:extLst>
              <a:ext uri="{FF2B5EF4-FFF2-40B4-BE49-F238E27FC236}">
                <a16:creationId xmlns:a16="http://schemas.microsoft.com/office/drawing/2014/main" id="{15365122-AA94-4D9A-8BDB-BC7E3297FDE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796338" y="6057900"/>
            <a:ext cx="2786062" cy="435928"/>
          </a:xfrm>
        </p:spPr>
        <p:txBody>
          <a:bodyPr anchor="b" anchorCtr="0"/>
          <a:lstStyle>
            <a:lvl1pPr algn="r">
              <a:defRPr sz="1200" i="0">
                <a:solidFill>
                  <a:schemeClr val="tx2"/>
                </a:solidFill>
                <a:latin typeface="Noto Serif (Textkörper)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Bildunterschrift und © Copyright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1165114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Zwei Inhalte_60-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3009D3A-1DA9-42E3-BD19-D18DF18C75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04814"/>
            <a:ext cx="7200900" cy="647700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C712EFA-292C-4FDE-8669-ECF55A14AF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9" y="1736725"/>
            <a:ext cx="7250113" cy="4105275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6" name="Bildplatzhalter 5">
            <a:extLst>
              <a:ext uri="{FF2B5EF4-FFF2-40B4-BE49-F238E27FC236}">
                <a16:creationId xmlns:a16="http://schemas.microsoft.com/office/drawing/2014/main" id="{BC227089-21FE-41A6-BC10-34BEFF1D47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8075613" y="0"/>
            <a:ext cx="4116387" cy="6858000"/>
          </a:xfrm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endParaRPr lang="de-DE" dirty="0"/>
          </a:p>
        </p:txBody>
      </p:sp>
      <p:sp>
        <p:nvSpPr>
          <p:cNvPr id="8" name="Textplatzhalter 6">
            <a:extLst>
              <a:ext uri="{FF2B5EF4-FFF2-40B4-BE49-F238E27FC236}">
                <a16:creationId xmlns:a16="http://schemas.microsoft.com/office/drawing/2014/main" id="{49D69647-48F8-4B90-9CC3-E65255E92C6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796338" y="6057900"/>
            <a:ext cx="2786062" cy="435928"/>
          </a:xfrm>
        </p:spPr>
        <p:txBody>
          <a:bodyPr anchor="b" anchorCtr="0"/>
          <a:lstStyle>
            <a:lvl1pPr algn="r">
              <a:defRPr sz="1200" i="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Bildunterschrift und © Copyright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73376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Zwei Inhalte_50-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3009D3A-1DA9-42E3-BD19-D18DF18C75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04813"/>
            <a:ext cx="5378450" cy="1331912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C712EFA-292C-4FDE-8669-ECF55A14AF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736725"/>
            <a:ext cx="5378450" cy="4105275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6" name="Bildplatzhalter 5">
            <a:extLst>
              <a:ext uri="{FF2B5EF4-FFF2-40B4-BE49-F238E27FC236}">
                <a16:creationId xmlns:a16="http://schemas.microsoft.com/office/drawing/2014/main" id="{BC227089-21FE-41A6-BC10-34BEFF1D47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203950" y="-1"/>
            <a:ext cx="5988050" cy="6858001"/>
          </a:xfrm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endParaRPr lang="de-DE"/>
          </a:p>
        </p:txBody>
      </p:sp>
      <p:sp>
        <p:nvSpPr>
          <p:cNvPr id="8" name="Textplatzhalter 6">
            <a:extLst>
              <a:ext uri="{FF2B5EF4-FFF2-40B4-BE49-F238E27FC236}">
                <a16:creationId xmlns:a16="http://schemas.microsoft.com/office/drawing/2014/main" id="{3EF372E1-253E-419E-B4D6-7D0068DC7FA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924675" y="6057900"/>
            <a:ext cx="4657725" cy="435928"/>
          </a:xfrm>
        </p:spPr>
        <p:txBody>
          <a:bodyPr anchor="b" anchorCtr="0"/>
          <a:lstStyle>
            <a:lvl1pPr algn="r">
              <a:defRPr sz="1200" i="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Bildunterschrift und © Copyright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7355775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Zwei Inhalte_30-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3009D3A-1DA9-42E3-BD19-D18DF18C75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04813"/>
            <a:ext cx="3506788" cy="1331912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C712EFA-292C-4FDE-8669-ECF55A14AF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736725"/>
            <a:ext cx="3506788" cy="4105275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6" name="Bildplatzhalter 5">
            <a:extLst>
              <a:ext uri="{FF2B5EF4-FFF2-40B4-BE49-F238E27FC236}">
                <a16:creationId xmlns:a16="http://schemas.microsoft.com/office/drawing/2014/main" id="{BC227089-21FE-41A6-BC10-34BEFF1D47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343400" y="0"/>
            <a:ext cx="7848600" cy="6858000"/>
          </a:xfrm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endParaRPr lang="de-DE"/>
          </a:p>
        </p:txBody>
      </p:sp>
      <p:sp>
        <p:nvSpPr>
          <p:cNvPr id="5" name="Textplatzhalter 6">
            <a:extLst>
              <a:ext uri="{FF2B5EF4-FFF2-40B4-BE49-F238E27FC236}">
                <a16:creationId xmlns:a16="http://schemas.microsoft.com/office/drawing/2014/main" id="{507C9BA0-A1AB-441D-8DBE-C0CF26A821D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051425" y="6057900"/>
            <a:ext cx="6530975" cy="435928"/>
          </a:xfrm>
        </p:spPr>
        <p:txBody>
          <a:bodyPr anchor="b" anchorCtr="0"/>
          <a:lstStyle>
            <a:lvl1pPr algn="r">
              <a:defRPr sz="1200" i="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Bildunterschrift und © Copyright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047880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Zwei Inhalte_30-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3009D3A-1DA9-42E3-BD19-D18DF18C75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43400" y="404814"/>
            <a:ext cx="7239000" cy="647700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C712EFA-292C-4FDE-8669-ECF55A14AF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343400" y="1736725"/>
            <a:ext cx="7239000" cy="4105275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6" name="Bildplatzhalter 5">
            <a:extLst>
              <a:ext uri="{FF2B5EF4-FFF2-40B4-BE49-F238E27FC236}">
                <a16:creationId xmlns:a16="http://schemas.microsoft.com/office/drawing/2014/main" id="{BC227089-21FE-41A6-BC10-34BEFF1D47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4116388" cy="6858000"/>
          </a:xfrm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endParaRPr lang="de-DE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530BC2D8-9972-4382-AB9E-D0E258B13AF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343400" y="6057900"/>
            <a:ext cx="7239000" cy="435928"/>
          </a:xfrm>
        </p:spPr>
        <p:txBody>
          <a:bodyPr anchor="b" anchorCtr="0"/>
          <a:lstStyle>
            <a:lvl1pPr>
              <a:defRPr sz="1200" i="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Bildunterschrift und © Copyright</a:t>
            </a:r>
            <a:endParaRPr lang="en-US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97DF051B-43FA-419C-8BC2-E0F70D76FC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" y="6288480"/>
            <a:ext cx="514349" cy="164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7118452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Zwei Inhalte_50-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3009D3A-1DA9-42E3-BD19-D18DF18C75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03950" y="404814"/>
            <a:ext cx="5378450" cy="647700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C712EFA-292C-4FDE-8669-ECF55A14AF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03950" y="1736725"/>
            <a:ext cx="5378450" cy="4105275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6" name="Bildplatzhalter 5">
            <a:extLst>
              <a:ext uri="{FF2B5EF4-FFF2-40B4-BE49-F238E27FC236}">
                <a16:creationId xmlns:a16="http://schemas.microsoft.com/office/drawing/2014/main" id="{BC227089-21FE-41A6-BC10-34BEFF1D47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5988050" cy="6858000"/>
          </a:xfrm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endParaRPr lang="de-DE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5D763E79-9848-472D-A208-36D6724914C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203950" y="6057900"/>
            <a:ext cx="5378450" cy="435928"/>
          </a:xfrm>
        </p:spPr>
        <p:txBody>
          <a:bodyPr anchor="b" anchorCtr="0"/>
          <a:lstStyle>
            <a:lvl1pPr>
              <a:defRPr sz="1200" i="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Bildunterschrift und © Copyright</a:t>
            </a:r>
            <a:endParaRPr lang="en-US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9DFCE1DD-45F2-4133-8BC5-E0BD70008A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" y="6288480"/>
            <a:ext cx="514349" cy="164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1839291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Zwei Inhalte_60-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3009D3A-1DA9-42E3-BD19-D18DF18C75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5613" y="404813"/>
            <a:ext cx="3506787" cy="824547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C712EFA-292C-4FDE-8669-ECF55A14AF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075613" y="1736725"/>
            <a:ext cx="3506787" cy="4105275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6" name="Bildplatzhalter 5">
            <a:extLst>
              <a:ext uri="{FF2B5EF4-FFF2-40B4-BE49-F238E27FC236}">
                <a16:creationId xmlns:a16="http://schemas.microsoft.com/office/drawing/2014/main" id="{BC227089-21FE-41A6-BC10-34BEFF1D47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1" y="0"/>
            <a:ext cx="7859713" cy="6858000"/>
          </a:xfrm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endParaRPr lang="de-DE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DEE076A1-CD22-4F15-967A-BCBA15F42ED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075612" y="6057900"/>
            <a:ext cx="3506787" cy="435928"/>
          </a:xfrm>
        </p:spPr>
        <p:txBody>
          <a:bodyPr anchor="b" anchorCtr="0"/>
          <a:lstStyle>
            <a:lvl1pPr>
              <a:defRPr sz="1200" i="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Bildunterschrift und © Copyright</a:t>
            </a:r>
            <a:endParaRPr lang="en-US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0B9E920F-1A3F-42B1-BCE6-1145087EBC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" y="6288480"/>
            <a:ext cx="514349" cy="164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3015950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Zwei Inhalte + 1 Bild qu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3009D3A-1DA9-42E3-BD19-D18DF18C75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04814"/>
            <a:ext cx="10972800" cy="647700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C712EFA-292C-4FDE-8669-ECF55A14AF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736724"/>
            <a:ext cx="5378450" cy="1692275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5" name="Inhaltsplatzhalter 2">
            <a:extLst>
              <a:ext uri="{FF2B5EF4-FFF2-40B4-BE49-F238E27FC236}">
                <a16:creationId xmlns:a16="http://schemas.microsoft.com/office/drawing/2014/main" id="{B604590A-6975-42D1-908C-CE5FC455952D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6203950" y="1736724"/>
            <a:ext cx="5378450" cy="1692275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6" name="Bildplatzhalter 5">
            <a:extLst>
              <a:ext uri="{FF2B5EF4-FFF2-40B4-BE49-F238E27FC236}">
                <a16:creationId xmlns:a16="http://schemas.microsoft.com/office/drawing/2014/main" id="{BC227089-21FE-41A6-BC10-34BEFF1D47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3733800"/>
            <a:ext cx="12192000" cy="3124199"/>
          </a:xfrm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endParaRPr lang="de-DE" dirty="0"/>
          </a:p>
        </p:txBody>
      </p:sp>
      <p:sp>
        <p:nvSpPr>
          <p:cNvPr id="10" name="Textplatzhalter 6">
            <a:extLst>
              <a:ext uri="{FF2B5EF4-FFF2-40B4-BE49-F238E27FC236}">
                <a16:creationId xmlns:a16="http://schemas.microsoft.com/office/drawing/2014/main" id="{4760AFB2-59A0-403C-8E84-5030275AE8B0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1383645" y="6053138"/>
            <a:ext cx="808355" cy="800100"/>
          </a:xfrm>
        </p:spPr>
        <p:txBody>
          <a:bodyPr lIns="0" rIns="180000" bIns="360000" anchor="b" anchorCtr="0"/>
          <a:lstStyle>
            <a:lvl1pPr algn="r">
              <a:defRPr sz="1200" i="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1</a:t>
            </a:r>
            <a:endParaRPr lang="en-US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FC9815EB-9327-48CD-96B3-43DC5F5490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" y="6288480"/>
            <a:ext cx="514349" cy="164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5272169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Zwei Inhalte + 2 Bilder qu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3009D3A-1DA9-42E3-BD19-D18DF18C75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04814"/>
            <a:ext cx="10972800" cy="647700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C712EFA-292C-4FDE-8669-ECF55A14AF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736724"/>
            <a:ext cx="5378450" cy="1692275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5" name="Inhaltsplatzhalter 2">
            <a:extLst>
              <a:ext uri="{FF2B5EF4-FFF2-40B4-BE49-F238E27FC236}">
                <a16:creationId xmlns:a16="http://schemas.microsoft.com/office/drawing/2014/main" id="{B604590A-6975-42D1-908C-CE5FC455952D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6203950" y="1736724"/>
            <a:ext cx="5378450" cy="1692275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6" name="Bildplatzhalter 5">
            <a:extLst>
              <a:ext uri="{FF2B5EF4-FFF2-40B4-BE49-F238E27FC236}">
                <a16:creationId xmlns:a16="http://schemas.microsoft.com/office/drawing/2014/main" id="{BC227089-21FE-41A6-BC10-34BEFF1D47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3733800"/>
            <a:ext cx="6062472" cy="3124199"/>
          </a:xfrm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endParaRPr lang="de-DE" dirty="0"/>
          </a:p>
        </p:txBody>
      </p:sp>
      <p:sp>
        <p:nvSpPr>
          <p:cNvPr id="10" name="Textplatzhalter 6">
            <a:extLst>
              <a:ext uri="{FF2B5EF4-FFF2-40B4-BE49-F238E27FC236}">
                <a16:creationId xmlns:a16="http://schemas.microsoft.com/office/drawing/2014/main" id="{4C311CE4-AD5A-44B9-BD6C-84A8F5D94B35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267324" y="6057900"/>
            <a:ext cx="808355" cy="800100"/>
          </a:xfrm>
        </p:spPr>
        <p:txBody>
          <a:bodyPr lIns="0" rIns="180000" bIns="360000" anchor="b" anchorCtr="0"/>
          <a:lstStyle>
            <a:lvl1pPr algn="r">
              <a:defRPr sz="1200" i="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1</a:t>
            </a:r>
            <a:endParaRPr lang="en-US" dirty="0"/>
          </a:p>
        </p:txBody>
      </p:sp>
      <p:sp>
        <p:nvSpPr>
          <p:cNvPr id="8" name="Bildplatzhalter 5">
            <a:extLst>
              <a:ext uri="{FF2B5EF4-FFF2-40B4-BE49-F238E27FC236}">
                <a16:creationId xmlns:a16="http://schemas.microsoft.com/office/drawing/2014/main" id="{BA061FE1-7C03-48BD-996F-3B2AE8580DA2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129528" y="3733801"/>
            <a:ext cx="6062472" cy="3124199"/>
          </a:xfrm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endParaRPr lang="de-DE" dirty="0"/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B58018AB-F062-405D-B819-907E0DB7531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1383645" y="6053138"/>
            <a:ext cx="808355" cy="800100"/>
          </a:xfrm>
        </p:spPr>
        <p:txBody>
          <a:bodyPr lIns="0" rIns="180000" bIns="360000" anchor="b" anchorCtr="0"/>
          <a:lstStyle>
            <a:lvl1pPr algn="r">
              <a:defRPr sz="1200" i="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2</a:t>
            </a:r>
            <a:endParaRPr lang="en-US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3D783A2B-51C5-4C95-9003-3F34826374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" y="6288480"/>
            <a:ext cx="514349" cy="164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9002295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Inhalt + 3 Bilder qu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7D2D3B9-D281-41BC-9A6E-EBA632B80A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C712EFA-292C-4FDE-8669-ECF55A14AF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736725"/>
            <a:ext cx="10972800" cy="1692275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9" name="Bildplatzhalter 5">
            <a:extLst>
              <a:ext uri="{FF2B5EF4-FFF2-40B4-BE49-F238E27FC236}">
                <a16:creationId xmlns:a16="http://schemas.microsoft.com/office/drawing/2014/main" id="{CBECC23C-3AC7-4872-8833-394650436FF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3733800"/>
            <a:ext cx="4025053" cy="3124200"/>
          </a:xfrm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endParaRPr lang="de-DE" dirty="0"/>
          </a:p>
        </p:txBody>
      </p:sp>
      <p:sp>
        <p:nvSpPr>
          <p:cNvPr id="15" name="Textplatzhalter 6">
            <a:extLst>
              <a:ext uri="{FF2B5EF4-FFF2-40B4-BE49-F238E27FC236}">
                <a16:creationId xmlns:a16="http://schemas.microsoft.com/office/drawing/2014/main" id="{1018B3E5-DFDA-4E50-80B0-8583C84118F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216275" y="6057900"/>
            <a:ext cx="808355" cy="800100"/>
          </a:xfrm>
        </p:spPr>
        <p:txBody>
          <a:bodyPr lIns="0" rIns="180000" bIns="360000" anchor="b" anchorCtr="0"/>
          <a:lstStyle>
            <a:lvl1pPr algn="r">
              <a:defRPr sz="1200" i="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1</a:t>
            </a:r>
            <a:endParaRPr lang="en-US" dirty="0"/>
          </a:p>
        </p:txBody>
      </p:sp>
      <p:sp>
        <p:nvSpPr>
          <p:cNvPr id="10" name="Bildplatzhalter 5">
            <a:extLst>
              <a:ext uri="{FF2B5EF4-FFF2-40B4-BE49-F238E27FC236}">
                <a16:creationId xmlns:a16="http://schemas.microsoft.com/office/drawing/2014/main" id="{F2458F30-68A9-4380-94A9-377AD7D4874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083473" y="3733800"/>
            <a:ext cx="4025053" cy="3124200"/>
          </a:xfrm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endParaRPr lang="de-DE" dirty="0"/>
          </a:p>
        </p:txBody>
      </p:sp>
      <p:sp>
        <p:nvSpPr>
          <p:cNvPr id="17" name="Textplatzhalter 6">
            <a:extLst>
              <a:ext uri="{FF2B5EF4-FFF2-40B4-BE49-F238E27FC236}">
                <a16:creationId xmlns:a16="http://schemas.microsoft.com/office/drawing/2014/main" id="{72791F6B-95C8-49BE-B8B9-8F04CE1AC969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7267258" y="6053138"/>
            <a:ext cx="808355" cy="800100"/>
          </a:xfrm>
        </p:spPr>
        <p:txBody>
          <a:bodyPr lIns="0" rIns="180000" bIns="360000" anchor="b" anchorCtr="0"/>
          <a:lstStyle>
            <a:lvl1pPr algn="r">
              <a:defRPr sz="1200" i="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2</a:t>
            </a:r>
            <a:endParaRPr lang="en-US" dirty="0"/>
          </a:p>
        </p:txBody>
      </p:sp>
      <p:sp>
        <p:nvSpPr>
          <p:cNvPr id="11" name="Bildplatzhalter 5">
            <a:extLst>
              <a:ext uri="{FF2B5EF4-FFF2-40B4-BE49-F238E27FC236}">
                <a16:creationId xmlns:a16="http://schemas.microsoft.com/office/drawing/2014/main" id="{43B9AAEC-8800-42FB-8E44-B81C048BC768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8166947" y="3733800"/>
            <a:ext cx="4025053" cy="3124200"/>
          </a:xfrm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endParaRPr lang="de-DE" dirty="0"/>
          </a:p>
        </p:txBody>
      </p:sp>
      <p:sp>
        <p:nvSpPr>
          <p:cNvPr id="16" name="Textplatzhalter 6">
            <a:extLst>
              <a:ext uri="{FF2B5EF4-FFF2-40B4-BE49-F238E27FC236}">
                <a16:creationId xmlns:a16="http://schemas.microsoft.com/office/drawing/2014/main" id="{C8A0F81A-CDA0-49D4-9423-A9300D95CF2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1383645" y="6053138"/>
            <a:ext cx="808355" cy="800100"/>
          </a:xfrm>
        </p:spPr>
        <p:txBody>
          <a:bodyPr lIns="0" rIns="180000" bIns="360000" anchor="b" anchorCtr="0"/>
          <a:lstStyle>
            <a:lvl1pPr algn="r">
              <a:defRPr sz="1200" i="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3</a:t>
            </a:r>
            <a:endParaRPr lang="en-US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521D2608-1818-4D42-B89A-D605C4F842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" y="6288480"/>
            <a:ext cx="514349" cy="164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4790935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Inhalt + 4 Bilder qu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7D2D3B9-D281-41BC-9A6E-EBA632B80A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C712EFA-292C-4FDE-8669-ECF55A14AF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736725"/>
            <a:ext cx="10972800" cy="1692275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9" name="Bildplatzhalter 5">
            <a:extLst>
              <a:ext uri="{FF2B5EF4-FFF2-40B4-BE49-F238E27FC236}">
                <a16:creationId xmlns:a16="http://schemas.microsoft.com/office/drawing/2014/main" id="{CBECC23C-3AC7-4872-8833-394650436FF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3733800"/>
            <a:ext cx="3007360" cy="3124200"/>
          </a:xfrm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endParaRPr lang="de-DE" dirty="0"/>
          </a:p>
        </p:txBody>
      </p:sp>
      <p:sp>
        <p:nvSpPr>
          <p:cNvPr id="16" name="Textplatzhalter 6">
            <a:extLst>
              <a:ext uri="{FF2B5EF4-FFF2-40B4-BE49-F238E27FC236}">
                <a16:creationId xmlns:a16="http://schemas.microsoft.com/office/drawing/2014/main" id="{A413D657-1B5E-406D-8617-E2E725A52F9D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199005" y="6057900"/>
            <a:ext cx="808355" cy="800100"/>
          </a:xfrm>
        </p:spPr>
        <p:txBody>
          <a:bodyPr lIns="0" rIns="180000" bIns="360000" anchor="b" anchorCtr="0"/>
          <a:lstStyle>
            <a:lvl1pPr algn="r">
              <a:defRPr sz="1200" i="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1</a:t>
            </a:r>
            <a:endParaRPr lang="en-US" dirty="0"/>
          </a:p>
        </p:txBody>
      </p:sp>
      <p:sp>
        <p:nvSpPr>
          <p:cNvPr id="10" name="Bildplatzhalter 5">
            <a:extLst>
              <a:ext uri="{FF2B5EF4-FFF2-40B4-BE49-F238E27FC236}">
                <a16:creationId xmlns:a16="http://schemas.microsoft.com/office/drawing/2014/main" id="{F2458F30-68A9-4380-94A9-377AD7D4874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061547" y="3733800"/>
            <a:ext cx="3007360" cy="3124200"/>
          </a:xfrm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endParaRPr lang="de-DE" dirty="0"/>
          </a:p>
        </p:txBody>
      </p:sp>
      <p:sp>
        <p:nvSpPr>
          <p:cNvPr id="18" name="Textplatzhalter 6">
            <a:extLst>
              <a:ext uri="{FF2B5EF4-FFF2-40B4-BE49-F238E27FC236}">
                <a16:creationId xmlns:a16="http://schemas.microsoft.com/office/drawing/2014/main" id="{0509D82A-4ACB-44BB-A6BC-2597416A1671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260552" y="6053138"/>
            <a:ext cx="808355" cy="800100"/>
          </a:xfrm>
        </p:spPr>
        <p:txBody>
          <a:bodyPr lIns="0" rIns="180000" bIns="360000" anchor="b" anchorCtr="0"/>
          <a:lstStyle>
            <a:lvl1pPr algn="r">
              <a:defRPr sz="1200" i="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2</a:t>
            </a:r>
            <a:endParaRPr lang="en-US" dirty="0"/>
          </a:p>
        </p:txBody>
      </p:sp>
      <p:sp>
        <p:nvSpPr>
          <p:cNvPr id="11" name="Bildplatzhalter 5">
            <a:extLst>
              <a:ext uri="{FF2B5EF4-FFF2-40B4-BE49-F238E27FC236}">
                <a16:creationId xmlns:a16="http://schemas.microsoft.com/office/drawing/2014/main" id="{43B9AAEC-8800-42FB-8E44-B81C048BC768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123094" y="3733800"/>
            <a:ext cx="3007360" cy="3124200"/>
          </a:xfrm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endParaRPr lang="de-DE" dirty="0"/>
          </a:p>
        </p:txBody>
      </p:sp>
      <p:sp>
        <p:nvSpPr>
          <p:cNvPr id="19" name="Textplatzhalter 6">
            <a:extLst>
              <a:ext uri="{FF2B5EF4-FFF2-40B4-BE49-F238E27FC236}">
                <a16:creationId xmlns:a16="http://schemas.microsoft.com/office/drawing/2014/main" id="{21635FF8-DA1B-41D1-AFFE-F750A584CD4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318712" y="6053138"/>
            <a:ext cx="808355" cy="800100"/>
          </a:xfrm>
        </p:spPr>
        <p:txBody>
          <a:bodyPr lIns="0" rIns="180000" bIns="360000" anchor="b" anchorCtr="0"/>
          <a:lstStyle>
            <a:lvl1pPr algn="r">
              <a:defRPr sz="1200" i="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3</a:t>
            </a:r>
            <a:endParaRPr lang="en-US" dirty="0"/>
          </a:p>
        </p:txBody>
      </p:sp>
      <p:sp>
        <p:nvSpPr>
          <p:cNvPr id="12" name="Bildplatzhalter 5">
            <a:extLst>
              <a:ext uri="{FF2B5EF4-FFF2-40B4-BE49-F238E27FC236}">
                <a16:creationId xmlns:a16="http://schemas.microsoft.com/office/drawing/2014/main" id="{A9BF99E2-F099-4BD6-8080-40827C91C321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9184640" y="3733800"/>
            <a:ext cx="3007360" cy="3124200"/>
          </a:xfrm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endParaRPr lang="de-DE" dirty="0"/>
          </a:p>
        </p:txBody>
      </p:sp>
      <p:sp>
        <p:nvSpPr>
          <p:cNvPr id="17" name="Textplatzhalter 6">
            <a:extLst>
              <a:ext uri="{FF2B5EF4-FFF2-40B4-BE49-F238E27FC236}">
                <a16:creationId xmlns:a16="http://schemas.microsoft.com/office/drawing/2014/main" id="{CF308826-6824-4C9B-9041-059D7052D584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1383645" y="6053138"/>
            <a:ext cx="808355" cy="800100"/>
          </a:xfrm>
        </p:spPr>
        <p:txBody>
          <a:bodyPr lIns="0" rIns="180000" bIns="360000" anchor="b" anchorCtr="0"/>
          <a:lstStyle>
            <a:lvl1pPr algn="r">
              <a:defRPr sz="1200" i="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4</a:t>
            </a:r>
            <a:endParaRPr lang="en-US" dirty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DF6BFEE9-F7EB-43C7-9F30-97F48E3728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" y="6288480"/>
            <a:ext cx="514349" cy="164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9040433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nur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ildplatzhalter 2">
            <a:extLst>
              <a:ext uri="{FF2B5EF4-FFF2-40B4-BE49-F238E27FC236}">
                <a16:creationId xmlns:a16="http://schemas.microsoft.com/office/drawing/2014/main" id="{007AA28B-E0BB-4588-9126-08A9723C34F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endParaRPr lang="de-DE"/>
          </a:p>
        </p:txBody>
      </p:sp>
      <p:sp>
        <p:nvSpPr>
          <p:cNvPr id="5" name="Textplatzhalter 6">
            <a:extLst>
              <a:ext uri="{FF2B5EF4-FFF2-40B4-BE49-F238E27FC236}">
                <a16:creationId xmlns:a16="http://schemas.microsoft.com/office/drawing/2014/main" id="{40DD1341-867C-486E-884D-435F6D877CD2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476501" y="6057900"/>
            <a:ext cx="9105900" cy="435928"/>
          </a:xfrm>
        </p:spPr>
        <p:txBody>
          <a:bodyPr anchor="b" anchorCtr="0"/>
          <a:lstStyle>
            <a:lvl1pPr algn="r">
              <a:defRPr sz="1200" i="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Bildunterschrift und © Copyright</a:t>
            </a:r>
            <a:endParaRPr lang="en-US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49D899A4-C882-4DED-9C15-ACC467479F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" y="6288480"/>
            <a:ext cx="514349" cy="164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38196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image" Target="../media/image2.sv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4.xml"/><Relationship Id="rId13" Type="http://schemas.openxmlformats.org/officeDocument/2006/relationships/image" Target="../media/image2.svg"/><Relationship Id="rId3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3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8.xml"/><Relationship Id="rId1" Type="http://schemas.openxmlformats.org/officeDocument/2006/relationships/slideLayout" Target="../slideLayouts/slideLayout27.xml"/><Relationship Id="rId6" Type="http://schemas.openxmlformats.org/officeDocument/2006/relationships/slideLayout" Target="../slideLayouts/slideLayout32.xml"/><Relationship Id="rId11" Type="http://schemas.openxmlformats.org/officeDocument/2006/relationships/theme" Target="../theme/theme2.xml"/><Relationship Id="rId5" Type="http://schemas.openxmlformats.org/officeDocument/2006/relationships/slideLayout" Target="../slideLayouts/slideLayout31.xml"/><Relationship Id="rId10" Type="http://schemas.openxmlformats.org/officeDocument/2006/relationships/slideLayout" Target="../slideLayouts/slideLayout36.xml"/><Relationship Id="rId4" Type="http://schemas.openxmlformats.org/officeDocument/2006/relationships/slideLayout" Target="../slideLayouts/slideLayout30.xml"/><Relationship Id="rId9" Type="http://schemas.openxmlformats.org/officeDocument/2006/relationships/slideLayout" Target="../slideLayouts/slideLayout35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4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9.xml"/><Relationship Id="rId7" Type="http://schemas.openxmlformats.org/officeDocument/2006/relationships/slideLayout" Target="../slideLayouts/slideLayout43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38.xml"/><Relationship Id="rId1" Type="http://schemas.openxmlformats.org/officeDocument/2006/relationships/slideLayout" Target="../slideLayouts/slideLayout37.xml"/><Relationship Id="rId6" Type="http://schemas.openxmlformats.org/officeDocument/2006/relationships/slideLayout" Target="../slideLayouts/slideLayout42.xml"/><Relationship Id="rId11" Type="http://schemas.openxmlformats.org/officeDocument/2006/relationships/slideLayout" Target="../slideLayouts/slideLayout47.xml"/><Relationship Id="rId5" Type="http://schemas.openxmlformats.org/officeDocument/2006/relationships/slideLayout" Target="../slideLayouts/slideLayout41.xml"/><Relationship Id="rId10" Type="http://schemas.openxmlformats.org/officeDocument/2006/relationships/slideLayout" Target="../slideLayouts/slideLayout46.xml"/><Relationship Id="rId4" Type="http://schemas.openxmlformats.org/officeDocument/2006/relationships/slideLayout" Target="../slideLayouts/slideLayout40.xml"/><Relationship Id="rId9" Type="http://schemas.openxmlformats.org/officeDocument/2006/relationships/slideLayout" Target="../slideLayouts/slideLayout45.xml"/><Relationship Id="rId14" Type="http://schemas.openxmlformats.org/officeDocument/2006/relationships/image" Target="../media/image2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itelplatzhalter 25">
            <a:extLst>
              <a:ext uri="{FF2B5EF4-FFF2-40B4-BE49-F238E27FC236}">
                <a16:creationId xmlns:a16="http://schemas.microsoft.com/office/drawing/2014/main" id="{A5CE2D21-B81F-483B-9FE8-AF317984B7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04813"/>
            <a:ext cx="10972800" cy="647700"/>
          </a:xfrm>
          <a:prstGeom prst="rect">
            <a:avLst/>
          </a:prstGeom>
        </p:spPr>
        <p:txBody>
          <a:bodyPr vert="horz" lIns="0" tIns="108000" rIns="0" bIns="0" rtlCol="0" anchor="t">
            <a:noAutofit/>
          </a:bodyPr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C6FA640-4158-403C-98E2-E7FCEBC540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599" y="1736725"/>
            <a:ext cx="10972801" cy="431683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 dirty="0"/>
              <a:t>Mastertextformat bearbeiten erste Ebene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FF0A8DA4-796C-4D83-A511-7E33ECC195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8">
            <a:extLst>
              <a:ext uri="{96DAC541-7B7A-43D3-8B79-37D633B846F1}">
                <asvg:svgBlip xmlns:asvg="http://schemas.microsoft.com/office/drawing/2016/SVG/main" r:embed="rId29"/>
              </a:ext>
            </a:extLst>
          </a:blip>
          <a:stretch>
            <a:fillRect/>
          </a:stretch>
        </p:blipFill>
        <p:spPr>
          <a:xfrm>
            <a:off x="609600" y="6288480"/>
            <a:ext cx="514349" cy="164708"/>
          </a:xfrm>
          <a:prstGeom prst="rect">
            <a:avLst/>
          </a:prstGeom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F5E54477-AC5B-4EB3-AE9F-0854A752BD2F}"/>
              </a:ext>
            </a:extLst>
          </p:cNvPr>
          <p:cNvSpPr txBox="1"/>
          <p:nvPr userDrawn="1"/>
        </p:nvSpPr>
        <p:spPr>
          <a:xfrm>
            <a:off x="1558925" y="6308279"/>
            <a:ext cx="7237413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200" kern="1200" dirty="0">
                <a:solidFill>
                  <a:srgbClr val="00008C"/>
                </a:solidFill>
                <a:latin typeface="+mn-lt"/>
                <a:ea typeface="+mn-ea"/>
                <a:cs typeface="+mn-cs"/>
              </a:rPr>
              <a:t>OSAT SS2026 • </a:t>
            </a:r>
            <a:r>
              <a:rPr lang="de-DE" sz="1200" b="0" dirty="0">
                <a:solidFill>
                  <a:srgbClr val="00008C"/>
                </a:solidFill>
              </a:rPr>
              <a:t>YOLO26: </a:t>
            </a:r>
            <a:r>
              <a:rPr lang="de-DE" sz="1200" dirty="0"/>
              <a:t>Bestimmung von Objekt-Posen in Bildern</a:t>
            </a:r>
            <a:r>
              <a:rPr lang="de-DE" sz="1200" b="0" kern="1200" dirty="0">
                <a:solidFill>
                  <a:srgbClr val="00008C"/>
                </a:solidFill>
                <a:latin typeface="+mn-lt"/>
                <a:ea typeface="+mn-ea"/>
                <a:cs typeface="+mn-cs"/>
              </a:rPr>
              <a:t> </a:t>
            </a:r>
            <a:r>
              <a:rPr lang="de-DE" sz="1200" kern="1200" dirty="0">
                <a:solidFill>
                  <a:srgbClr val="00008C"/>
                </a:solidFill>
                <a:latin typeface="+mn-lt"/>
                <a:ea typeface="+mn-ea"/>
                <a:cs typeface="+mn-cs"/>
              </a:rPr>
              <a:t>• Seite </a:t>
            </a:r>
            <a:fld id="{BB345A75-B580-4544-AA90-56924E4BB115}" type="slidenum">
              <a:rPr lang="de-DE" sz="1200" kern="1200" smtClean="0">
                <a:solidFill>
                  <a:srgbClr val="00008C"/>
                </a:solidFill>
                <a:latin typeface="+mn-lt"/>
                <a:ea typeface="+mn-ea"/>
                <a:cs typeface="+mn-cs"/>
              </a:rPr>
              <a:t>‹#›</a:t>
            </a:fld>
            <a:endParaRPr lang="en-US" sz="1200" kern="1200" dirty="0">
              <a:solidFill>
                <a:srgbClr val="00008C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121520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705" r:id="rId2"/>
    <p:sldLayoutId id="2147483706" r:id="rId3"/>
    <p:sldLayoutId id="2147483776" r:id="rId4"/>
    <p:sldLayoutId id="2147483769" r:id="rId5"/>
    <p:sldLayoutId id="2147483778" r:id="rId6"/>
    <p:sldLayoutId id="2147483650" r:id="rId7"/>
    <p:sldLayoutId id="2147483710" r:id="rId8"/>
    <p:sldLayoutId id="2147483709" r:id="rId9"/>
    <p:sldLayoutId id="2147483652" r:id="rId10"/>
    <p:sldLayoutId id="2147483779" r:id="rId11"/>
    <p:sldLayoutId id="2147483656" r:id="rId12"/>
    <p:sldLayoutId id="2147483665" r:id="rId13"/>
    <p:sldLayoutId id="2147483657" r:id="rId14"/>
    <p:sldLayoutId id="2147483666" r:id="rId15"/>
    <p:sldLayoutId id="2147483654" r:id="rId16"/>
    <p:sldLayoutId id="2147483655" r:id="rId17"/>
    <p:sldLayoutId id="2147483694" r:id="rId18"/>
    <p:sldLayoutId id="2147483695" r:id="rId19"/>
    <p:sldLayoutId id="2147483696" r:id="rId20"/>
    <p:sldLayoutId id="2147483777" r:id="rId21"/>
    <p:sldLayoutId id="2147483771" r:id="rId22"/>
    <p:sldLayoutId id="2147483772" r:id="rId23"/>
    <p:sldLayoutId id="2147483773" r:id="rId24"/>
    <p:sldLayoutId id="2147483775" r:id="rId25"/>
    <p:sldLayoutId id="2147483774" r:id="rId26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1200"/>
        </a:spcBef>
        <a:spcAft>
          <a:spcPts val="600"/>
        </a:spcAft>
        <a:buFont typeface="Arial" panose="020B0604020202020204" pitchFamily="34" charset="0"/>
        <a:buNone/>
        <a:defRPr sz="200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00000"/>
        </a:lnSpc>
        <a:spcBef>
          <a:spcPts val="1200"/>
        </a:spcBef>
        <a:buFont typeface="Arial" panose="020B0604020202020204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233363" indent="-173038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457200" indent="-173038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690563" indent="-173038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342900" indent="-342900" algn="l" defTabSz="914400" rtl="0" eaLnBrk="1" latinLnBrk="0" hangingPunct="1">
        <a:lnSpc>
          <a:spcPct val="100000"/>
        </a:lnSpc>
        <a:spcBef>
          <a:spcPts val="1200"/>
        </a:spcBef>
        <a:buFont typeface="Open Sans" panose="020B0606030504020204" pitchFamily="34" charset="0"/>
        <a:buChar char="—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514350" indent="-171450" algn="l" defTabSz="914400" rtl="0" eaLnBrk="1" latinLnBrk="0" hangingPunct="1">
        <a:lnSpc>
          <a:spcPct val="100000"/>
        </a:lnSpc>
        <a:spcBef>
          <a:spcPts val="500"/>
        </a:spcBef>
        <a:buFont typeface="Symbol" panose="05050102010706020507" pitchFamily="18" charset="2"/>
        <a:buChar char="-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685800" indent="-114300" algn="l" defTabSz="914400" rtl="0" eaLnBrk="1" latinLnBrk="0" hangingPunct="1">
        <a:lnSpc>
          <a:spcPct val="100000"/>
        </a:lnSpc>
        <a:spcBef>
          <a:spcPts val="500"/>
        </a:spcBef>
        <a:buFont typeface="Open Sans" panose="020B0606030504020204" pitchFamily="34" charset="0"/>
        <a:buChar char="­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800100" indent="-1143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55" userDrawn="1">
          <p15:clr>
            <a:srgbClr val="F26B43"/>
          </p15:clr>
        </p15:guide>
        <p15:guide id="3" pos="384" userDrawn="1">
          <p15:clr>
            <a:srgbClr val="F26B43"/>
          </p15:clr>
        </p15:guide>
        <p15:guide id="4" pos="7296" userDrawn="1">
          <p15:clr>
            <a:srgbClr val="F26B43"/>
          </p15:clr>
        </p15:guide>
        <p15:guide id="5" pos="846" userDrawn="1">
          <p15:clr>
            <a:srgbClr val="F26B43"/>
          </p15:clr>
        </p15:guide>
        <p15:guide id="6" pos="982" userDrawn="1">
          <p15:clr>
            <a:srgbClr val="F26B43"/>
          </p15:clr>
        </p15:guide>
        <p15:guide id="7" pos="1436" userDrawn="1">
          <p15:clr>
            <a:srgbClr val="F26B43"/>
          </p15:clr>
        </p15:guide>
        <p15:guide id="8" pos="1560" userDrawn="1">
          <p15:clr>
            <a:srgbClr val="F26B43"/>
          </p15:clr>
        </p15:guide>
        <p15:guide id="9" pos="2026" userDrawn="1">
          <p15:clr>
            <a:srgbClr val="F26B43"/>
          </p15:clr>
        </p15:guide>
        <p15:guide id="10" pos="2139" userDrawn="1">
          <p15:clr>
            <a:srgbClr val="F26B43"/>
          </p15:clr>
        </p15:guide>
        <p15:guide id="11" pos="2593" userDrawn="1">
          <p15:clr>
            <a:srgbClr val="F26B43"/>
          </p15:clr>
        </p15:guide>
        <p15:guide id="12" pos="2736" userDrawn="1">
          <p15:clr>
            <a:srgbClr val="F26B43"/>
          </p15:clr>
        </p15:guide>
        <p15:guide id="13" pos="3182" userDrawn="1">
          <p15:clr>
            <a:srgbClr val="F26B43"/>
          </p15:clr>
        </p15:guide>
        <p15:guide id="14" pos="3318" userDrawn="1">
          <p15:clr>
            <a:srgbClr val="F26B43"/>
          </p15:clr>
        </p15:guide>
        <p15:guide id="15" pos="3772" userDrawn="1">
          <p15:clr>
            <a:srgbClr val="F26B43"/>
          </p15:clr>
        </p15:guide>
        <p15:guide id="16" pos="3908" userDrawn="1">
          <p15:clr>
            <a:srgbClr val="F26B43"/>
          </p15:clr>
        </p15:guide>
        <p15:guide id="17" pos="4362" userDrawn="1">
          <p15:clr>
            <a:srgbClr val="F26B43"/>
          </p15:clr>
        </p15:guide>
        <p15:guide id="18" pos="4498" userDrawn="1">
          <p15:clr>
            <a:srgbClr val="F26B43"/>
          </p15:clr>
        </p15:guide>
        <p15:guide id="19" pos="4951" userDrawn="1">
          <p15:clr>
            <a:srgbClr val="F26B43"/>
          </p15:clr>
        </p15:guide>
        <p15:guide id="20" pos="5087" userDrawn="1">
          <p15:clr>
            <a:srgbClr val="F26B43"/>
          </p15:clr>
        </p15:guide>
        <p15:guide id="21" pos="5541" userDrawn="1">
          <p15:clr>
            <a:srgbClr val="F26B43"/>
          </p15:clr>
        </p15:guide>
        <p15:guide id="22" pos="5654" userDrawn="1">
          <p15:clr>
            <a:srgbClr val="F26B43"/>
          </p15:clr>
        </p15:guide>
        <p15:guide id="23" pos="6120" userDrawn="1">
          <p15:clr>
            <a:srgbClr val="F26B43"/>
          </p15:clr>
        </p15:guide>
        <p15:guide id="24" pos="6244" userDrawn="1">
          <p15:clr>
            <a:srgbClr val="F26B43"/>
          </p15:clr>
        </p15:guide>
        <p15:guide id="25" pos="6698" userDrawn="1">
          <p15:clr>
            <a:srgbClr val="F26B43"/>
          </p15:clr>
        </p15:guide>
        <p15:guide id="26" pos="6834" userDrawn="1">
          <p15:clr>
            <a:srgbClr val="F26B43"/>
          </p15:clr>
        </p15:guide>
        <p15:guide id="27" orient="horz" pos="2160" userDrawn="1">
          <p15:clr>
            <a:srgbClr val="F26B43"/>
          </p15:clr>
        </p15:guide>
        <p15:guide id="28" orient="horz" pos="4065" userDrawn="1">
          <p15:clr>
            <a:srgbClr val="F26B43"/>
          </p15:clr>
        </p15:guide>
        <p15:guide id="29" orient="horz" pos="3816" userDrawn="1">
          <p15:clr>
            <a:srgbClr val="F26B43"/>
          </p15:clr>
        </p15:guide>
        <p15:guide id="30" orient="horz" pos="663" userDrawn="1">
          <p15:clr>
            <a:srgbClr val="F26B43"/>
          </p15:clr>
        </p15:guide>
        <p15:guide id="31" orient="horz" pos="550" userDrawn="1">
          <p15:clr>
            <a:srgbClr val="F26B43"/>
          </p15:clr>
        </p15:guide>
        <p15:guide id="32" orient="horz" pos="2341" userDrawn="1">
          <p15:clr>
            <a:srgbClr val="F26B43"/>
          </p15:clr>
        </p15:guide>
        <p15:guide id="34" orient="horz" pos="3680" userDrawn="1">
          <p15:clr>
            <a:srgbClr val="F26B43"/>
          </p15:clr>
        </p15:guide>
        <p15:guide id="35" orient="horz" pos="1094" userDrawn="1">
          <p15:clr>
            <a:srgbClr val="F26B43"/>
          </p15:clr>
        </p15:guide>
        <p15:guide id="36" orient="horz" pos="3543" userDrawn="1">
          <p15:clr>
            <a:srgbClr val="F26B43"/>
          </p15:clr>
        </p15:guide>
        <p15:guide id="37" orient="horz" pos="1979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itelplatzhalter 25">
            <a:extLst>
              <a:ext uri="{FF2B5EF4-FFF2-40B4-BE49-F238E27FC236}">
                <a16:creationId xmlns:a16="http://schemas.microsoft.com/office/drawing/2014/main" id="{A5CE2D21-B81F-483B-9FE8-AF317984B7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04813"/>
            <a:ext cx="10972800" cy="647700"/>
          </a:xfrm>
          <a:prstGeom prst="rect">
            <a:avLst/>
          </a:prstGeom>
        </p:spPr>
        <p:txBody>
          <a:bodyPr vert="horz" lIns="0" tIns="108000" rIns="0" bIns="0" rtlCol="0" anchor="t">
            <a:noAutofit/>
          </a:bodyPr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C6FA640-4158-403C-98E2-E7FCEBC540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599" y="1736725"/>
            <a:ext cx="10972801" cy="431683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 dirty="0"/>
              <a:t>Mastertextformat bearbeiten erste Ebene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FF0A8DA4-796C-4D83-A511-7E33ECC195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09600" y="6288480"/>
            <a:ext cx="514349" cy="164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03131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9" r:id="rId1"/>
    <p:sldLayoutId id="2147483760" r:id="rId2"/>
    <p:sldLayoutId id="2147483761" r:id="rId3"/>
    <p:sldLayoutId id="2147483762" r:id="rId4"/>
    <p:sldLayoutId id="2147483763" r:id="rId5"/>
    <p:sldLayoutId id="2147483764" r:id="rId6"/>
    <p:sldLayoutId id="2147483765" r:id="rId7"/>
    <p:sldLayoutId id="2147483767" r:id="rId8"/>
    <p:sldLayoutId id="2147483768" r:id="rId9"/>
    <p:sldLayoutId id="2147483770" r:id="rId10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1200"/>
        </a:spcBef>
        <a:spcAft>
          <a:spcPts val="600"/>
        </a:spcAft>
        <a:buFont typeface="Arial" panose="020B0604020202020204" pitchFamily="34" charset="0"/>
        <a:buNone/>
        <a:defRPr sz="200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00000"/>
        </a:lnSpc>
        <a:spcBef>
          <a:spcPts val="1200"/>
        </a:spcBef>
        <a:buFont typeface="Arial" panose="020B0604020202020204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233363" indent="-173038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457200" indent="-173038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690563" indent="-173038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342900" indent="-342900" algn="l" defTabSz="914400" rtl="0" eaLnBrk="1" latinLnBrk="0" hangingPunct="1">
        <a:lnSpc>
          <a:spcPct val="100000"/>
        </a:lnSpc>
        <a:spcBef>
          <a:spcPts val="1200"/>
        </a:spcBef>
        <a:buFont typeface="Open Sans" panose="020B0606030504020204" pitchFamily="34" charset="0"/>
        <a:buChar char="—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514350" indent="-171450" algn="l" defTabSz="914400" rtl="0" eaLnBrk="1" latinLnBrk="0" hangingPunct="1">
        <a:lnSpc>
          <a:spcPct val="100000"/>
        </a:lnSpc>
        <a:spcBef>
          <a:spcPts val="500"/>
        </a:spcBef>
        <a:buFont typeface="Symbol" panose="05050102010706020507" pitchFamily="18" charset="2"/>
        <a:buChar char="-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685800" indent="-114300" algn="l" defTabSz="914400" rtl="0" eaLnBrk="1" latinLnBrk="0" hangingPunct="1">
        <a:lnSpc>
          <a:spcPct val="100000"/>
        </a:lnSpc>
        <a:spcBef>
          <a:spcPts val="500"/>
        </a:spcBef>
        <a:buFont typeface="Open Sans" panose="020B0606030504020204" pitchFamily="34" charset="0"/>
        <a:buChar char="­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800100" indent="-1143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55" userDrawn="1">
          <p15:clr>
            <a:srgbClr val="F26B43"/>
          </p15:clr>
        </p15:guide>
        <p15:guide id="3" pos="384" userDrawn="1">
          <p15:clr>
            <a:srgbClr val="F26B43"/>
          </p15:clr>
        </p15:guide>
        <p15:guide id="4" pos="7296" userDrawn="1">
          <p15:clr>
            <a:srgbClr val="F26B43"/>
          </p15:clr>
        </p15:guide>
        <p15:guide id="5" pos="846" userDrawn="1">
          <p15:clr>
            <a:srgbClr val="F26B43"/>
          </p15:clr>
        </p15:guide>
        <p15:guide id="6" pos="982" userDrawn="1">
          <p15:clr>
            <a:srgbClr val="F26B43"/>
          </p15:clr>
        </p15:guide>
        <p15:guide id="7" pos="1436" userDrawn="1">
          <p15:clr>
            <a:srgbClr val="F26B43"/>
          </p15:clr>
        </p15:guide>
        <p15:guide id="8" pos="1560" userDrawn="1">
          <p15:clr>
            <a:srgbClr val="F26B43"/>
          </p15:clr>
        </p15:guide>
        <p15:guide id="9" pos="2026" userDrawn="1">
          <p15:clr>
            <a:srgbClr val="F26B43"/>
          </p15:clr>
        </p15:guide>
        <p15:guide id="10" pos="2139" userDrawn="1">
          <p15:clr>
            <a:srgbClr val="F26B43"/>
          </p15:clr>
        </p15:guide>
        <p15:guide id="11" pos="2593" userDrawn="1">
          <p15:clr>
            <a:srgbClr val="F26B43"/>
          </p15:clr>
        </p15:guide>
        <p15:guide id="12" pos="2736" userDrawn="1">
          <p15:clr>
            <a:srgbClr val="F26B43"/>
          </p15:clr>
        </p15:guide>
        <p15:guide id="13" pos="3182" userDrawn="1">
          <p15:clr>
            <a:srgbClr val="F26B43"/>
          </p15:clr>
        </p15:guide>
        <p15:guide id="14" pos="3318" userDrawn="1">
          <p15:clr>
            <a:srgbClr val="F26B43"/>
          </p15:clr>
        </p15:guide>
        <p15:guide id="15" pos="3772" userDrawn="1">
          <p15:clr>
            <a:srgbClr val="F26B43"/>
          </p15:clr>
        </p15:guide>
        <p15:guide id="16" pos="3908" userDrawn="1">
          <p15:clr>
            <a:srgbClr val="F26B43"/>
          </p15:clr>
        </p15:guide>
        <p15:guide id="17" pos="4362" userDrawn="1">
          <p15:clr>
            <a:srgbClr val="F26B43"/>
          </p15:clr>
        </p15:guide>
        <p15:guide id="18" pos="4498" userDrawn="1">
          <p15:clr>
            <a:srgbClr val="F26B43"/>
          </p15:clr>
        </p15:guide>
        <p15:guide id="19" pos="4951" userDrawn="1">
          <p15:clr>
            <a:srgbClr val="F26B43"/>
          </p15:clr>
        </p15:guide>
        <p15:guide id="20" pos="5087" userDrawn="1">
          <p15:clr>
            <a:srgbClr val="F26B43"/>
          </p15:clr>
        </p15:guide>
        <p15:guide id="21" pos="5541" userDrawn="1">
          <p15:clr>
            <a:srgbClr val="F26B43"/>
          </p15:clr>
        </p15:guide>
        <p15:guide id="22" pos="5654" userDrawn="1">
          <p15:clr>
            <a:srgbClr val="F26B43"/>
          </p15:clr>
        </p15:guide>
        <p15:guide id="23" pos="6120" userDrawn="1">
          <p15:clr>
            <a:srgbClr val="F26B43"/>
          </p15:clr>
        </p15:guide>
        <p15:guide id="24" pos="6244" userDrawn="1">
          <p15:clr>
            <a:srgbClr val="F26B43"/>
          </p15:clr>
        </p15:guide>
        <p15:guide id="25" pos="6698" userDrawn="1">
          <p15:clr>
            <a:srgbClr val="F26B43"/>
          </p15:clr>
        </p15:guide>
        <p15:guide id="26" pos="6834" userDrawn="1">
          <p15:clr>
            <a:srgbClr val="F26B43"/>
          </p15:clr>
        </p15:guide>
        <p15:guide id="27" orient="horz" pos="2160" userDrawn="1">
          <p15:clr>
            <a:srgbClr val="F26B43"/>
          </p15:clr>
        </p15:guide>
        <p15:guide id="28" orient="horz" pos="4065" userDrawn="1">
          <p15:clr>
            <a:srgbClr val="F26B43"/>
          </p15:clr>
        </p15:guide>
        <p15:guide id="29" orient="horz" pos="3816" userDrawn="1">
          <p15:clr>
            <a:srgbClr val="F26B43"/>
          </p15:clr>
        </p15:guide>
        <p15:guide id="30" orient="horz" pos="663" userDrawn="1">
          <p15:clr>
            <a:srgbClr val="F26B43"/>
          </p15:clr>
        </p15:guide>
        <p15:guide id="31" orient="horz" pos="550" userDrawn="1">
          <p15:clr>
            <a:srgbClr val="F26B43"/>
          </p15:clr>
        </p15:guide>
        <p15:guide id="32" orient="horz" pos="2341" userDrawn="1">
          <p15:clr>
            <a:srgbClr val="F26B43"/>
          </p15:clr>
        </p15:guide>
        <p15:guide id="33" orient="horz" pos="1888" userDrawn="1">
          <p15:clr>
            <a:srgbClr val="F26B43"/>
          </p15:clr>
        </p15:guide>
        <p15:guide id="34" orient="horz" pos="3680" userDrawn="1">
          <p15:clr>
            <a:srgbClr val="F26B43"/>
          </p15:clr>
        </p15:guide>
        <p15:guide id="35" orient="horz" pos="1094" userDrawn="1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itelplatzhalter 25">
            <a:extLst>
              <a:ext uri="{FF2B5EF4-FFF2-40B4-BE49-F238E27FC236}">
                <a16:creationId xmlns:a16="http://schemas.microsoft.com/office/drawing/2014/main" id="{A5CE2D21-B81F-483B-9FE8-AF317984B7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04813"/>
            <a:ext cx="10972800" cy="647700"/>
          </a:xfrm>
          <a:prstGeom prst="rect">
            <a:avLst/>
          </a:prstGeom>
        </p:spPr>
        <p:txBody>
          <a:bodyPr vert="horz" lIns="0" tIns="108000" rIns="0" bIns="0" rtlCol="0" anchor="t">
            <a:noAutofit/>
          </a:bodyPr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C6FA640-4158-403C-98E2-E7FCEBC540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599" y="1736725"/>
            <a:ext cx="10972801" cy="431683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 dirty="0"/>
              <a:t>Mastertextformat bearbeiten erste Ebene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FF0A8DA4-796C-4D83-A511-7E33ECC195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09600" y="6288480"/>
            <a:ext cx="514349" cy="164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12523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4" r:id="rId1"/>
    <p:sldLayoutId id="2147483725" r:id="rId2"/>
    <p:sldLayoutId id="2147483726" r:id="rId3"/>
    <p:sldLayoutId id="2147483727" r:id="rId4"/>
    <p:sldLayoutId id="2147483728" r:id="rId5"/>
    <p:sldLayoutId id="2147483729" r:id="rId6"/>
    <p:sldLayoutId id="2147483730" r:id="rId7"/>
    <p:sldLayoutId id="2147483731" r:id="rId8"/>
    <p:sldLayoutId id="2147483732" r:id="rId9"/>
    <p:sldLayoutId id="2147483733" r:id="rId10"/>
    <p:sldLayoutId id="2147483736" r:id="rId11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1200"/>
        </a:spcBef>
        <a:spcAft>
          <a:spcPts val="600"/>
        </a:spcAft>
        <a:buFont typeface="Arial" panose="020B0604020202020204" pitchFamily="34" charset="0"/>
        <a:buNone/>
        <a:defRPr sz="200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00000"/>
        </a:lnSpc>
        <a:spcBef>
          <a:spcPts val="1200"/>
        </a:spcBef>
        <a:buFont typeface="Arial" panose="020B0604020202020204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233363" indent="-173038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457200" indent="-173038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690563" indent="-173038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342900" indent="-342900" algn="l" defTabSz="914400" rtl="0" eaLnBrk="1" latinLnBrk="0" hangingPunct="1">
        <a:lnSpc>
          <a:spcPct val="100000"/>
        </a:lnSpc>
        <a:spcBef>
          <a:spcPts val="1200"/>
        </a:spcBef>
        <a:buFont typeface="Open Sans" panose="020B0606030504020204" pitchFamily="34" charset="0"/>
        <a:buChar char="—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514350" indent="-171450" algn="l" defTabSz="914400" rtl="0" eaLnBrk="1" latinLnBrk="0" hangingPunct="1">
        <a:lnSpc>
          <a:spcPct val="100000"/>
        </a:lnSpc>
        <a:spcBef>
          <a:spcPts val="500"/>
        </a:spcBef>
        <a:buFont typeface="Symbol" panose="05050102010706020507" pitchFamily="18" charset="2"/>
        <a:buChar char="-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685800" indent="-114300" algn="l" defTabSz="914400" rtl="0" eaLnBrk="1" latinLnBrk="0" hangingPunct="1">
        <a:lnSpc>
          <a:spcPct val="100000"/>
        </a:lnSpc>
        <a:spcBef>
          <a:spcPts val="500"/>
        </a:spcBef>
        <a:buFont typeface="Open Sans" panose="020B0606030504020204" pitchFamily="34" charset="0"/>
        <a:buChar char="­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800100" indent="-1143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55" userDrawn="1">
          <p15:clr>
            <a:srgbClr val="F26B43"/>
          </p15:clr>
        </p15:guide>
        <p15:guide id="3" pos="384" userDrawn="1">
          <p15:clr>
            <a:srgbClr val="F26B43"/>
          </p15:clr>
        </p15:guide>
        <p15:guide id="4" pos="7296" userDrawn="1">
          <p15:clr>
            <a:srgbClr val="F26B43"/>
          </p15:clr>
        </p15:guide>
        <p15:guide id="5" pos="846" userDrawn="1">
          <p15:clr>
            <a:srgbClr val="F26B43"/>
          </p15:clr>
        </p15:guide>
        <p15:guide id="6" pos="982" userDrawn="1">
          <p15:clr>
            <a:srgbClr val="F26B43"/>
          </p15:clr>
        </p15:guide>
        <p15:guide id="7" pos="1436" userDrawn="1">
          <p15:clr>
            <a:srgbClr val="F26B43"/>
          </p15:clr>
        </p15:guide>
        <p15:guide id="8" pos="1560" userDrawn="1">
          <p15:clr>
            <a:srgbClr val="F26B43"/>
          </p15:clr>
        </p15:guide>
        <p15:guide id="9" pos="2026" userDrawn="1">
          <p15:clr>
            <a:srgbClr val="F26B43"/>
          </p15:clr>
        </p15:guide>
        <p15:guide id="10" pos="2139" userDrawn="1">
          <p15:clr>
            <a:srgbClr val="F26B43"/>
          </p15:clr>
        </p15:guide>
        <p15:guide id="11" pos="2593" userDrawn="1">
          <p15:clr>
            <a:srgbClr val="F26B43"/>
          </p15:clr>
        </p15:guide>
        <p15:guide id="12" pos="2736" userDrawn="1">
          <p15:clr>
            <a:srgbClr val="F26B43"/>
          </p15:clr>
        </p15:guide>
        <p15:guide id="13" pos="3182" userDrawn="1">
          <p15:clr>
            <a:srgbClr val="F26B43"/>
          </p15:clr>
        </p15:guide>
        <p15:guide id="14" pos="3318" userDrawn="1">
          <p15:clr>
            <a:srgbClr val="F26B43"/>
          </p15:clr>
        </p15:guide>
        <p15:guide id="15" pos="3772" userDrawn="1">
          <p15:clr>
            <a:srgbClr val="F26B43"/>
          </p15:clr>
        </p15:guide>
        <p15:guide id="16" pos="3908" userDrawn="1">
          <p15:clr>
            <a:srgbClr val="F26B43"/>
          </p15:clr>
        </p15:guide>
        <p15:guide id="17" pos="4362" userDrawn="1">
          <p15:clr>
            <a:srgbClr val="F26B43"/>
          </p15:clr>
        </p15:guide>
        <p15:guide id="18" pos="4498" userDrawn="1">
          <p15:clr>
            <a:srgbClr val="F26B43"/>
          </p15:clr>
        </p15:guide>
        <p15:guide id="19" pos="4951" userDrawn="1">
          <p15:clr>
            <a:srgbClr val="F26B43"/>
          </p15:clr>
        </p15:guide>
        <p15:guide id="20" pos="5087" userDrawn="1">
          <p15:clr>
            <a:srgbClr val="F26B43"/>
          </p15:clr>
        </p15:guide>
        <p15:guide id="21" pos="5541" userDrawn="1">
          <p15:clr>
            <a:srgbClr val="F26B43"/>
          </p15:clr>
        </p15:guide>
        <p15:guide id="22" pos="5654" userDrawn="1">
          <p15:clr>
            <a:srgbClr val="F26B43"/>
          </p15:clr>
        </p15:guide>
        <p15:guide id="23" pos="6120" userDrawn="1">
          <p15:clr>
            <a:srgbClr val="F26B43"/>
          </p15:clr>
        </p15:guide>
        <p15:guide id="24" pos="6244" userDrawn="1">
          <p15:clr>
            <a:srgbClr val="F26B43"/>
          </p15:clr>
        </p15:guide>
        <p15:guide id="25" pos="6698" userDrawn="1">
          <p15:clr>
            <a:srgbClr val="F26B43"/>
          </p15:clr>
        </p15:guide>
        <p15:guide id="26" pos="6834" userDrawn="1">
          <p15:clr>
            <a:srgbClr val="F26B43"/>
          </p15:clr>
        </p15:guide>
        <p15:guide id="27" orient="horz" pos="2160" userDrawn="1">
          <p15:clr>
            <a:srgbClr val="F26B43"/>
          </p15:clr>
        </p15:guide>
        <p15:guide id="28" orient="horz" pos="4065" userDrawn="1">
          <p15:clr>
            <a:srgbClr val="F26B43"/>
          </p15:clr>
        </p15:guide>
        <p15:guide id="29" orient="horz" pos="3816" userDrawn="1">
          <p15:clr>
            <a:srgbClr val="F26B43"/>
          </p15:clr>
        </p15:guide>
        <p15:guide id="30" orient="horz" pos="663" userDrawn="1">
          <p15:clr>
            <a:srgbClr val="F26B43"/>
          </p15:clr>
        </p15:guide>
        <p15:guide id="31" orient="horz" pos="550" userDrawn="1">
          <p15:clr>
            <a:srgbClr val="F26B43"/>
          </p15:clr>
        </p15:guide>
        <p15:guide id="32" orient="horz" pos="2341" userDrawn="1">
          <p15:clr>
            <a:srgbClr val="F26B43"/>
          </p15:clr>
        </p15:guide>
        <p15:guide id="33" orient="horz" pos="1888" userDrawn="1">
          <p15:clr>
            <a:srgbClr val="F26B43"/>
          </p15:clr>
        </p15:guide>
        <p15:guide id="34" orient="horz" pos="3680" userDrawn="1">
          <p15:clr>
            <a:srgbClr val="F26B43"/>
          </p15:clr>
        </p15:guide>
        <p15:guide id="35" orient="horz" pos="1094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learn.microsoft.com/en-us/windows/mixed-reality/mrtk-unity/mrtk2/features/ux-building-blocks/object-manipulator?view=mrtkunity-2022-05" TargetMode="External"/><Relationship Id="rId2" Type="http://schemas.openxmlformats.org/officeDocument/2006/relationships/image" Target="../media/image30.gif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31.gi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hyperlink" Target="https://www.mdpi.com/2076-3417/9/13/2683" TargetMode="External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ultralytics.com/blog/the-impact-of-ultralytics-yolo26s-faster-edge-first-design" TargetMode="External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ultralytics.com/blog/the-impact-of-ultralytics-yolo26s-faster-edge-first-design" TargetMode="External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pyimagesearch.com/2016/11/07/intersection-over-union-iou-for-object-detection/" TargetMode="External"/><Relationship Id="rId2" Type="http://schemas.openxmlformats.org/officeDocument/2006/relationships/hyperlink" Target="https://www.ultralytics.com/blog/the-impact-of-ultralytics-yolo26s-faster-edge-first-design" TargetMode="External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C85FC11-7D54-D1C3-1393-4B81AEA444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OSAT-Hinweise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916AFE8-E700-1C36-F96B-E178EBF433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b="0" dirty="0"/>
              <a:t>Abschließende Folien stammen aus dem Corporate Design der TU Dresden ab 2025. Beachten Sie bitte diese Vorlagen bei der Gestaltung Ihrer Folien! </a:t>
            </a:r>
          </a:p>
          <a:p>
            <a:pPr marL="285750" indent="-285750">
              <a:spcBef>
                <a:spcPts val="450"/>
              </a:spcBef>
              <a:buClr>
                <a:srgbClr val="0B2A51"/>
              </a:buClr>
              <a:buFont typeface="Arial" panose="020B0604020202020204" pitchFamily="34" charset="0"/>
              <a:buChar char="•"/>
              <a:tabLst>
                <a:tab pos="341313" algn="l"/>
                <a:tab pos="911225" algn="l"/>
                <a:tab pos="1825625" algn="l"/>
                <a:tab pos="1968500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r>
              <a:rPr lang="de-DE" b="0" dirty="0">
                <a:solidFill>
                  <a:srgbClr val="0B2A51"/>
                </a:solidFill>
              </a:rPr>
              <a:t>Verwenden Sie bitte Bilder zur anschaulichen Darstellung!</a:t>
            </a:r>
          </a:p>
          <a:p>
            <a:pPr marL="285750" indent="-285750">
              <a:spcBef>
                <a:spcPts val="450"/>
              </a:spcBef>
              <a:buClr>
                <a:srgbClr val="0B2A51"/>
              </a:buClr>
              <a:buFont typeface="Arial" panose="020B0604020202020204" pitchFamily="34" charset="0"/>
              <a:buChar char="•"/>
              <a:tabLst>
                <a:tab pos="341313" algn="l"/>
                <a:tab pos="911225" algn="l"/>
                <a:tab pos="1825625" algn="l"/>
                <a:tab pos="1968500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r>
              <a:rPr lang="de-DE" b="0" dirty="0">
                <a:solidFill>
                  <a:srgbClr val="0B2A51"/>
                </a:solidFill>
              </a:rPr>
              <a:t>Bilder aus anderen Quellen müssen referenziert werden!</a:t>
            </a:r>
          </a:p>
          <a:p>
            <a:pPr marL="285750" indent="-285750">
              <a:spcBef>
                <a:spcPts val="450"/>
              </a:spcBef>
              <a:buClr>
                <a:srgbClr val="0B2A51"/>
              </a:buClr>
              <a:buFont typeface="Arial" panose="020B0604020202020204" pitchFamily="34" charset="0"/>
              <a:buChar char="•"/>
              <a:tabLst>
                <a:tab pos="341313" algn="l"/>
                <a:tab pos="911225" algn="l"/>
                <a:tab pos="1825625" algn="l"/>
                <a:tab pos="1968500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r>
              <a:rPr lang="de-DE" b="0" dirty="0">
                <a:solidFill>
                  <a:srgbClr val="0B2A51"/>
                </a:solidFill>
              </a:rPr>
              <a:t>Wählen Sie keine zu kleine Schriftgröße! Kontrollieren Sie dies auch bei eingefügten Diagrammen! </a:t>
            </a:r>
          </a:p>
          <a:p>
            <a:pPr marL="285750" indent="-285750">
              <a:spcBef>
                <a:spcPts val="450"/>
              </a:spcBef>
              <a:buClr>
                <a:srgbClr val="0B2A51"/>
              </a:buClr>
              <a:buFont typeface="Arial" panose="020B0604020202020204" pitchFamily="34" charset="0"/>
              <a:buChar char="•"/>
              <a:tabLst>
                <a:tab pos="341313" algn="l"/>
                <a:tab pos="911225" algn="l"/>
                <a:tab pos="1825625" algn="l"/>
                <a:tab pos="1968500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r>
              <a:rPr lang="de-DE" b="0" dirty="0">
                <a:solidFill>
                  <a:srgbClr val="0B2A51"/>
                </a:solidFill>
              </a:rPr>
              <a:t>Versuchen Sie die Zeitvorgabe einzuhalten!</a:t>
            </a:r>
            <a:endParaRPr lang="de-DE" b="0" dirty="0"/>
          </a:p>
          <a:p>
            <a:endParaRPr lang="de-DE" dirty="0"/>
          </a:p>
        </p:txBody>
      </p:sp>
      <p:sp>
        <p:nvSpPr>
          <p:cNvPr id="4" name="Rechteckige Legende 4">
            <a:extLst>
              <a:ext uri="{FF2B5EF4-FFF2-40B4-BE49-F238E27FC236}">
                <a16:creationId xmlns:a16="http://schemas.microsoft.com/office/drawing/2014/main" id="{52B07C44-8F3B-816D-6627-CDAC5F81AD86}"/>
              </a:ext>
            </a:extLst>
          </p:cNvPr>
          <p:cNvSpPr/>
          <p:nvPr/>
        </p:nvSpPr>
        <p:spPr>
          <a:xfrm>
            <a:off x="5741927" y="4481735"/>
            <a:ext cx="2833884" cy="1360265"/>
          </a:xfrm>
          <a:prstGeom prst="wedgeRectCallout">
            <a:avLst>
              <a:gd name="adj1" fmla="val -129218"/>
              <a:gd name="adj2" fmla="val 81659"/>
            </a:avLst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Fußzeile bitte anpassen: über Ansicht, Folienmaster,  1. Folie links </a:t>
            </a:r>
          </a:p>
        </p:txBody>
      </p:sp>
    </p:spTree>
    <p:extLst>
      <p:ext uri="{BB962C8B-B14F-4D97-AF65-F5344CB8AC3E}">
        <p14:creationId xmlns:p14="http://schemas.microsoft.com/office/powerpoint/2010/main" val="288985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1392127-A6D4-4DE7-B042-2AE843D7319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9600" y="3429000"/>
            <a:ext cx="10972800" cy="2196295"/>
          </a:xfrm>
        </p:spPr>
        <p:txBody>
          <a:bodyPr/>
          <a:lstStyle/>
          <a:p>
            <a:r>
              <a:rPr lang="de-DE" b="1" dirty="0"/>
              <a:t>YOLO26: Bestimmung von Objekt-Posen in Bildern</a:t>
            </a:r>
            <a:endParaRPr lang="de-DE" dirty="0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691F6330-C39B-4485-AD3C-BF8578A251E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600" y="1736725"/>
            <a:ext cx="10972800" cy="1387475"/>
          </a:xfrm>
        </p:spPr>
        <p:txBody>
          <a:bodyPr/>
          <a:lstStyle/>
          <a:p>
            <a:r>
              <a:rPr lang="de-DE" dirty="0"/>
              <a:t>Nguyen, Duc Hai, Richard Loewe (Gruppe Nr.4)</a:t>
            </a:r>
          </a:p>
          <a:p>
            <a:r>
              <a:rPr lang="de-DE" dirty="0"/>
              <a:t>Professur für Automatisierungstechnik</a:t>
            </a:r>
          </a:p>
          <a:p>
            <a:r>
              <a:rPr lang="de-DE" dirty="0"/>
              <a:t>Zwischenpräsentation/Verteidigung im Oberseminar Automatisierungstechnik in SS2026</a:t>
            </a:r>
          </a:p>
        </p:txBody>
      </p:sp>
    </p:spTree>
    <p:extLst>
      <p:ext uri="{BB962C8B-B14F-4D97-AF65-F5344CB8AC3E}">
        <p14:creationId xmlns:p14="http://schemas.microsoft.com/office/powerpoint/2010/main" val="22133605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EB7CFD-9479-52D5-9CD7-1DD42DE527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818F005-8EE4-06E8-A6B0-30264E4253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Motivation - 1. Welche Teilaufgabe in der Navigation mobiler Roboter wird gelöst?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749424B-BCFB-5432-19AF-7E3FF0E8106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080097" y="1536191"/>
            <a:ext cx="6031806" cy="44908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05305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21CA32-99DA-FF23-A07B-96843ABE12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z="2800" dirty="0"/>
              <a:t>Welche Teilaufgabe in der Navigation mobiler Roboter wird gelöst?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814500-D317-90F0-2195-3558084CAE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Bestimmung von Objekt-Posen in Bildern:</a:t>
            </a:r>
          </a:p>
          <a:p>
            <a:pPr lvl="2"/>
            <a:r>
              <a:rPr lang="de-DE" dirty="0"/>
              <a:t>Pose des Roboters</a:t>
            </a:r>
          </a:p>
          <a:p>
            <a:pPr lvl="2"/>
            <a:r>
              <a:rPr lang="de-DE" dirty="0"/>
              <a:t>Erkennung der Position und Orientierung von Hindernissen</a:t>
            </a:r>
          </a:p>
          <a:p>
            <a:pPr lvl="2"/>
            <a:r>
              <a:rPr lang="de-DE" dirty="0"/>
              <a:t>Schätzen von Zielposen/Landmarken</a:t>
            </a:r>
          </a:p>
          <a:p>
            <a:r>
              <a:rPr lang="de-DE" dirty="0"/>
              <a:t>Konkret für YOLO26:</a:t>
            </a:r>
          </a:p>
          <a:p>
            <a:pPr marL="576263" lvl="2" indent="-342900"/>
            <a:r>
              <a:rPr lang="de-DE" dirty="0"/>
              <a:t>Personen erkennen</a:t>
            </a:r>
          </a:p>
          <a:p>
            <a:pPr marL="576263" lvl="2" indent="-342900"/>
            <a:r>
              <a:rPr lang="de-DE" dirty="0"/>
              <a:t>Bewegungen interpretieren</a:t>
            </a:r>
          </a:p>
          <a:p>
            <a:pPr marL="576263" lvl="2" indent="-342900"/>
            <a:r>
              <a:rPr lang="de-DE" dirty="0"/>
              <a:t>Greifpunkte bestimmen</a:t>
            </a:r>
            <a:br>
              <a:rPr lang="de-DE" dirty="0"/>
            </a:b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2003804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38DD55-4BC2-B2B9-F356-B0FBEC48CB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135CE12-E826-3258-2DF7-98701F2259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Use Cases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45736B31-6A91-414B-E40A-9021706BD57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1913382"/>
            <a:ext cx="5388864" cy="303123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A0F39F8-2C2A-6D69-C4DE-D7804570AC47}"/>
              </a:ext>
            </a:extLst>
          </p:cNvPr>
          <p:cNvSpPr txBox="1"/>
          <p:nvPr/>
        </p:nvSpPr>
        <p:spPr>
          <a:xfrm>
            <a:off x="3786564" y="5620821"/>
            <a:ext cx="44237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Quelle: </a:t>
            </a:r>
            <a:r>
              <a:rPr lang="en-US" dirty="0">
                <a:hlinkClick r:id="rId3"/>
              </a:rPr>
              <a:t>Object manipulator — MRTK2</a:t>
            </a:r>
            <a:endParaRPr lang="en-US" dirty="0"/>
          </a:p>
        </p:txBody>
      </p:sp>
      <p:pic>
        <p:nvPicPr>
          <p:cNvPr id="1026" name="Picture 2" descr="No Rigid Body">
            <a:extLst>
              <a:ext uri="{FF2B5EF4-FFF2-40B4-BE49-F238E27FC236}">
                <a16:creationId xmlns:a16="http://schemas.microsoft.com/office/drawing/2014/main" id="{8058CA4E-975B-EDDA-2D07-94B68A9E59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63214" y="1328304"/>
            <a:ext cx="4619186" cy="40741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95857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A4D071-62C7-F853-B522-1F055C50FA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7E978D3-BEF6-A120-0418-B2157D1B8C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Use Cases</a:t>
            </a:r>
          </a:p>
        </p:txBody>
      </p:sp>
      <p:pic>
        <p:nvPicPr>
          <p:cNvPr id="2050" name="Picture 2" descr="Applsci 09 02683 g003">
            <a:hlinkClick r:id="rId2"/>
            <a:extLst>
              <a:ext uri="{FF2B5EF4-FFF2-40B4-BE49-F238E27FC236}">
                <a16:creationId xmlns:a16="http://schemas.microsoft.com/office/drawing/2014/main" id="{B930B763-8350-EB30-CBBE-A94066CF499F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9840" y="1289288"/>
            <a:ext cx="3317375" cy="42794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569554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14BF398-A951-2B2B-004E-89A95FB1B1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Analyse der Datenfluss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225B4D9-2A90-97D4-A06E-DFF997CE816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270266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8832A2-71DC-AC0C-3EB3-56EA89442C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692CF9F-9E4B-7EB8-265C-EBD600867B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Eingangsdaten mathematisch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4DD5917-EECA-3834-F92D-4CC90E5A44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vi-VN" dirty="0"/>
              <a:t>W</a:t>
            </a:r>
            <a:r>
              <a:rPr lang="en-US" dirty="0" err="1"/>
              <a:t>ährend</a:t>
            </a:r>
            <a:r>
              <a:rPr lang="en-US" dirty="0"/>
              <a:t> Training:</a:t>
            </a:r>
          </a:p>
          <a:p>
            <a:r>
              <a:rPr lang="de-DE" dirty="0"/>
              <a:t>	</a:t>
            </a:r>
          </a:p>
          <a:p>
            <a:r>
              <a:rPr lang="de-DE" dirty="0"/>
              <a:t>Während Inferenz: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8462363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C89B94-055D-9F7D-25E7-49FE60D540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FF83F59-D2E9-A9EB-A4EF-F07DD91967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Eingangsdaten mathematisch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A7DE60F-BBFC-4297-5AA3-596AF45743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Bild als Tensor:</a:t>
            </a:r>
          </a:p>
          <a:p>
            <a:r>
              <a:rPr lang="de-DE" dirty="0"/>
              <a:t>Dimensionen: Farbkanäle x Höhe x Breite</a:t>
            </a:r>
          </a:p>
          <a:p>
            <a:r>
              <a:rPr lang="de-DE" dirty="0"/>
              <a:t>In YOLO26 meist 3 Farbkanäle (RGB) und quadratisches Bild: 640 x640 Pixel</a:t>
            </a:r>
          </a:p>
          <a:p>
            <a:endParaRPr lang="de-DE" dirty="0"/>
          </a:p>
          <a:p>
            <a:r>
              <a:rPr lang="de-DE" dirty="0"/>
              <a:t>z.B. </a:t>
            </a:r>
            <a:r>
              <a:rPr lang="de-DE"/>
              <a:t>Eingangstensor float32[1</a:t>
            </a:r>
            <a:r>
              <a:rPr lang="de-DE" dirty="0"/>
              <a:t>, 3, 640, 640]</a:t>
            </a:r>
          </a:p>
        </p:txBody>
      </p:sp>
    </p:spTree>
    <p:extLst>
      <p:ext uri="{BB962C8B-B14F-4D97-AF65-F5344CB8AC3E}">
        <p14:creationId xmlns:p14="http://schemas.microsoft.com/office/powerpoint/2010/main" val="11589909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CEF07D-B2B4-93D1-2057-685FB792C2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217342A-C6B1-FA02-3F36-4CEEAC4B19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Ausgangsdaten mathematisch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E514DF6-2131-551D-60C0-B711A57749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736725"/>
            <a:ext cx="6099314" cy="4105275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dirty="0"/>
              <a:t>Vor Nachbearbeitung:</a:t>
            </a:r>
          </a:p>
          <a:p>
            <a:pPr marL="576263" lvl="2" indent="-342900"/>
            <a:r>
              <a:rPr lang="de-DE" dirty="0"/>
              <a:t>float32[</a:t>
            </a:r>
            <a:r>
              <a:rPr lang="de-DE" dirty="0" err="1"/>
              <a:t>batch</a:t>
            </a:r>
            <a:r>
              <a:rPr lang="de-DE" dirty="0"/>
              <a:t>, </a:t>
            </a:r>
            <a:r>
              <a:rPr lang="de-DE" dirty="0" err="1"/>
              <a:t>channels</a:t>
            </a:r>
            <a:r>
              <a:rPr lang="de-DE" dirty="0"/>
              <a:t>, </a:t>
            </a:r>
            <a:r>
              <a:rPr lang="de-DE" dirty="0" err="1"/>
              <a:t>anchors</a:t>
            </a:r>
            <a:r>
              <a:rPr lang="de-DE" dirty="0"/>
              <a:t>]</a:t>
            </a:r>
          </a:p>
          <a:p>
            <a:pPr marL="576263" lvl="2" indent="-342900"/>
            <a:r>
              <a:rPr lang="de-DE" dirty="0"/>
              <a:t>Default </a:t>
            </a:r>
            <a:r>
              <a:rPr lang="de-DE" dirty="0" err="1"/>
              <a:t>settings</a:t>
            </a:r>
            <a:r>
              <a:rPr lang="de-DE" dirty="0"/>
              <a:t>: float32[1, 56, 8400] </a:t>
            </a:r>
          </a:p>
          <a:p>
            <a:pPr marL="576263" lvl="2" indent="-342900"/>
            <a:r>
              <a:rPr lang="de-DE" dirty="0" err="1"/>
              <a:t>anchors</a:t>
            </a:r>
            <a:r>
              <a:rPr lang="de-DE" dirty="0"/>
              <a:t>=640 x 640 </a:t>
            </a:r>
            <a:r>
              <a:rPr lang="de-DE" dirty="0" err="1"/>
              <a:t>pixels</a:t>
            </a:r>
            <a:endParaRPr lang="de-DE" dirty="0"/>
          </a:p>
          <a:p>
            <a:pPr marL="576263" lvl="2" indent="-342900"/>
            <a:r>
              <a:rPr lang="en-US" dirty="0"/>
              <a:t>Channels= 4 bounding box values</a:t>
            </a:r>
          </a:p>
          <a:p>
            <a:pPr marL="576263" lvl="2" indent="-342900"/>
            <a:r>
              <a:rPr lang="en-US" dirty="0"/>
              <a:t>+ 1 class confidence (for single-class pose) </a:t>
            </a:r>
          </a:p>
          <a:p>
            <a:pPr marL="576263" lvl="2" indent="-342900"/>
            <a:r>
              <a:rPr lang="en-US" dirty="0"/>
              <a:t>+ 51 </a:t>
            </a:r>
            <a:r>
              <a:rPr lang="en-US" dirty="0" err="1"/>
              <a:t>keypoint</a:t>
            </a:r>
            <a:r>
              <a:rPr lang="en-US" dirty="0"/>
              <a:t> values</a:t>
            </a:r>
          </a:p>
          <a:p>
            <a:pPr marL="576263" lvl="2" indent="-342900"/>
            <a:r>
              <a:rPr lang="en-US" dirty="0" err="1"/>
              <a:t>Keypoint</a:t>
            </a:r>
            <a:r>
              <a:rPr lang="en-US" dirty="0"/>
              <a:t> values = 17 </a:t>
            </a:r>
            <a:r>
              <a:rPr lang="en-US" dirty="0" err="1"/>
              <a:t>keypoints</a:t>
            </a:r>
            <a:r>
              <a:rPr lang="en-US" dirty="0"/>
              <a:t> x 3 values each (</a:t>
            </a:r>
            <a:r>
              <a:rPr lang="en-US" dirty="0" err="1"/>
              <a:t>x,y,confidence</a:t>
            </a:r>
            <a:r>
              <a:rPr lang="en-US" dirty="0"/>
              <a:t>)</a:t>
            </a:r>
          </a:p>
          <a:p>
            <a:pPr marL="576263" lvl="2" indent="-342900"/>
            <a:endParaRPr lang="en-US" dirty="0"/>
          </a:p>
          <a:p>
            <a:pPr marL="576263" lvl="2" indent="-342900"/>
            <a:endParaRPr lang="de-DE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2FB4386-416A-E8BB-D42B-B05AC84580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62708" y="500027"/>
            <a:ext cx="1955032" cy="5953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01387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C261E3-BA83-5762-93E8-BEA2D92169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Non-Maximum-Suppression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7EFBF9-B31E-3068-5532-5E720E5FF9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pic>
        <p:nvPicPr>
          <p:cNvPr id="1026" name="Picture 2" descr="Non-Max Suppression In Object Detection">
            <a:extLst>
              <a:ext uri="{FF2B5EF4-FFF2-40B4-BE49-F238E27FC236}">
                <a16:creationId xmlns:a16="http://schemas.microsoft.com/office/drawing/2014/main" id="{20AE6D04-86A5-1681-8535-1966551A39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599" y="1340946"/>
            <a:ext cx="9759938" cy="45010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3490005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18FE83-592E-0EF7-8603-01A224FE63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1340B6-46E5-21DE-90A6-B150D4AAB7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Nach Nachbearbeitung: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float32[</a:t>
            </a:r>
            <a:r>
              <a:rPr lang="en-US" dirty="0" err="1"/>
              <a:t>num_detections</a:t>
            </a:r>
            <a:r>
              <a:rPr lang="en-US" dirty="0"/>
              <a:t>, 17, 3]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 err="1"/>
              <a:t>Num_detectcions</a:t>
            </a:r>
            <a:r>
              <a:rPr lang="en-US" dirty="0"/>
              <a:t>= </a:t>
            </a:r>
            <a:r>
              <a:rPr lang="en-US" dirty="0" err="1"/>
              <a:t>Anzahl</a:t>
            </a:r>
            <a:r>
              <a:rPr lang="en-US" dirty="0"/>
              <a:t> der </a:t>
            </a:r>
            <a:r>
              <a:rPr lang="en-US" dirty="0" err="1"/>
              <a:t>detektierten</a:t>
            </a:r>
            <a:r>
              <a:rPr lang="en-US" dirty="0"/>
              <a:t> </a:t>
            </a:r>
            <a:r>
              <a:rPr lang="en-US" dirty="0" err="1"/>
              <a:t>Personen</a:t>
            </a:r>
            <a:endParaRPr lang="en-US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17 </a:t>
            </a:r>
            <a:r>
              <a:rPr lang="en-US" dirty="0" err="1"/>
              <a:t>Keypoint</a:t>
            </a:r>
            <a:r>
              <a:rPr lang="en-US" dirty="0"/>
              <a:t> </a:t>
            </a:r>
            <a:r>
              <a:rPr lang="en-US" dirty="0" err="1"/>
              <a:t>mit</a:t>
            </a:r>
            <a:r>
              <a:rPr lang="en-US" dirty="0"/>
              <a:t> </a:t>
            </a:r>
            <a:r>
              <a:rPr lang="en-US" dirty="0" err="1"/>
              <a:t>jeweiligen</a:t>
            </a:r>
            <a:r>
              <a:rPr lang="en-US" dirty="0"/>
              <a:t> </a:t>
            </a:r>
            <a:r>
              <a:rPr lang="en-US" dirty="0" err="1"/>
              <a:t>Koordinaten</a:t>
            </a:r>
            <a:r>
              <a:rPr lang="en-US" dirty="0"/>
              <a:t> und </a:t>
            </a:r>
            <a:r>
              <a:rPr lang="en-US" dirty="0" err="1"/>
              <a:t>Konfidenz</a:t>
            </a:r>
            <a:r>
              <a:rPr lang="de-DE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70786228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42B350-5FDE-5B6A-550C-F20234304A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D986F4-01C6-85D4-2743-30AE1BA2AE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D08F7B1-7B84-60DC-5E5E-6803C8ACDE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7495" y="199574"/>
            <a:ext cx="6697010" cy="64588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786309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4E173C8-A862-7773-0177-4B0B347E40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Einsatz von YOLO 26 – Pose </a:t>
            </a:r>
            <a:r>
              <a:rPr lang="de-DE" dirty="0" err="1"/>
              <a:t>estimation</a:t>
            </a:r>
            <a:endParaRPr lang="de-DE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ABE653CC-30B2-BEA6-5C9A-C78534BCB24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40763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C85FC11-7D54-D1C3-1393-4B81AEA444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Softwaretechnische Umsetzung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916AFE8-E700-1C36-F96B-E178EBF433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599" y="1736725"/>
            <a:ext cx="6141397" cy="4105275"/>
          </a:xfrm>
        </p:spPr>
        <p:txBody>
          <a:bodyPr/>
          <a:lstStyle/>
          <a:p>
            <a:r>
              <a:rPr lang="de-DE" dirty="0"/>
              <a:t>Programmiersprache: Python</a:t>
            </a:r>
          </a:p>
          <a:p>
            <a:pPr marL="285750" lvl="1" indent="-285750"/>
            <a:r>
              <a:rPr lang="de-DE" dirty="0"/>
              <a:t>YOLO26 </a:t>
            </a:r>
            <a:r>
              <a:rPr lang="de-DE" dirty="0" err="1"/>
              <a:t>Inference</a:t>
            </a:r>
            <a:r>
              <a:rPr lang="de-DE" dirty="0"/>
              <a:t>:</a:t>
            </a:r>
          </a:p>
          <a:p>
            <a:pPr marL="285750" lvl="1" indent="-285750"/>
            <a:endParaRPr lang="de-DE" dirty="0">
              <a:solidFill>
                <a:srgbClr val="FFC000"/>
              </a:solidFill>
              <a:highlight>
                <a:srgbClr val="000000"/>
              </a:highlight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285750" lvl="1" indent="-285750"/>
            <a:endParaRPr lang="de-DE" dirty="0">
              <a:solidFill>
                <a:srgbClr val="FFC000"/>
              </a:solidFill>
              <a:highlight>
                <a:srgbClr val="000000"/>
              </a:highlight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285750" lvl="1" indent="-285750"/>
            <a:endParaRPr lang="de-DE" dirty="0"/>
          </a:p>
        </p:txBody>
      </p:sp>
      <p:grpSp>
        <p:nvGrpSpPr>
          <p:cNvPr id="19" name="Gruppieren 18">
            <a:extLst>
              <a:ext uri="{FF2B5EF4-FFF2-40B4-BE49-F238E27FC236}">
                <a16:creationId xmlns:a16="http://schemas.microsoft.com/office/drawing/2014/main" id="{0C234208-435C-93B9-08F7-801B7F93B4B4}"/>
              </a:ext>
            </a:extLst>
          </p:cNvPr>
          <p:cNvGrpSpPr/>
          <p:nvPr/>
        </p:nvGrpSpPr>
        <p:grpSpPr>
          <a:xfrm>
            <a:off x="7821037" y="637822"/>
            <a:ext cx="3570053" cy="5577194"/>
            <a:chOff x="7859948" y="1089025"/>
            <a:chExt cx="3570053" cy="5577194"/>
          </a:xfrm>
        </p:grpSpPr>
        <p:sp>
          <p:nvSpPr>
            <p:cNvPr id="5" name="Rechteck: abgerundete Ecken 4">
              <a:extLst>
                <a:ext uri="{FF2B5EF4-FFF2-40B4-BE49-F238E27FC236}">
                  <a16:creationId xmlns:a16="http://schemas.microsoft.com/office/drawing/2014/main" id="{4B9C6B4F-AB28-8918-9B3A-42CFAA074E34}"/>
                </a:ext>
              </a:extLst>
            </p:cNvPr>
            <p:cNvSpPr/>
            <p:nvPr/>
          </p:nvSpPr>
          <p:spPr>
            <a:xfrm>
              <a:off x="7859950" y="1089025"/>
              <a:ext cx="3570051" cy="647700"/>
            </a:xfrm>
            <a:prstGeom prst="roundRect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b="1" dirty="0"/>
                <a:t>Input </a:t>
              </a:r>
              <a:r>
                <a:rPr lang="de-DE" b="1" dirty="0" err="1"/>
                <a:t>video</a:t>
              </a:r>
              <a:r>
                <a:rPr lang="de-DE" b="1" dirty="0"/>
                <a:t> / </a:t>
              </a:r>
              <a:r>
                <a:rPr lang="de-DE" b="1" dirty="0" err="1"/>
                <a:t>image</a:t>
              </a:r>
              <a:endParaRPr lang="de-DE" b="1" dirty="0"/>
            </a:p>
          </p:txBody>
        </p:sp>
        <p:sp>
          <p:nvSpPr>
            <p:cNvPr id="6" name="Rechteck: abgerundete Ecken 5">
              <a:extLst>
                <a:ext uri="{FF2B5EF4-FFF2-40B4-BE49-F238E27FC236}">
                  <a16:creationId xmlns:a16="http://schemas.microsoft.com/office/drawing/2014/main" id="{588CE2AD-639B-B667-0ABC-711CBA020378}"/>
                </a:ext>
              </a:extLst>
            </p:cNvPr>
            <p:cNvSpPr/>
            <p:nvPr/>
          </p:nvSpPr>
          <p:spPr>
            <a:xfrm>
              <a:off x="7859950" y="2204464"/>
              <a:ext cx="3570051" cy="647700"/>
            </a:xfrm>
            <a:prstGeom prst="roundRect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b="1" dirty="0"/>
                <a:t>YOLO("yolo26n-pose.pt")</a:t>
              </a:r>
            </a:p>
          </p:txBody>
        </p:sp>
        <p:sp>
          <p:nvSpPr>
            <p:cNvPr id="7" name="Rechteck: abgerundete Ecken 6">
              <a:extLst>
                <a:ext uri="{FF2B5EF4-FFF2-40B4-BE49-F238E27FC236}">
                  <a16:creationId xmlns:a16="http://schemas.microsoft.com/office/drawing/2014/main" id="{01B84FFD-3A40-1861-33F0-26A0D1982574}"/>
                </a:ext>
              </a:extLst>
            </p:cNvPr>
            <p:cNvSpPr/>
            <p:nvPr/>
          </p:nvSpPr>
          <p:spPr>
            <a:xfrm>
              <a:off x="7859950" y="3319903"/>
              <a:ext cx="3570051" cy="647700"/>
            </a:xfrm>
            <a:prstGeom prst="roundRect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b="1" dirty="0" err="1"/>
                <a:t>model.predict</a:t>
              </a:r>
              <a:r>
                <a:rPr lang="de-DE" b="1" dirty="0"/>
                <a:t>(…)</a:t>
              </a:r>
            </a:p>
          </p:txBody>
        </p:sp>
        <p:sp>
          <p:nvSpPr>
            <p:cNvPr id="8" name="Rechteck: abgerundete Ecken 7">
              <a:extLst>
                <a:ext uri="{FF2B5EF4-FFF2-40B4-BE49-F238E27FC236}">
                  <a16:creationId xmlns:a16="http://schemas.microsoft.com/office/drawing/2014/main" id="{4C542705-A7FE-C5C1-2344-D77D83380918}"/>
                </a:ext>
              </a:extLst>
            </p:cNvPr>
            <p:cNvSpPr/>
            <p:nvPr/>
          </p:nvSpPr>
          <p:spPr>
            <a:xfrm>
              <a:off x="7859949" y="4435342"/>
              <a:ext cx="3570051" cy="647700"/>
            </a:xfrm>
            <a:prstGeom prst="roundRect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b="1" dirty="0" err="1"/>
                <a:t>Results</a:t>
              </a:r>
              <a:r>
                <a:rPr lang="de-DE" b="1" dirty="0"/>
                <a:t> </a:t>
              </a:r>
              <a:r>
                <a:rPr lang="de-DE" b="1" dirty="0" err="1"/>
                <a:t>object</a:t>
              </a:r>
              <a:r>
                <a:rPr lang="de-DE" b="1" dirty="0"/>
                <a:t> per frame</a:t>
              </a:r>
            </a:p>
          </p:txBody>
        </p:sp>
        <p:sp>
          <p:nvSpPr>
            <p:cNvPr id="9" name="Rechteck: abgerundete Ecken 8">
              <a:extLst>
                <a:ext uri="{FF2B5EF4-FFF2-40B4-BE49-F238E27FC236}">
                  <a16:creationId xmlns:a16="http://schemas.microsoft.com/office/drawing/2014/main" id="{D67BDF4E-B5E7-A86E-1A61-A8B0D8C39AEE}"/>
                </a:ext>
              </a:extLst>
            </p:cNvPr>
            <p:cNvSpPr/>
            <p:nvPr/>
          </p:nvSpPr>
          <p:spPr>
            <a:xfrm>
              <a:off x="7859948" y="5550780"/>
              <a:ext cx="3570051" cy="1115439"/>
            </a:xfrm>
            <a:prstGeom prst="roundRect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/>
                <a:t>Bounding boxes + class IDs/names + pose </a:t>
              </a:r>
              <a:r>
                <a:rPr lang="en-US" b="1" dirty="0" err="1"/>
                <a:t>keypoints</a:t>
              </a:r>
              <a:r>
                <a:rPr lang="en-US" b="1" dirty="0"/>
                <a:t> + confidence scores</a:t>
              </a:r>
              <a:endParaRPr lang="de-DE" b="1" dirty="0"/>
            </a:p>
          </p:txBody>
        </p:sp>
        <p:cxnSp>
          <p:nvCxnSpPr>
            <p:cNvPr id="11" name="Gerade Verbindung mit Pfeil 10">
              <a:extLst>
                <a:ext uri="{FF2B5EF4-FFF2-40B4-BE49-F238E27FC236}">
                  <a16:creationId xmlns:a16="http://schemas.microsoft.com/office/drawing/2014/main" id="{C64546CC-574A-F974-C7C8-496C0A6AA589}"/>
                </a:ext>
              </a:extLst>
            </p:cNvPr>
            <p:cNvCxnSpPr>
              <a:cxnSpLocks/>
              <a:endCxn id="6" idx="0"/>
            </p:cNvCxnSpPr>
            <p:nvPr/>
          </p:nvCxnSpPr>
          <p:spPr>
            <a:xfrm>
              <a:off x="9644976" y="1736725"/>
              <a:ext cx="0" cy="467739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Gerade Verbindung mit Pfeil 13">
              <a:extLst>
                <a:ext uri="{FF2B5EF4-FFF2-40B4-BE49-F238E27FC236}">
                  <a16:creationId xmlns:a16="http://schemas.microsoft.com/office/drawing/2014/main" id="{689583FD-995A-8932-0F9E-B16AB77B9A4D}"/>
                </a:ext>
              </a:extLst>
            </p:cNvPr>
            <p:cNvCxnSpPr>
              <a:cxnSpLocks/>
            </p:cNvCxnSpPr>
            <p:nvPr/>
          </p:nvCxnSpPr>
          <p:spPr>
            <a:xfrm>
              <a:off x="9644976" y="2852164"/>
              <a:ext cx="0" cy="467739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Gerade Verbindung mit Pfeil 14">
              <a:extLst>
                <a:ext uri="{FF2B5EF4-FFF2-40B4-BE49-F238E27FC236}">
                  <a16:creationId xmlns:a16="http://schemas.microsoft.com/office/drawing/2014/main" id="{98F072E4-410A-4DED-BD60-9552E316F22A}"/>
                </a:ext>
              </a:extLst>
            </p:cNvPr>
            <p:cNvCxnSpPr>
              <a:cxnSpLocks/>
            </p:cNvCxnSpPr>
            <p:nvPr/>
          </p:nvCxnSpPr>
          <p:spPr>
            <a:xfrm>
              <a:off x="9656326" y="3967603"/>
              <a:ext cx="0" cy="467739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Gerade Verbindung mit Pfeil 15">
              <a:extLst>
                <a:ext uri="{FF2B5EF4-FFF2-40B4-BE49-F238E27FC236}">
                  <a16:creationId xmlns:a16="http://schemas.microsoft.com/office/drawing/2014/main" id="{5917BFBE-D15D-F882-FB6F-19C27BB5DA85}"/>
                </a:ext>
              </a:extLst>
            </p:cNvPr>
            <p:cNvCxnSpPr>
              <a:cxnSpLocks/>
            </p:cNvCxnSpPr>
            <p:nvPr/>
          </p:nvCxnSpPr>
          <p:spPr>
            <a:xfrm>
              <a:off x="9656326" y="5083042"/>
              <a:ext cx="0" cy="467739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8" name="Grafik 17">
            <a:extLst>
              <a:ext uri="{FF2B5EF4-FFF2-40B4-BE49-F238E27FC236}">
                <a16:creationId xmlns:a16="http://schemas.microsoft.com/office/drawing/2014/main" id="{A314815B-8DEA-415C-38EC-94929DE2A6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2464" y="2764445"/>
            <a:ext cx="4496912" cy="32375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685650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2F415C-78FC-5C24-4ADA-9F15A072A8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Softwaretechnische</a:t>
            </a:r>
            <a:r>
              <a:rPr lang="en-US" dirty="0"/>
              <a:t> </a:t>
            </a:r>
            <a:r>
              <a:rPr lang="en-US" dirty="0" err="1"/>
              <a:t>Nachbearbeitung</a:t>
            </a:r>
            <a:r>
              <a:rPr lang="en-US" dirty="0"/>
              <a:t> - </a:t>
            </a:r>
            <a:r>
              <a:rPr lang="de-DE" dirty="0"/>
              <a:t>NMS-</a:t>
            </a:r>
            <a:r>
              <a:rPr lang="de-DE" dirty="0" err="1"/>
              <a:t>free</a:t>
            </a:r>
            <a:r>
              <a:rPr lang="de-DE" dirty="0"/>
              <a:t> </a:t>
            </a:r>
            <a:r>
              <a:rPr lang="de-DE" dirty="0" err="1"/>
              <a:t>Inference</a:t>
            </a:r>
            <a:endParaRPr lang="en-DE" dirty="0"/>
          </a:p>
        </p:txBody>
      </p:sp>
      <p:pic>
        <p:nvPicPr>
          <p:cNvPr id="6" name="Inhaltsplatzhalter 5">
            <a:extLst>
              <a:ext uri="{FF2B5EF4-FFF2-40B4-BE49-F238E27FC236}">
                <a16:creationId xmlns:a16="http://schemas.microsoft.com/office/drawing/2014/main" id="{A241D1C1-3189-AB71-7795-2AF7881AC6F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603133" y="1832588"/>
            <a:ext cx="6523206" cy="2286801"/>
          </a:xfrm>
          <a:prstGeom prst="rect">
            <a:avLst/>
          </a:prstGeom>
        </p:spPr>
      </p:pic>
      <p:sp>
        <p:nvSpPr>
          <p:cNvPr id="7" name="Textfeld 6">
            <a:hlinkClick r:id="rId3"/>
            <a:extLst>
              <a:ext uri="{FF2B5EF4-FFF2-40B4-BE49-F238E27FC236}">
                <a16:creationId xmlns:a16="http://schemas.microsoft.com/office/drawing/2014/main" id="{4E0673AE-1205-EF3A-31C7-98213C09B09A}"/>
              </a:ext>
            </a:extLst>
          </p:cNvPr>
          <p:cNvSpPr txBox="1"/>
          <p:nvPr/>
        </p:nvSpPr>
        <p:spPr>
          <a:xfrm>
            <a:off x="7821020" y="4194657"/>
            <a:ext cx="24368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Quelle: </a:t>
            </a:r>
            <a:r>
              <a:rPr lang="de-DE" dirty="0" err="1"/>
              <a:t>Ultralytics</a:t>
            </a:r>
            <a:r>
              <a:rPr lang="de-DE" dirty="0"/>
              <a:t> [1]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6D88B69F-16F8-B2D2-E7AB-10D54034B21D}"/>
              </a:ext>
            </a:extLst>
          </p:cNvPr>
          <p:cNvSpPr txBox="1"/>
          <p:nvPr/>
        </p:nvSpPr>
        <p:spPr>
          <a:xfrm>
            <a:off x="609600" y="2423267"/>
            <a:ext cx="6822333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b="1" dirty="0"/>
              <a:t>Klassische YOLO-Pipeline:</a:t>
            </a:r>
          </a:p>
          <a:p>
            <a:endParaRPr lang="de-DE" dirty="0"/>
          </a:p>
          <a:p>
            <a:r>
              <a:rPr lang="de-DE" dirty="0"/>
              <a:t>Raw </a:t>
            </a:r>
            <a:r>
              <a:rPr lang="de-DE" dirty="0" err="1"/>
              <a:t>predictions</a:t>
            </a:r>
            <a:r>
              <a:rPr lang="de-DE" dirty="0"/>
              <a:t> → NMS → final </a:t>
            </a:r>
            <a:r>
              <a:rPr lang="de-DE" dirty="0" err="1"/>
              <a:t>detections</a:t>
            </a:r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r>
              <a:rPr lang="de-DE" b="1" dirty="0"/>
              <a:t>YOLO26-Pipeline:</a:t>
            </a:r>
          </a:p>
          <a:p>
            <a:endParaRPr lang="de-DE" dirty="0"/>
          </a:p>
          <a:p>
            <a:r>
              <a:rPr lang="de-DE" dirty="0"/>
              <a:t>Raw </a:t>
            </a:r>
            <a:r>
              <a:rPr lang="de-DE" dirty="0" err="1"/>
              <a:t>predictions</a:t>
            </a:r>
            <a:r>
              <a:rPr lang="de-DE" dirty="0"/>
              <a:t> → end-</a:t>
            </a:r>
            <a:r>
              <a:rPr lang="de-DE" dirty="0" err="1"/>
              <a:t>to</a:t>
            </a:r>
            <a:r>
              <a:rPr lang="de-DE" dirty="0"/>
              <a:t>-end </a:t>
            </a:r>
            <a:r>
              <a:rPr lang="de-DE" dirty="0" err="1"/>
              <a:t>predictor</a:t>
            </a:r>
            <a:r>
              <a:rPr lang="de-DE" dirty="0"/>
              <a:t> → final </a:t>
            </a:r>
            <a:r>
              <a:rPr lang="de-DE" dirty="0" err="1"/>
              <a:t>detections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509588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1ED4DE-BDED-FC75-8E0D-C01891D614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43F380-0729-253C-F88F-D621A53808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Softwaretechnische</a:t>
            </a:r>
            <a:r>
              <a:rPr lang="en-US" dirty="0"/>
              <a:t> </a:t>
            </a:r>
            <a:r>
              <a:rPr lang="en-US" dirty="0" err="1"/>
              <a:t>Nachbearbeitung</a:t>
            </a:r>
            <a:r>
              <a:rPr lang="en-US" dirty="0"/>
              <a:t> - </a:t>
            </a:r>
            <a:r>
              <a:rPr lang="de-DE" dirty="0"/>
              <a:t>NMS-</a:t>
            </a:r>
            <a:r>
              <a:rPr lang="de-DE" dirty="0" err="1"/>
              <a:t>free</a:t>
            </a:r>
            <a:r>
              <a:rPr lang="de-DE" dirty="0"/>
              <a:t> </a:t>
            </a:r>
            <a:r>
              <a:rPr lang="de-DE" dirty="0" err="1"/>
              <a:t>Inference</a:t>
            </a:r>
            <a:endParaRPr lang="en-DE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83D96F9A-6B61-0B70-5F1A-A65D58A175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599" y="1376362"/>
            <a:ext cx="10972801" cy="4105275"/>
          </a:xfrm>
        </p:spPr>
        <p:txBody>
          <a:bodyPr/>
          <a:lstStyle/>
          <a:p>
            <a:r>
              <a:rPr lang="de-DE" dirty="0"/>
              <a:t>Definition: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dirty="0"/>
              <a:t>Entfernt stark überlappende </a:t>
            </a:r>
            <a:r>
              <a:rPr lang="de-DE" dirty="0" err="1"/>
              <a:t>Bounding</a:t>
            </a:r>
            <a:r>
              <a:rPr lang="de-DE" dirty="0"/>
              <a:t> Boxes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dirty="0"/>
              <a:t>Behalte Box mit höchster Confidence, entferne Boxen mit hoher </a:t>
            </a:r>
            <a:r>
              <a:rPr lang="de-DE" dirty="0" err="1"/>
              <a:t>IoU</a:t>
            </a:r>
            <a:r>
              <a:rPr lang="de-DE" dirty="0"/>
              <a:t>-Überlappung</a:t>
            </a:r>
          </a:p>
          <a:p>
            <a:r>
              <a:rPr lang="de-DE" dirty="0"/>
              <a:t>Vorteil: </a:t>
            </a:r>
          </a:p>
          <a:p>
            <a:r>
              <a:rPr lang="de-DE" dirty="0"/>
              <a:t>	✅Weniger doppelte Detektionen, klare finale Ausgabe</a:t>
            </a:r>
          </a:p>
          <a:p>
            <a:r>
              <a:rPr lang="de-DE" dirty="0"/>
              <a:t>Nachteil:</a:t>
            </a:r>
          </a:p>
          <a:p>
            <a:r>
              <a:rPr lang="de-DE" dirty="0"/>
              <a:t>	❌Zusätzliche Latenz</a:t>
            </a:r>
          </a:p>
          <a:p>
            <a:r>
              <a:rPr lang="de-DE" dirty="0"/>
              <a:t>	❌</a:t>
            </a:r>
            <a:r>
              <a:rPr lang="de-DE" dirty="0" err="1"/>
              <a:t>IoU</a:t>
            </a:r>
            <a:r>
              <a:rPr lang="de-DE" dirty="0"/>
              <a:t>-Schwelle muss manuell gewählt werden</a:t>
            </a:r>
          </a:p>
          <a:p>
            <a:r>
              <a:rPr lang="de-DE" dirty="0"/>
              <a:t>	❌schwieriger für Edge/Export</a:t>
            </a:r>
          </a:p>
          <a:p>
            <a:endParaRPr lang="de-DE" dirty="0"/>
          </a:p>
          <a:p>
            <a:endParaRPr lang="de-DE" dirty="0"/>
          </a:p>
        </p:txBody>
      </p:sp>
      <p:graphicFrame>
        <p:nvGraphicFramePr>
          <p:cNvPr id="9" name="Tabelle 8">
            <a:extLst>
              <a:ext uri="{FF2B5EF4-FFF2-40B4-BE49-F238E27FC236}">
                <a16:creationId xmlns:a16="http://schemas.microsoft.com/office/drawing/2014/main" id="{95B95A1A-DF5A-0193-3501-526E8F965C6D}"/>
              </a:ext>
            </a:extLst>
          </p:cNvPr>
          <p:cNvGraphicFramePr>
            <a:graphicFrameLocks noGrp="1"/>
          </p:cNvGraphicFramePr>
          <p:nvPr/>
        </p:nvGraphicFramePr>
        <p:xfrm>
          <a:off x="609600" y="3712051"/>
          <a:ext cx="10972800" cy="365760"/>
        </p:xfrm>
        <a:graphic>
          <a:graphicData uri="http://schemas.openxmlformats.org/drawingml/2006/table">
            <a:tbl>
              <a:tblPr/>
              <a:tblGrid>
                <a:gridCol w="10972800">
                  <a:extLst>
                    <a:ext uri="{9D8B030D-6E8A-4147-A177-3AD203B41FA5}">
                      <a16:colId xmlns:a16="http://schemas.microsoft.com/office/drawing/2014/main" val="48862318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de-DE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13374486"/>
                  </a:ext>
                </a:extLst>
              </a:tr>
            </a:tbl>
          </a:graphicData>
        </a:graphic>
      </p:graphicFrame>
      <p:graphicFrame>
        <p:nvGraphicFramePr>
          <p:cNvPr id="10" name="Tabelle 9">
            <a:extLst>
              <a:ext uri="{FF2B5EF4-FFF2-40B4-BE49-F238E27FC236}">
                <a16:creationId xmlns:a16="http://schemas.microsoft.com/office/drawing/2014/main" id="{14D2D546-97B3-133E-FFCE-7B6E6008AE5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82178557"/>
              </p:ext>
            </p:extLst>
          </p:nvPr>
        </p:nvGraphicFramePr>
        <p:xfrm>
          <a:off x="609600" y="3712051"/>
          <a:ext cx="10972800" cy="365760"/>
        </p:xfrm>
        <a:graphic>
          <a:graphicData uri="http://schemas.openxmlformats.org/drawingml/2006/table">
            <a:tbl>
              <a:tblPr/>
              <a:tblGrid>
                <a:gridCol w="10972800">
                  <a:extLst>
                    <a:ext uri="{9D8B030D-6E8A-4147-A177-3AD203B41FA5}">
                      <a16:colId xmlns:a16="http://schemas.microsoft.com/office/drawing/2014/main" val="102769278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de-DE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76673338"/>
                  </a:ext>
                </a:extLst>
              </a:tr>
            </a:tbl>
          </a:graphicData>
        </a:graphic>
      </p:graphicFrame>
      <p:pic>
        <p:nvPicPr>
          <p:cNvPr id="12" name="Grafik 11">
            <a:extLst>
              <a:ext uri="{FF2B5EF4-FFF2-40B4-BE49-F238E27FC236}">
                <a16:creationId xmlns:a16="http://schemas.microsoft.com/office/drawing/2014/main" id="{AE27126A-677C-CFCC-0839-8AB301D3CE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1234" y="3020438"/>
            <a:ext cx="3713736" cy="2738758"/>
          </a:xfrm>
          <a:prstGeom prst="rect">
            <a:avLst/>
          </a:prstGeom>
        </p:spPr>
      </p:pic>
      <p:sp>
        <p:nvSpPr>
          <p:cNvPr id="13" name="Textfeld 12">
            <a:hlinkClick r:id="rId3"/>
            <a:extLst>
              <a:ext uri="{FF2B5EF4-FFF2-40B4-BE49-F238E27FC236}">
                <a16:creationId xmlns:a16="http://schemas.microsoft.com/office/drawing/2014/main" id="{7C5B3E29-E3CB-273B-83DF-5897AEC44ADB}"/>
              </a:ext>
            </a:extLst>
          </p:cNvPr>
          <p:cNvSpPr txBox="1"/>
          <p:nvPr/>
        </p:nvSpPr>
        <p:spPr>
          <a:xfrm>
            <a:off x="8624539" y="5907111"/>
            <a:ext cx="29578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Quelle: </a:t>
            </a:r>
            <a:r>
              <a:rPr lang="de-DE" dirty="0" err="1"/>
              <a:t>pyimagesearch</a:t>
            </a:r>
            <a:r>
              <a:rPr lang="de-DE" dirty="0"/>
              <a:t>[2]</a:t>
            </a:r>
          </a:p>
        </p:txBody>
      </p:sp>
    </p:spTree>
    <p:extLst>
      <p:ext uri="{BB962C8B-B14F-4D97-AF65-F5344CB8AC3E}">
        <p14:creationId xmlns:p14="http://schemas.microsoft.com/office/powerpoint/2010/main" val="312973189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FCAEC1-E6EC-DE90-3E3C-C80F3FB5BE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3034DC-ADFE-A583-9ADB-1559D6CC8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Softwaretechnische</a:t>
            </a:r>
            <a:r>
              <a:rPr lang="en-US" dirty="0"/>
              <a:t> </a:t>
            </a:r>
            <a:r>
              <a:rPr lang="en-US" dirty="0" err="1"/>
              <a:t>Nachbearbeitung</a:t>
            </a:r>
            <a:r>
              <a:rPr lang="en-US" dirty="0"/>
              <a:t> - </a:t>
            </a:r>
            <a:r>
              <a:rPr lang="de-DE" dirty="0"/>
              <a:t>NMS-</a:t>
            </a:r>
            <a:r>
              <a:rPr lang="de-DE" dirty="0" err="1"/>
              <a:t>free</a:t>
            </a:r>
            <a:r>
              <a:rPr lang="de-DE" dirty="0"/>
              <a:t> </a:t>
            </a:r>
            <a:r>
              <a:rPr lang="de-DE" dirty="0" err="1"/>
              <a:t>Inference</a:t>
            </a:r>
            <a:endParaRPr lang="en-DE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11B89B1D-F63A-31EE-0D96-905AF2329B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599" y="1663430"/>
            <a:ext cx="10972801" cy="3818207"/>
          </a:xfrm>
        </p:spPr>
        <p:txBody>
          <a:bodyPr/>
          <a:lstStyle/>
          <a:p>
            <a:r>
              <a:rPr lang="de-DE" dirty="0"/>
              <a:t>Warum bleibt YOLO26 trotz weniger Nachbearbeitung stabil?</a:t>
            </a:r>
          </a:p>
          <a:p>
            <a:endParaRPr lang="de-DE" dirty="0"/>
          </a:p>
        </p:txBody>
      </p:sp>
      <p:graphicFrame>
        <p:nvGraphicFramePr>
          <p:cNvPr id="9" name="Tabelle 8">
            <a:extLst>
              <a:ext uri="{FF2B5EF4-FFF2-40B4-BE49-F238E27FC236}">
                <a16:creationId xmlns:a16="http://schemas.microsoft.com/office/drawing/2014/main" id="{A0FB0A9B-EDB3-B781-19EC-1EA9AAB0ECD7}"/>
              </a:ext>
            </a:extLst>
          </p:cNvPr>
          <p:cNvGraphicFramePr>
            <a:graphicFrameLocks noGrp="1"/>
          </p:cNvGraphicFramePr>
          <p:nvPr/>
        </p:nvGraphicFramePr>
        <p:xfrm>
          <a:off x="609600" y="3712051"/>
          <a:ext cx="10972800" cy="365760"/>
        </p:xfrm>
        <a:graphic>
          <a:graphicData uri="http://schemas.openxmlformats.org/drawingml/2006/table">
            <a:tbl>
              <a:tblPr/>
              <a:tblGrid>
                <a:gridCol w="10972800">
                  <a:extLst>
                    <a:ext uri="{9D8B030D-6E8A-4147-A177-3AD203B41FA5}">
                      <a16:colId xmlns:a16="http://schemas.microsoft.com/office/drawing/2014/main" val="48862318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de-DE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13374486"/>
                  </a:ext>
                </a:extLst>
              </a:tr>
            </a:tbl>
          </a:graphicData>
        </a:graphic>
      </p:graphicFrame>
      <p:graphicFrame>
        <p:nvGraphicFramePr>
          <p:cNvPr id="10" name="Tabelle 9">
            <a:extLst>
              <a:ext uri="{FF2B5EF4-FFF2-40B4-BE49-F238E27FC236}">
                <a16:creationId xmlns:a16="http://schemas.microsoft.com/office/drawing/2014/main" id="{2B1D5E1D-D17F-0CBD-03E1-40DFA5F9DD7F}"/>
              </a:ext>
            </a:extLst>
          </p:cNvPr>
          <p:cNvGraphicFramePr>
            <a:graphicFrameLocks noGrp="1"/>
          </p:cNvGraphicFramePr>
          <p:nvPr/>
        </p:nvGraphicFramePr>
        <p:xfrm>
          <a:off x="609600" y="3712051"/>
          <a:ext cx="10972800" cy="365760"/>
        </p:xfrm>
        <a:graphic>
          <a:graphicData uri="http://schemas.openxmlformats.org/drawingml/2006/table">
            <a:tbl>
              <a:tblPr/>
              <a:tblGrid>
                <a:gridCol w="10972800">
                  <a:extLst>
                    <a:ext uri="{9D8B030D-6E8A-4147-A177-3AD203B41FA5}">
                      <a16:colId xmlns:a16="http://schemas.microsoft.com/office/drawing/2014/main" val="102769278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de-DE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76673338"/>
                  </a:ext>
                </a:extLst>
              </a:tr>
            </a:tbl>
          </a:graphicData>
        </a:graphic>
      </p:graphicFrame>
      <p:graphicFrame>
        <p:nvGraphicFramePr>
          <p:cNvPr id="3" name="Tabelle 2">
            <a:extLst>
              <a:ext uri="{FF2B5EF4-FFF2-40B4-BE49-F238E27FC236}">
                <a16:creationId xmlns:a16="http://schemas.microsoft.com/office/drawing/2014/main" id="{40030FE2-6D9E-77C8-FA72-8D882331CF3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0618817"/>
              </p:ext>
            </p:extLst>
          </p:nvPr>
        </p:nvGraphicFramePr>
        <p:xfrm>
          <a:off x="609600" y="2340451"/>
          <a:ext cx="10972800" cy="3474720"/>
        </p:xfrm>
        <a:graphic>
          <a:graphicData uri="http://schemas.openxmlformats.org/drawingml/2006/table">
            <a:tbl>
              <a:tblPr/>
              <a:tblGrid>
                <a:gridCol w="3019929">
                  <a:extLst>
                    <a:ext uri="{9D8B030D-6E8A-4147-A177-3AD203B41FA5}">
                      <a16:colId xmlns:a16="http://schemas.microsoft.com/office/drawing/2014/main" val="3959315303"/>
                    </a:ext>
                  </a:extLst>
                </a:gridCol>
                <a:gridCol w="3019929">
                  <a:extLst>
                    <a:ext uri="{9D8B030D-6E8A-4147-A177-3AD203B41FA5}">
                      <a16:colId xmlns:a16="http://schemas.microsoft.com/office/drawing/2014/main" val="1848340204"/>
                    </a:ext>
                  </a:extLst>
                </a:gridCol>
                <a:gridCol w="4932942">
                  <a:extLst>
                    <a:ext uri="{9D8B030D-6E8A-4147-A177-3AD203B41FA5}">
                      <a16:colId xmlns:a16="http://schemas.microsoft.com/office/drawing/2014/main" val="239209126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dirty="0"/>
                        <a:t>Methode</a:t>
                      </a:r>
                    </a:p>
                  </a:txBody>
                  <a:tcPr anchor="ctr">
                    <a:lnL w="12700">
                      <a:solidFill>
                        <a:srgbClr val="666666"/>
                      </a:solidFill>
                    </a:lnL>
                    <a:lnR w="12700">
                      <a:solidFill>
                        <a:srgbClr val="666666"/>
                      </a:solidFill>
                    </a:lnR>
                    <a:lnT w="12700">
                      <a:solidFill>
                        <a:srgbClr val="666666"/>
                      </a:solidFill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dirty="0"/>
                        <a:t>Rolle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rgbClr val="666666"/>
                      </a:solidFill>
                    </a:lnR>
                    <a:lnT w="12700">
                      <a:solidFill>
                        <a:srgbClr val="666666"/>
                      </a:solidFill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dirty="0"/>
                        <a:t>Bedeutung der Nachbearbeitung</a:t>
                      </a:r>
                    </a:p>
                  </a:txBody>
                  <a:tcPr anchor="ctr">
                    <a:lnL w="12700">
                      <a:solidFill>
                        <a:srgbClr val="666666"/>
                      </a:solidFill>
                    </a:lnL>
                    <a:lnR w="12700">
                      <a:solidFill>
                        <a:srgbClr val="666666"/>
                      </a:solidFill>
                    </a:lnR>
                    <a:lnT w="12700">
                      <a:solidFill>
                        <a:srgbClr val="666666"/>
                      </a:solidFill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343206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b="1" dirty="0"/>
                        <a:t>DFL </a:t>
                      </a:r>
                      <a:r>
                        <a:rPr lang="de-DE" b="1" dirty="0" err="1"/>
                        <a:t>Removal</a:t>
                      </a:r>
                      <a:endParaRPr lang="de-DE" dirty="0"/>
                    </a:p>
                  </a:txBody>
                  <a:tcPr anchor="ctr">
                    <a:lnL w="12700">
                      <a:solidFill>
                        <a:srgbClr val="666666"/>
                      </a:solidFill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66666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/>
                        <a:t>Vereinfachte Bounding-Box-Regression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dirty="0"/>
                        <a:t>einfachere Ausgaben, bessere Exportfähigkeit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rgbClr val="666666"/>
                      </a:solidFill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66666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155931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b="1"/>
                        <a:t>ProgLoss</a:t>
                      </a:r>
                      <a:endParaRPr lang="de-DE"/>
                    </a:p>
                  </a:txBody>
                  <a:tcPr anchor="ctr">
                    <a:lnL w="12700">
                      <a:solidFill>
                        <a:srgbClr val="666666"/>
                      </a:solidFill>
                    </a:lnL>
                    <a:lnR w="12700">
                      <a:solidFill>
                        <a:srgbClr val="666666"/>
                      </a:solidFill>
                    </a:lnR>
                    <a:lnT w="12700">
                      <a:solidFill>
                        <a:srgbClr val="666666"/>
                      </a:solidFill>
                    </a:lnT>
                    <a:lnB w="12700">
                      <a:solidFill>
                        <a:srgbClr val="66666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/>
                        <a:t>Stabilere Gewichtung der Loss-Komponenten im Training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rgbClr val="666666"/>
                      </a:solidFill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dirty="0"/>
                        <a:t>hilft, Genauigkeit trotz vereinfachter Pipeline zu halten</a:t>
                      </a:r>
                    </a:p>
                  </a:txBody>
                  <a:tcPr anchor="ctr">
                    <a:lnL w="12700">
                      <a:solidFill>
                        <a:srgbClr val="666666"/>
                      </a:solidFill>
                    </a:lnL>
                    <a:lnR w="12700">
                      <a:solidFill>
                        <a:srgbClr val="666666"/>
                      </a:solidFill>
                    </a:lnR>
                    <a:lnT w="12700">
                      <a:solidFill>
                        <a:srgbClr val="666666"/>
                      </a:solidFill>
                    </a:lnT>
                    <a:lnB w="12700">
                      <a:solidFill>
                        <a:srgbClr val="66666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129165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b="1"/>
                        <a:t>STAL</a:t>
                      </a:r>
                      <a:endParaRPr lang="de-DE"/>
                    </a:p>
                  </a:txBody>
                  <a:tcPr anchor="ctr">
                    <a:lnL w="12700">
                      <a:solidFill>
                        <a:srgbClr val="666666"/>
                      </a:solidFill>
                    </a:lnL>
                    <a:lnR w="12700">
                      <a:solidFill>
                        <a:srgbClr val="666666"/>
                      </a:solidFill>
                    </a:lnR>
                    <a:lnT w="12700">
                      <a:solidFill>
                        <a:srgbClr val="666666"/>
                      </a:solidFill>
                    </a:lnT>
                    <a:lnB w="12700">
                      <a:solidFill>
                        <a:srgbClr val="66666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/>
                        <a:t>Bessere Zuordnung kleiner/verdeckter Objekte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rgbClr val="666666"/>
                      </a:solidFill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/>
                        <a:t>verbessert Erkennung schwieriger Objekte</a:t>
                      </a:r>
                    </a:p>
                  </a:txBody>
                  <a:tcPr anchor="ctr">
                    <a:lnL w="12700">
                      <a:solidFill>
                        <a:srgbClr val="666666"/>
                      </a:solidFill>
                    </a:lnL>
                    <a:lnR w="12700">
                      <a:solidFill>
                        <a:srgbClr val="666666"/>
                      </a:solidFill>
                    </a:lnR>
                    <a:lnT w="12700">
                      <a:solidFill>
                        <a:srgbClr val="666666"/>
                      </a:solidFill>
                    </a:lnT>
                    <a:lnB w="12700">
                      <a:solidFill>
                        <a:srgbClr val="66666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6495609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b="1"/>
                        <a:t>MuSGD</a:t>
                      </a:r>
                      <a:endParaRPr lang="de-DE"/>
                    </a:p>
                  </a:txBody>
                  <a:tcPr anchor="ctr">
                    <a:lnL w="12700">
                      <a:solidFill>
                        <a:srgbClr val="666666"/>
                      </a:solidFill>
                    </a:lnL>
                    <a:lnR w="12700">
                      <a:solidFill>
                        <a:srgbClr val="666666"/>
                      </a:solidFill>
                    </a:lnR>
                    <a:lnT w="12700">
                      <a:solidFill>
                        <a:srgbClr val="666666"/>
                      </a:solidFill>
                    </a:lnT>
                    <a:lnB w="12700">
                      <a:solidFill>
                        <a:srgbClr val="66666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dirty="0"/>
                        <a:t>Stabilere und schnellere Konvergenz beim Training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rgbClr val="666666"/>
                      </a:solidFill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66666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dirty="0"/>
                        <a:t>stabileres Training, keine </a:t>
                      </a:r>
                      <a:r>
                        <a:rPr lang="de-DE" dirty="0" err="1"/>
                        <a:t>Runtime</a:t>
                      </a:r>
                      <a:r>
                        <a:rPr lang="de-DE" dirty="0"/>
                        <a:t>-Nachbearbeitung</a:t>
                      </a:r>
                    </a:p>
                  </a:txBody>
                  <a:tcPr anchor="ctr">
                    <a:lnL w="12700">
                      <a:solidFill>
                        <a:srgbClr val="666666"/>
                      </a:solidFill>
                    </a:lnL>
                    <a:lnR w="12700">
                      <a:solidFill>
                        <a:srgbClr val="666666"/>
                      </a:solidFill>
                    </a:lnR>
                    <a:lnT w="12700">
                      <a:solidFill>
                        <a:srgbClr val="666666"/>
                      </a:solidFill>
                    </a:lnT>
                    <a:lnB w="12700">
                      <a:solidFill>
                        <a:srgbClr val="66666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6526734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6925859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9E17C24-6574-BAAE-265D-ACF60DF48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Softwaretechnische</a:t>
            </a:r>
            <a:r>
              <a:rPr lang="en-US" dirty="0"/>
              <a:t> </a:t>
            </a:r>
            <a:r>
              <a:rPr lang="en-US" dirty="0" err="1"/>
              <a:t>Nachbearbeitung</a:t>
            </a:r>
            <a:r>
              <a:rPr lang="en-US" dirty="0"/>
              <a:t> – Results object</a:t>
            </a:r>
            <a:endParaRPr lang="de-DE" dirty="0"/>
          </a:p>
        </p:txBody>
      </p:sp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68AC0E1F-78E5-A058-6F9A-8805178D288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09600" y="2081212"/>
            <a:ext cx="5013169" cy="20876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301391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B7B0969-53CF-A02D-2047-4E5FD98048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Referenz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0721222-9A76-F9FE-41FD-9BE61657811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6116659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E08D8AD-2C47-D557-2BBF-D86D9E0DD9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599" y="632299"/>
            <a:ext cx="10972801" cy="5209702"/>
          </a:xfrm>
        </p:spPr>
        <p:txBody>
          <a:bodyPr/>
          <a:lstStyle/>
          <a:p>
            <a:r>
              <a:rPr lang="de-DE" dirty="0"/>
              <a:t>[1] </a:t>
            </a:r>
            <a:r>
              <a:rPr lang="en-US" dirty="0"/>
              <a:t>The impact of </a:t>
            </a:r>
            <a:r>
              <a:rPr lang="en-US" dirty="0" err="1"/>
              <a:t>Ultralytics</a:t>
            </a:r>
            <a:r>
              <a:rPr lang="en-US" dirty="0"/>
              <a:t> YOLO26’s faster, edge-first design. Abirami Vina. January 16, 2026. </a:t>
            </a:r>
            <a:r>
              <a:rPr lang="de-DE" dirty="0"/>
              <a:t>URL: </a:t>
            </a:r>
            <a:r>
              <a:rPr lang="de-DE" dirty="0">
                <a:hlinkClick r:id="rId2"/>
              </a:rPr>
              <a:t>https://www.ultralytics.com/blog/the-impact-of-ultralytics-yolo26s-faster-edge-first-design</a:t>
            </a:r>
            <a:endParaRPr lang="de-DE" dirty="0"/>
          </a:p>
          <a:p>
            <a:r>
              <a:rPr lang="de-DE" dirty="0"/>
              <a:t>[2] </a:t>
            </a:r>
            <a:r>
              <a:rPr lang="en-US" dirty="0"/>
              <a:t>Intersection over Union (</a:t>
            </a:r>
            <a:r>
              <a:rPr lang="en-US" dirty="0" err="1"/>
              <a:t>IoU</a:t>
            </a:r>
            <a:r>
              <a:rPr lang="en-US" dirty="0"/>
              <a:t>) for object detection. Adrian Rosebrock on November 7, 2016. </a:t>
            </a:r>
            <a:r>
              <a:rPr lang="de-DE" dirty="0"/>
              <a:t>URL: </a:t>
            </a:r>
            <a:r>
              <a:rPr lang="de-DE" dirty="0">
                <a:hlinkClick r:id="rId3"/>
              </a:rPr>
              <a:t>https://pyimagesearch.com/2016/11/07/intersection-over-union-iou-for-object-detection/</a:t>
            </a:r>
            <a:endParaRPr lang="de-DE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931753303"/>
      </p:ext>
    </p:extLst>
  </p:cSld>
  <p:clrMapOvr>
    <a:masterClrMapping/>
  </p:clrMapOvr>
</p:sld>
</file>

<file path=ppt/theme/theme1.xml><?xml version="1.0" encoding="utf-8"?>
<a:theme xmlns:a="http://schemas.openxmlformats.org/drawingml/2006/main" name="TUD Standard_20 pt">
  <a:themeElements>
    <a:clrScheme name="TUD_2025_Blau-Türkis">
      <a:dk1>
        <a:srgbClr val="000000"/>
      </a:dk1>
      <a:lt1>
        <a:sysClr val="window" lastClr="FFFFFF"/>
      </a:lt1>
      <a:dk2>
        <a:srgbClr val="566371"/>
      </a:dk2>
      <a:lt2>
        <a:srgbClr val="FFFFFF"/>
      </a:lt2>
      <a:accent1>
        <a:srgbClr val="00008C"/>
      </a:accent1>
      <a:accent2>
        <a:srgbClr val="97C6FF"/>
      </a:accent2>
      <a:accent3>
        <a:srgbClr val="2F57B2"/>
      </a:accent3>
      <a:accent4>
        <a:srgbClr val="00005A"/>
      </a:accent4>
      <a:accent5>
        <a:srgbClr val="0A777F"/>
      </a:accent5>
      <a:accent6>
        <a:srgbClr val="8CE6D7"/>
      </a:accent6>
      <a:hlink>
        <a:srgbClr val="00008C"/>
      </a:hlink>
      <a:folHlink>
        <a:srgbClr val="2F57B2"/>
      </a:folHlink>
    </a:clrScheme>
    <a:fontScheme name="TUD_2025_Noto Sans">
      <a:majorFont>
        <a:latin typeface="Noto Sans Medium"/>
        <a:ea typeface=""/>
        <a:cs typeface=""/>
      </a:majorFont>
      <a:minorFont>
        <a:latin typeface="Noto Sans"/>
        <a:ea typeface=""/>
        <a:cs typeface=""/>
      </a:minorFont>
    </a:fontScheme>
    <a:fmtScheme name="Subtile Körper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Zwischenseiten mit Shape">
  <a:themeElements>
    <a:clrScheme name="TUD_2025_Blau-Türkis">
      <a:dk1>
        <a:srgbClr val="000000"/>
      </a:dk1>
      <a:lt1>
        <a:sysClr val="window" lastClr="FFFFFF"/>
      </a:lt1>
      <a:dk2>
        <a:srgbClr val="566371"/>
      </a:dk2>
      <a:lt2>
        <a:srgbClr val="FFFFFF"/>
      </a:lt2>
      <a:accent1>
        <a:srgbClr val="00008C"/>
      </a:accent1>
      <a:accent2>
        <a:srgbClr val="97C6FF"/>
      </a:accent2>
      <a:accent3>
        <a:srgbClr val="2F57B2"/>
      </a:accent3>
      <a:accent4>
        <a:srgbClr val="00005A"/>
      </a:accent4>
      <a:accent5>
        <a:srgbClr val="0A777F"/>
      </a:accent5>
      <a:accent6>
        <a:srgbClr val="8CE6D7"/>
      </a:accent6>
      <a:hlink>
        <a:srgbClr val="00008C"/>
      </a:hlink>
      <a:folHlink>
        <a:srgbClr val="2F57B2"/>
      </a:folHlink>
    </a:clrScheme>
    <a:fontScheme name="TUD_2025_Noto Sans">
      <a:majorFont>
        <a:latin typeface="Noto Sans Medium"/>
        <a:ea typeface=""/>
        <a:cs typeface=""/>
      </a:majorFont>
      <a:minorFont>
        <a:latin typeface="Noto Sans"/>
        <a:ea typeface=""/>
        <a:cs typeface=""/>
      </a:minorFont>
    </a:fontScheme>
    <a:fmtScheme name="Subtile Körper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hne Fusszeile - Bilder randabfallend">
  <a:themeElements>
    <a:clrScheme name="TUD-2025__Test_GRK2250">
      <a:dk1>
        <a:srgbClr val="000000"/>
      </a:dk1>
      <a:lt1>
        <a:sysClr val="window" lastClr="FFFFFF"/>
      </a:lt1>
      <a:dk2>
        <a:srgbClr val="566371"/>
      </a:dk2>
      <a:lt2>
        <a:srgbClr val="FFFFFF"/>
      </a:lt2>
      <a:accent1>
        <a:srgbClr val="00008C"/>
      </a:accent1>
      <a:accent2>
        <a:srgbClr val="97C6FF"/>
      </a:accent2>
      <a:accent3>
        <a:srgbClr val="2F57B2"/>
      </a:accent3>
      <a:accent4>
        <a:srgbClr val="BC1589"/>
      </a:accent4>
      <a:accent5>
        <a:srgbClr val="C85000"/>
      </a:accent5>
      <a:accent6>
        <a:srgbClr val="007D4B"/>
      </a:accent6>
      <a:hlink>
        <a:srgbClr val="00008C"/>
      </a:hlink>
      <a:folHlink>
        <a:srgbClr val="2F57B2"/>
      </a:folHlink>
    </a:clrScheme>
    <a:fontScheme name="TUD_2025_Noto Sans">
      <a:majorFont>
        <a:latin typeface="Noto Sans Medium"/>
        <a:ea typeface=""/>
        <a:cs typeface=""/>
      </a:majorFont>
      <a:minorFont>
        <a:latin typeface="Noto Sans"/>
        <a:ea typeface=""/>
        <a:cs typeface=""/>
      </a:minorFont>
    </a:fontScheme>
    <a:fmtScheme name="Subtile Körper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593</Words>
  <Application>Microsoft Office PowerPoint</Application>
  <PresentationFormat>Widescreen</PresentationFormat>
  <Paragraphs>102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21</vt:i4>
      </vt:variant>
    </vt:vector>
  </HeadingPairs>
  <TitlesOfParts>
    <vt:vector size="34" baseType="lpstr">
      <vt:lpstr>Arial</vt:lpstr>
      <vt:lpstr>Calibri</vt:lpstr>
      <vt:lpstr>Courier New</vt:lpstr>
      <vt:lpstr>Noto Sans</vt:lpstr>
      <vt:lpstr>Noto Sans Medium</vt:lpstr>
      <vt:lpstr>Noto Serif</vt:lpstr>
      <vt:lpstr>Noto Serif (Textkörper)</vt:lpstr>
      <vt:lpstr>Noto Serif Light</vt:lpstr>
      <vt:lpstr>Open Sans</vt:lpstr>
      <vt:lpstr>Symbol</vt:lpstr>
      <vt:lpstr>TUD Standard_20 pt</vt:lpstr>
      <vt:lpstr>Zwischenseiten mit Shape</vt:lpstr>
      <vt:lpstr>ohne Fusszeile - Bilder randabfallend</vt:lpstr>
      <vt:lpstr>OSAT-Hinweise</vt:lpstr>
      <vt:lpstr>YOLO26: Bestimmung von Objekt-Posen in Bildern</vt:lpstr>
      <vt:lpstr>Motivation - 1. Welche Teilaufgabe in der Navigation mobiler Roboter wird gelöst?</vt:lpstr>
      <vt:lpstr>Welche Teilaufgabe in der Navigation mobiler Roboter wird gelöst?</vt:lpstr>
      <vt:lpstr>Use Cases</vt:lpstr>
      <vt:lpstr>Use Cases</vt:lpstr>
      <vt:lpstr>Analyse der Datenfluss</vt:lpstr>
      <vt:lpstr>Eingangsdaten mathematisch</vt:lpstr>
      <vt:lpstr>Eingangsdaten mathematisch</vt:lpstr>
      <vt:lpstr>Ausgangsdaten mathematisch</vt:lpstr>
      <vt:lpstr>Non-Maximum-Suppression</vt:lpstr>
      <vt:lpstr>PowerPoint Presentation</vt:lpstr>
      <vt:lpstr>PowerPoint Presentation</vt:lpstr>
      <vt:lpstr>Einsatz von YOLO 26 – Pose estimation</vt:lpstr>
      <vt:lpstr>Softwaretechnische Umsetzung</vt:lpstr>
      <vt:lpstr>Softwaretechnische Nachbearbeitung - NMS-free Inference</vt:lpstr>
      <vt:lpstr>Softwaretechnische Nachbearbeitung - NMS-free Inference</vt:lpstr>
      <vt:lpstr>Softwaretechnische Nachbearbeitung - NMS-free Inference</vt:lpstr>
      <vt:lpstr>Softwaretechnische Nachbearbeitung – Results object</vt:lpstr>
      <vt:lpstr>Referenz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250805_TUD-Präsentationsvorlage</dc:title>
  <dc:creator>Corporate Design</dc:creator>
  <cp:lastModifiedBy>Richard Loewe</cp:lastModifiedBy>
  <cp:revision>154</cp:revision>
  <dcterms:created xsi:type="dcterms:W3CDTF">2025-06-02T21:07:03Z</dcterms:created>
  <dcterms:modified xsi:type="dcterms:W3CDTF">2026-05-21T10:48:54Z</dcterms:modified>
</cp:coreProperties>
</file>