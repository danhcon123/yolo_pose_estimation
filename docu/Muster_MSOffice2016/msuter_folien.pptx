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2.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omments/modernComment_122_DB2860B6.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media/image17.svg" ContentType="image/svg"/>
  <Override PartName="/ppt/media/image18.svg" ContentType="image/svg"/>
  <Override PartName="/ppt/media/image19.svg" ContentType="image/svg"/>
  <Override PartName="/ppt/media/image22.svg" ContentType="image/svg"/>
  <Override PartName="/ppt/media/image23.svg" ContentType="image/svg"/>
  <Override PartName="/ppt/media/image24.svg" ContentType="image/svg"/>
  <Override PartName="/ppt/media/image25.svg" ContentType="image/svg"/>
  <Override PartName="/ppt/media/image26.svg" ContentType="image/svg"/>
  <Override PartName="/ppt/media/image27.svg" ContentType="image/svg"/>
  <Override PartName="/ppt/media/image28.svg" ContentType="image/svg"/>
  <Override PartName="/ppt/media/image29.svg" ContentType="image/svg"/>
  <Override PartName="/ppt/media/image30.svg" ContentType="image/svg"/>
  <Override PartName="/ppt/media/image31.svg" ContentType="image/svg"/>
  <Override PartName="/ppt/media/image32.svg" ContentType="image/svg"/>
  <Override PartName="/ppt/media/image33.svg" ContentType="image/svg"/>
  <Override PartName="/ppt/media/image34.svg" ContentType="image/svg"/>
  <Override PartName="/ppt/media/image35.svg" ContentType="image/svg"/>
  <Override PartName="/ppt/media/image36.svg" ContentType="image/svg"/>
  <Override PartName="/ppt/media/image37.svg" ContentType="image/svg"/>
  <Override PartName="/ppt/media/image38.svg" ContentType="image/svg"/>
  <Override PartName="/ppt/media/image39.svg" ContentType="image/svg"/>
  <Override PartName="/ppt/media/image40.svg" ContentType="image/svg"/>
  <Override PartName="/ppt/media/image41.svg" ContentType="image/svg"/>
  <Override PartName="/ppt/media/image42.svg" ContentType="image/svg"/>
  <Override PartName="/ppt/media/image43.svg" ContentType="image/svg"/>
  <Override PartName="/ppt/media/image44.svg" ContentType="image/svg"/>
  <Override PartName="/ppt/media/image45.svg" ContentType="image/svg"/>
  <Override PartName="/ppt/media/image46.svg" ContentType="image/svg"/>
  <Override PartName="/ppt/media/image47.svg" ContentType="image/svg"/>
  <Override PartName="/ppt/media/image48.svg" ContentType="image/svg"/>
  <Override PartName="/ppt/media/image49.svg" ContentType="image/svg"/>
  <Override PartName="/ppt/media/image50.svg" ContentType="image/svg"/>
  <Override PartName="/ppt/media/image51.svg" ContentType="image/svg"/>
  <Override PartName="/ppt/media/image52.svg" ContentType="image/svg"/>
  <Override PartName="/ppt/media/image53.svg" ContentType="image/svg"/>
  <Override PartName="/ppt/media/image54.svg" ContentType="image/svg"/>
  <Override PartName="/ppt/media/image55.svg" ContentType="image/svg"/>
  <Override PartName="/ppt/media/image56.svg" ContentType="image/svg"/>
  <Override PartName="/ppt/media/image57.svg" ContentType="image/svg"/>
  <Override PartName="/ppt/media/image58.svg" ContentType="image/svg"/>
  <Override PartName="/ppt/media/image59.svg" ContentType="image/svg"/>
  <Override PartName="/ppt/media/image60.svg" ContentType="image/svg"/>
  <Override PartName="/ppt/media/image61.svg" ContentType="image/svg"/>
  <Override PartName="/ppt/media/image62.svg" ContentType="image/svg"/>
  <Override PartName="/ppt/media/image63.svg" ContentType="image/svg"/>
  <Override PartName="/ppt/notesSlides/notesSlide14.xml" ContentType="application/vnd.openxmlformats-officedocument.presentationml.notesSlide+xml"/>
  <Override PartName="/ppt/media/image68.svg" ContentType="image/svg"/>
  <Override PartName="/ppt/media/image69.svg" ContentType="image/svg"/>
  <Override PartName="/ppt/media/image70.svg" ContentType="image/svg"/>
  <Override PartName="/ppt/media/image71.svg" ContentType="image/svg"/>
  <Override PartName="/ppt/media/image72.svg" ContentType="image/svg"/>
  <Override PartName="/ppt/media/image73.svg" ContentType="image/svg"/>
  <Override PartName="/ppt/media/image74.svg" ContentType="image/svg"/>
  <Override PartName="/ppt/media/image75.svg" ContentType="image/svg"/>
  <Override PartName="/ppt/media/image76.svg" ContentType="image/svg"/>
  <Override PartName="/ppt/media/image77.svg" ContentType="image/svg"/>
  <Override PartName="/ppt/media/image78.svg" ContentType="image/svg"/>
  <Override PartName="/ppt/media/image79.svg" ContentType="image/svg"/>
  <Override PartName="/ppt/media/image80.svg" ContentType="image/svg"/>
  <Override PartName="/ppt/media/image81.svg" ContentType="image/svg"/>
  <Override PartName="/ppt/media/image82.svg" ContentType="image/svg"/>
  <Override PartName="/ppt/media/image83.svg" ContentType="image/svg"/>
  <Override PartName="/ppt/media/image84.svg" ContentType="image/svg"/>
  <Override PartName="/ppt/media/image85.svg" ContentType="image/svg"/>
  <Override PartName="/ppt/media/image86.svg" ContentType="image/svg"/>
  <Override PartName="/ppt/media/image87.svg" ContentType="image/svg"/>
  <Override PartName="/ppt/media/image88.svg" ContentType="image/svg"/>
  <Override PartName="/ppt/media/image89.svg" ContentType="image/svg"/>
  <Override PartName="/ppt/media/image90.svg" ContentType="image/svg"/>
  <Override PartName="/ppt/media/image91.svg" ContentType="image/svg"/>
  <Override PartName="/ppt/media/image92.svg" ContentType="image/svg"/>
  <Override PartName="/ppt/media/image93.svg" ContentType="image/svg"/>
  <Override PartName="/ppt/media/image94.svg" ContentType="image/svg"/>
  <Override PartName="/ppt/media/image95.svg" ContentType="image/svg"/>
  <Override PartName="/ppt/media/image96.svg" ContentType="image/svg"/>
  <Override PartName="/ppt/media/image97.svg" ContentType="image/svg"/>
  <Override PartName="/ppt/media/image98.svg" ContentType="image/svg"/>
  <Override PartName="/ppt/media/image99.svg" ContentType="image/svg"/>
  <Override PartName="/ppt/media/image100.svg" ContentType="image/svg"/>
  <Override PartName="/ppt/media/image101.svg" ContentType="image/svg"/>
  <Override PartName="/ppt/media/image102.svg" ContentType="image/svg"/>
  <Override PartName="/ppt/media/image103.svg" ContentType="image/svg"/>
  <Override PartName="/ppt/media/image104.svg" ContentType="image/svg"/>
  <Override PartName="/ppt/media/image105.svg" ContentType="image/svg"/>
  <Override PartName="/ppt/media/image106.svg" ContentType="image/svg"/>
  <Override PartName="/ppt/media/image107.svg" ContentType="image/svg"/>
  <Override PartName="/ppt/media/image108.svg" ContentType="image/svg"/>
  <Override PartName="/ppt/media/image109.svg" ContentType="image/svg"/>
  <Override PartName="/ppt/media/image110.svg" ContentType="image/svg"/>
  <Override PartName="/ppt/media/image111.svg" ContentType="image/svg"/>
  <Override PartName="/ppt/media/image112.svg" ContentType="image/svg"/>
  <Override PartName="/ppt/media/image113.svg" ContentType="image/svg"/>
  <Override PartName="/ppt/media/image114.svg" ContentType="image/sv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741" r:id="rId2"/>
    <p:sldMasterId id="2147483711" r:id="rId3"/>
  </p:sldMasterIdLst>
  <p:notesMasterIdLst>
    <p:notesMasterId r:id="rId32"/>
  </p:notesMasterIdLst>
  <p:handoutMasterIdLst>
    <p:handoutMasterId r:id="rId33"/>
  </p:handoutMasterIdLst>
  <p:sldIdLst>
    <p:sldId id="256" r:id="rId4"/>
    <p:sldId id="296" r:id="rId5"/>
    <p:sldId id="288" r:id="rId6"/>
    <p:sldId id="298" r:id="rId7"/>
    <p:sldId id="289" r:id="rId8"/>
    <p:sldId id="291" r:id="rId9"/>
    <p:sldId id="299" r:id="rId10"/>
    <p:sldId id="300" r:id="rId11"/>
    <p:sldId id="290" r:id="rId12"/>
    <p:sldId id="301" r:id="rId13"/>
    <p:sldId id="303" r:id="rId14"/>
    <p:sldId id="268" r:id="rId15"/>
    <p:sldId id="304" r:id="rId16"/>
    <p:sldId id="262" r:id="rId17"/>
    <p:sldId id="263" r:id="rId18"/>
    <p:sldId id="265" r:id="rId19"/>
    <p:sldId id="292" r:id="rId20"/>
    <p:sldId id="302" r:id="rId21"/>
    <p:sldId id="293" r:id="rId22"/>
    <p:sldId id="294" r:id="rId23"/>
    <p:sldId id="295" r:id="rId24"/>
    <p:sldId id="283" r:id="rId25"/>
    <p:sldId id="257" r:id="rId26"/>
    <p:sldId id="273" r:id="rId27"/>
    <p:sldId id="274" r:id="rId28"/>
    <p:sldId id="275" r:id="rId29"/>
    <p:sldId id="276" r:id="rId30"/>
    <p:sldId id="277" r:id="rId31"/>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el" id="{DD2DFCEF-2E9A-4480-B679-985C63BC599A}">
          <p14:sldIdLst>
            <p14:sldId id="256"/>
            <p14:sldId id="296"/>
            <p14:sldId id="288"/>
            <p14:sldId id="298"/>
            <p14:sldId id="289"/>
            <p14:sldId id="291"/>
            <p14:sldId id="299"/>
            <p14:sldId id="300"/>
            <p14:sldId id="290"/>
            <p14:sldId id="301"/>
            <p14:sldId id="303"/>
            <p14:sldId id="268"/>
            <p14:sldId id="304"/>
            <p14:sldId id="262"/>
            <p14:sldId id="263"/>
            <p14:sldId id="265"/>
            <p14:sldId id="292"/>
            <p14:sldId id="302"/>
            <p14:sldId id="293"/>
          </p14:sldIdLst>
        </p14:section>
        <p14:section name="Quellen" id="{3C3E79FB-1C41-407C-BB43-DBC95C7504BB}">
          <p14:sldIdLst>
            <p14:sldId id="294"/>
            <p14:sldId id="295"/>
            <p14:sldId id="283"/>
          </p14:sldIdLst>
        </p14:section>
        <p14:section name="Beispiele Zwischenseiten" id="{5E226DDF-43E0-4379-966B-C3B736BFBB94}">
          <p14:sldIdLst/>
        </p14:section>
        <p14:section name="Layoutbeispiele ohne Fusszeile" id="{4568A5F3-05E7-4AD6-AC21-B0E370E48441}">
          <p14:sldIdLst/>
        </p14:section>
        <p14:section name="Piktogramme" id="{6CC23C2E-65FB-4221-A1A3-28AA056E4B92}">
          <p14:sldIdLst>
            <p14:sldId id="257"/>
            <p14:sldId id="273"/>
            <p14:sldId id="274"/>
            <p14:sldId id="275"/>
            <p14:sldId id="276"/>
            <p14:sldId id="277"/>
          </p14:sldIdLst>
        </p14:section>
      </p14:sectionLst>
    </p:ex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83C701C-0B02-F39B-CF72-564DBC6FBC27}" name="Duc Hai Nguyen" initials="DN" userId="b80d323cb1f4b6bf"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74F5F"/>
    <a:srgbClr val="FFD3D1"/>
    <a:srgbClr val="FF4747"/>
    <a:srgbClr val="FF8B8B"/>
    <a:srgbClr val="FFAAA5"/>
    <a:srgbClr val="323F4B"/>
    <a:srgbClr val="FFFFFF"/>
    <a:srgbClr val="000000"/>
    <a:srgbClr val="00005A"/>
    <a:srgbClr val="00008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66949" autoAdjust="0"/>
  </p:normalViewPr>
  <p:slideViewPr>
    <p:cSldViewPr snapToGrid="0" showGuides="1">
      <p:cViewPr varScale="1">
        <p:scale>
          <a:sx n="74" d="100"/>
          <a:sy n="74" d="100"/>
        </p:scale>
        <p:origin x="1200" y="60"/>
      </p:cViewPr>
      <p:guideLst>
        <p:guide orient="horz" pos="2160"/>
        <p:guide pos="3840"/>
      </p:guideLst>
    </p:cSldViewPr>
  </p:slideViewPr>
  <p:outlineViewPr>
    <p:cViewPr>
      <p:scale>
        <a:sx n="33" d="100"/>
        <a:sy n="33" d="100"/>
      </p:scale>
      <p:origin x="0" y="-18403"/>
    </p:cViewPr>
  </p:outlineViewPr>
  <p:notesTextViewPr>
    <p:cViewPr>
      <p:scale>
        <a:sx n="1" d="1"/>
        <a:sy n="1" d="1"/>
      </p:scale>
      <p:origin x="0" y="0"/>
    </p:cViewPr>
  </p:notesText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handoutMaster" Target="handoutMasters/handoutMaster1.xml"/><Relationship Id="rId38" Type="http://schemas.microsoft.com/office/2018/10/relationships/authors" Target="author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viewProps" Target="viewProps.xml"/><Relationship Id="rId8" Type="http://schemas.openxmlformats.org/officeDocument/2006/relationships/slide" Target="slides/slide5.xml"/><Relationship Id="rId3" Type="http://schemas.openxmlformats.org/officeDocument/2006/relationships/slideMaster" Target="slideMasters/slideMaster3.xml"/></Relationships>
</file>

<file path=ppt/comments/modernComment_122_DB2860B6.xml><?xml version="1.0" encoding="utf-8"?>
<p188:cmLst xmlns:a="http://schemas.openxmlformats.org/drawingml/2006/main" xmlns:r="http://schemas.openxmlformats.org/officeDocument/2006/relationships" xmlns:p188="http://schemas.microsoft.com/office/powerpoint/2018/8/main">
  <p188:cm id="{A667148B-5BB7-4894-9882-1ADDA75092BE}" authorId="{883C701C-0B02-F39B-CF72-564DBC6FBC27}" created="2026-07-18T15:45:01.249">
    <ac:deMkLst xmlns:ac="http://schemas.microsoft.com/office/drawing/2013/main/command">
      <pc:docMk xmlns:pc="http://schemas.microsoft.com/office/powerpoint/2013/main/command"/>
      <pc:sldMk xmlns:pc="http://schemas.microsoft.com/office/powerpoint/2013/main/command" cId="3676856502" sldId="290"/>
      <ac:grpSpMk id="83" creationId="{18580D20-CFFB-53D2-8524-6EE370B11132}"/>
    </ac:deMkLst>
    <p188:txBody>
      <a:bodyPr/>
      <a:lstStyle/>
      <a:p>
        <a:r>
          <a:rPr lang="en-DE"/>
          <a:t>(.venv) PS C:\Users\gauva\Desktop\p2o-lab&gt; python -m rdf.agents.orchestrator "Ist die Füllstandsüberwachung von Tank-B001 durch Middle-Level-Sensor nachvollziehbar belegt?  
&gt;&gt; "
&gt;&gt; 
{
  "question": "Ist die Füllstandsüberwachung von Tank-B001 durch Middle-Level-Sensor nachvollziehbar belegt? \n",
  "mode": "ollama_tool_calling",
  "tool_calls": [
    "get_instrumentation_functions",
    "explain_equipment_pif_path"
  ],
  "facts": [
    {
      "tool": "get_instrumentation_functions",
      "model_arguments": {
        "equipment_id": "Tank-B001"
      },
      "executed_arguments": {
        "equipment_id": "Tank-B001"
      },
      "result": {
        "equipment": "Tank-B001",
        "functions": [
          {
            "tag": "LSHH102A",
            "pif_label": "PIF_LSHH102A",
            "category": "L",
            "category_name": "level",
            "function_code": "SHHA"
          },
          {
            "tag": "LSL102D",
            "pif_label": "PIF_LSL102D",
            "category": "L",
            "category_name": "level",
            "function_code": "SLD"
          },
          {
            "tag": "LSM102C",
            "pif_label": "PIF_LSM102C",
            "category": "L",
            "category_name": "level",
            "function_code": "SMC"
          },
          {
            "tag": "PSH102",
            "pif_label": "PIF_PSH102",
            "category": "P",
            "category_name": "pressure",
            "function_code": "SH"
          },
          {
            "tag": "TE102",
            "pif_label": "PIF_TE102",
            "category": "T",
            "category_name": "temperature",
            "function_code": "E"
          },
          {
            "tag": "TT102A",
            "pif_label": "PIF_TT102A",
            "category": "T",
            "category_name": "temperature",
            "function_code": "TA"
          }
        ],
        "status": "answered"
      }
    },
    {
      "tool": "explain_equipment_pif_path",
      "model_arguments": {
        "equipment_id": "Tank-B001",
        "pif_label": "PIF_LSM102C"
      },
      "executed_arguments": {
        "equipment_id": "Tank-B001",
        "pif_label": "PIF_LSM102C"
      },
      "result": {
        "equipment": "Tank-B001",
        "pif": "PIF_LSM102C",
        "inferred_relation": "Tank-B001 hazop:hasPIF PIF_LSM102C",
        "reasoning": {
          "predicate": "hazop:hasPIF",
          "explicitly_asserted": false,
          "available_after_reasoning": true,
          "entailed_by_owl_rl": true
        },
        "path": [
          "Tank-B001 dexpi:hasChamber Chamber_B001_Main",
          "SensingNozzle_LSM102C dexpi:hasChamber Chamber_B001_Main",
          "PSGF_LSM102C dexpi:hasSensingLocation SensingNozzle_LSM102C",
          "PIF_LSM102C dexpi:hasProcessSignalGeneratingFunction PSGF_LSM102C"
        ],
        "status": "answered"
      }
    }
  ],
  "status": "answered",
  "answer": "Ja, die Füllstandsüberwachung von Tank-B001 durch Middle-Level-Sensor ist nachvollziehbar belegt.",
  "hazop_answer": "Der PIF_LSM102C (Middle-Level-Sensor) ist dem Tank-B001 über RDF-OWL-Inferenz zugeordnet. Die Zuordnung wird durch den Pfad 'Tank-B001 hazop:hasPIF PIF_LSM102C' belegt, der aus SensingNozzle-Lokalisierung und Prozesssignal-generierenden Funktion abgeleitet wurde.",
  "technical_evidence": [
    "equipment: Tank-B001",
    "pif_label: PIF_LSM102C",
    "inferred_relation: Tank-B001 hazop:hasPIF PIF_LSM102C",
    "entailed_by_owl_rl: true",
    "path: [Tank-B001 dexpi:hasChamber Chamber_B001_Main, SensingNozzle_LSM102C dexpi:hasChamber Chamber_B001_Main, PSGF_LSM102C dexpi:hasSensingLocation SensingNozzle_LSM102C, PIF_LSM102C dexpi:hasProcessSignalGeneratingFunction PSGF_LSM102C]",
    "function_code: SMC",
    "category_name: level"
  ],
  "limitations": []
}</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a:extLst>
              <a:ext uri="{FF2B5EF4-FFF2-40B4-BE49-F238E27FC236}">
                <a16:creationId xmlns:a16="http://schemas.microsoft.com/office/drawing/2014/main" id="{084260DF-C685-4FF6-A43E-7F93FB3E641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a:extLst>
              <a:ext uri="{FF2B5EF4-FFF2-40B4-BE49-F238E27FC236}">
                <a16:creationId xmlns:a16="http://schemas.microsoft.com/office/drawing/2014/main" id="{378901AA-A65C-4D7D-B03E-B88B42C819D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5B67984-F0B9-4D31-A8F6-8AF021B9C2EF}" type="datetimeFigureOut">
              <a:rPr lang="en-US" smtClean="0"/>
              <a:t>7/18/2026</a:t>
            </a:fld>
            <a:endParaRPr lang="en-US"/>
          </a:p>
        </p:txBody>
      </p:sp>
      <p:sp>
        <p:nvSpPr>
          <p:cNvPr id="4" name="Fußzeilenplatzhalter 3">
            <a:extLst>
              <a:ext uri="{FF2B5EF4-FFF2-40B4-BE49-F238E27FC236}">
                <a16:creationId xmlns:a16="http://schemas.microsoft.com/office/drawing/2014/main" id="{5D3CA3E7-8995-4D33-854F-35DAE52EA91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Foliennummernplatzhalter 4">
            <a:extLst>
              <a:ext uri="{FF2B5EF4-FFF2-40B4-BE49-F238E27FC236}">
                <a16:creationId xmlns:a16="http://schemas.microsoft.com/office/drawing/2014/main" id="{31351F65-D033-4BD6-A4AB-E115D806FBE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832D436-8D5A-47CC-AED7-9827D8D395F2}" type="slidenum">
              <a:rPr lang="en-US" smtClean="0"/>
              <a:t>‹#›</a:t>
            </a:fld>
            <a:endParaRPr lang="en-US"/>
          </a:p>
        </p:txBody>
      </p:sp>
    </p:spTree>
    <p:extLst>
      <p:ext uri="{BB962C8B-B14F-4D97-AF65-F5344CB8AC3E}">
        <p14:creationId xmlns:p14="http://schemas.microsoft.com/office/powerpoint/2010/main" val="2972842263"/>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5960CC-0992-4111-87D3-C02B03B2EA6C}" type="datetimeFigureOut">
              <a:rPr lang="en-US" smtClean="0"/>
              <a:t>7/18/2026</a:t>
            </a:fld>
            <a:endParaRPr lang="en-US"/>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EEB764-55E2-4077-8C7A-EB9EFE7145E2}" type="slidenum">
              <a:rPr lang="en-US" smtClean="0"/>
              <a:t>‹#›</a:t>
            </a:fld>
            <a:endParaRPr lang="en-US"/>
          </a:p>
        </p:txBody>
      </p:sp>
    </p:spTree>
    <p:extLst>
      <p:ext uri="{BB962C8B-B14F-4D97-AF65-F5344CB8AC3E}">
        <p14:creationId xmlns:p14="http://schemas.microsoft.com/office/powerpoint/2010/main" val="2041633653"/>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CC3BA6-BE19-4D9E-DB32-1054585F56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66871-71BC-6131-9194-216E50A022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6F3075-72A3-8822-98D4-0AB3939005D7}"/>
              </a:ext>
            </a:extLst>
          </p:cNvPr>
          <p:cNvSpPr>
            <a:spLocks noGrp="1"/>
          </p:cNvSpPr>
          <p:nvPr>
            <p:ph type="body" idx="1"/>
          </p:nvPr>
        </p:nvSpPr>
        <p:spPr/>
        <p:txBody>
          <a:bodyPr/>
          <a:lstStyle/>
          <a:p>
            <a:r>
              <a:rPr lang="en-DE" dirty="0"/>
              <a:t>Die </a:t>
            </a:r>
            <a:r>
              <a:rPr lang="en-DE" dirty="0" err="1"/>
              <a:t>Literatur</a:t>
            </a:r>
            <a:r>
              <a:rPr lang="en-DE" dirty="0"/>
              <a:t> </a:t>
            </a:r>
            <a:r>
              <a:rPr lang="en-DE" dirty="0" err="1"/>
              <a:t>zeigt</a:t>
            </a:r>
            <a:r>
              <a:rPr lang="en-DE" dirty="0"/>
              <a:t>, </a:t>
            </a:r>
            <a:r>
              <a:rPr lang="en-DE" dirty="0" err="1"/>
              <a:t>dass</a:t>
            </a:r>
            <a:r>
              <a:rPr lang="en-DE" dirty="0"/>
              <a:t> die HAZOP-</a:t>
            </a:r>
            <a:r>
              <a:rPr lang="en-DE" dirty="0" err="1"/>
              <a:t>Vorbereitung</a:t>
            </a:r>
            <a:r>
              <a:rPr lang="en-DE" dirty="0"/>
              <a:t> stark von </a:t>
            </a:r>
            <a:r>
              <a:rPr lang="en-DE" dirty="0" err="1"/>
              <a:t>manueller</a:t>
            </a:r>
            <a:r>
              <a:rPr lang="en-DE" dirty="0"/>
              <a:t> P&amp;ID-Interpretation und </a:t>
            </a:r>
            <a:r>
              <a:rPr lang="en-DE" dirty="0" err="1"/>
              <a:t>Expertenwissen</a:t>
            </a:r>
            <a:r>
              <a:rPr lang="en-DE" dirty="0"/>
              <a:t> </a:t>
            </a:r>
            <a:r>
              <a:rPr lang="en-DE" dirty="0" err="1"/>
              <a:t>abhängt</a:t>
            </a:r>
            <a:r>
              <a:rPr lang="en-DE" dirty="0"/>
              <a:t>. </a:t>
            </a:r>
            <a:endParaRPr lang="en-US" dirty="0"/>
          </a:p>
          <a:p>
            <a:r>
              <a:rPr lang="en-DE" dirty="0" err="1"/>
              <a:t>Gleichzeitig</a:t>
            </a:r>
            <a:r>
              <a:rPr lang="en-DE" dirty="0"/>
              <a:t> </a:t>
            </a:r>
            <a:r>
              <a:rPr lang="en-DE" dirty="0" err="1"/>
              <a:t>wird</a:t>
            </a:r>
            <a:r>
              <a:rPr lang="en-DE" dirty="0"/>
              <a:t> die </a:t>
            </a:r>
            <a:r>
              <a:rPr lang="en-DE" dirty="0" err="1"/>
              <a:t>manuelle</a:t>
            </a:r>
            <a:r>
              <a:rPr lang="en-DE" dirty="0"/>
              <a:t> </a:t>
            </a:r>
            <a:r>
              <a:rPr lang="en-DE" dirty="0" err="1"/>
              <a:t>Modellierung</a:t>
            </a:r>
            <a:r>
              <a:rPr lang="en-DE" dirty="0"/>
              <a:t> der </a:t>
            </a:r>
            <a:r>
              <a:rPr lang="en-DE" dirty="0" err="1"/>
              <a:t>benötigten</a:t>
            </a:r>
            <a:r>
              <a:rPr lang="en-DE" dirty="0"/>
              <a:t> </a:t>
            </a:r>
            <a:r>
              <a:rPr lang="en-DE" dirty="0" err="1"/>
              <a:t>Informationen</a:t>
            </a:r>
            <a:r>
              <a:rPr lang="en-DE" dirty="0"/>
              <a:t> </a:t>
            </a:r>
            <a:r>
              <a:rPr lang="en-DE" dirty="0" err="1"/>
              <a:t>als</a:t>
            </a:r>
            <a:r>
              <a:rPr lang="en-DE" dirty="0"/>
              <a:t> </a:t>
            </a:r>
            <a:r>
              <a:rPr lang="en-DE" dirty="0" err="1"/>
              <a:t>zeitaufwendig</a:t>
            </a:r>
            <a:r>
              <a:rPr lang="en-DE" dirty="0"/>
              <a:t> und </a:t>
            </a:r>
            <a:r>
              <a:rPr lang="en-DE" dirty="0" err="1"/>
              <a:t>fehleranfällig</a:t>
            </a:r>
            <a:r>
              <a:rPr lang="en-DE" dirty="0"/>
              <a:t> </a:t>
            </a:r>
            <a:r>
              <a:rPr lang="en-DE" dirty="0" err="1"/>
              <a:t>beschrieben</a:t>
            </a:r>
            <a:r>
              <a:rPr lang="en-DE" dirty="0"/>
              <a:t>.</a:t>
            </a:r>
            <a:endParaRPr lang="en-US" dirty="0"/>
          </a:p>
          <a:p>
            <a:r>
              <a:rPr lang="en-DE" dirty="0" err="1"/>
              <a:t>Indirekte</a:t>
            </a:r>
            <a:r>
              <a:rPr lang="en-DE" dirty="0"/>
              <a:t> </a:t>
            </a:r>
            <a:r>
              <a:rPr lang="en-DE" dirty="0" err="1"/>
              <a:t>Beziehungen</a:t>
            </a:r>
            <a:r>
              <a:rPr lang="en-DE" dirty="0"/>
              <a:t> </a:t>
            </a:r>
            <a:r>
              <a:rPr lang="en-DE" dirty="0" err="1"/>
              <a:t>zwischen</a:t>
            </a:r>
            <a:r>
              <a:rPr lang="en-DE" dirty="0"/>
              <a:t> Equipment, </a:t>
            </a:r>
            <a:r>
              <a:rPr lang="en-DE" dirty="0" err="1"/>
              <a:t>Anschlüssen</a:t>
            </a:r>
            <a:r>
              <a:rPr lang="en-DE" dirty="0"/>
              <a:t> und </a:t>
            </a:r>
            <a:r>
              <a:rPr lang="en-DE" dirty="0" err="1"/>
              <a:t>Messfunktionen</a:t>
            </a:r>
            <a:r>
              <a:rPr lang="en-DE" dirty="0"/>
              <a:t> </a:t>
            </a:r>
            <a:r>
              <a:rPr lang="en-DE" dirty="0" err="1"/>
              <a:t>sind</a:t>
            </a:r>
            <a:r>
              <a:rPr lang="en-DE" dirty="0"/>
              <a:t> nicht </a:t>
            </a:r>
            <a:r>
              <a:rPr lang="en-DE" dirty="0" err="1"/>
              <a:t>unmittelbar</a:t>
            </a:r>
            <a:r>
              <a:rPr lang="en-DE" dirty="0"/>
              <a:t> </a:t>
            </a:r>
            <a:r>
              <a:rPr lang="en-DE" dirty="0" err="1"/>
              <a:t>erkennbar</a:t>
            </a:r>
            <a:r>
              <a:rPr lang="en-DE" dirty="0"/>
              <a:t>.</a:t>
            </a:r>
            <a:endParaRPr lang="en-US" dirty="0"/>
          </a:p>
          <a:p>
            <a:endParaRPr lang="en-US" dirty="0"/>
          </a:p>
          <a:p>
            <a:r>
              <a:rPr lang="en-US" dirty="0"/>
              <a:t>-&gt; </a:t>
            </a:r>
            <a:r>
              <a:rPr lang="en-DE" dirty="0" err="1"/>
              <a:t>Daraus</a:t>
            </a:r>
            <a:r>
              <a:rPr lang="en-DE" dirty="0"/>
              <a:t> </a:t>
            </a:r>
            <a:r>
              <a:rPr lang="en-DE" dirty="0" err="1"/>
              <a:t>ergibt</a:t>
            </a:r>
            <a:r>
              <a:rPr lang="en-DE" dirty="0"/>
              <a:t> </a:t>
            </a:r>
            <a:r>
              <a:rPr lang="en-DE" dirty="0" err="1"/>
              <a:t>sich</a:t>
            </a:r>
            <a:r>
              <a:rPr lang="en-DE" dirty="0"/>
              <a:t> der </a:t>
            </a:r>
            <a:r>
              <a:rPr lang="en-DE" dirty="0" err="1"/>
              <a:t>Bedarf</a:t>
            </a:r>
            <a:r>
              <a:rPr lang="en-DE" dirty="0"/>
              <a:t> </a:t>
            </a:r>
            <a:r>
              <a:rPr lang="en-DE" dirty="0" err="1"/>
              <a:t>nach</a:t>
            </a:r>
            <a:r>
              <a:rPr lang="en-DE" dirty="0"/>
              <a:t> </a:t>
            </a:r>
            <a:r>
              <a:rPr lang="en-DE" dirty="0" err="1"/>
              <a:t>einer</a:t>
            </a:r>
            <a:r>
              <a:rPr lang="en-DE" dirty="0"/>
              <a:t> </a:t>
            </a:r>
            <a:r>
              <a:rPr lang="en-DE" dirty="0" err="1"/>
              <a:t>maschinenlesbaren</a:t>
            </a:r>
            <a:r>
              <a:rPr lang="en-DE" dirty="0"/>
              <a:t> und </a:t>
            </a:r>
            <a:r>
              <a:rPr lang="en-DE" dirty="0" err="1"/>
              <a:t>evidenzbasierten</a:t>
            </a:r>
            <a:r>
              <a:rPr lang="en-DE" dirty="0"/>
              <a:t> </a:t>
            </a:r>
            <a:r>
              <a:rPr lang="en-DE" dirty="0" err="1"/>
              <a:t>Unterstützung</a:t>
            </a:r>
            <a:r>
              <a:rPr lang="en-DE" dirty="0"/>
              <a:t>.</a:t>
            </a:r>
          </a:p>
        </p:txBody>
      </p:sp>
      <p:sp>
        <p:nvSpPr>
          <p:cNvPr id="4" name="Footer Placeholder 3">
            <a:extLst>
              <a:ext uri="{FF2B5EF4-FFF2-40B4-BE49-F238E27FC236}">
                <a16:creationId xmlns:a16="http://schemas.microsoft.com/office/drawing/2014/main" id="{01FA654B-A171-CC4A-77A3-906872933F03}"/>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DBD48771-6EF9-02B9-DCD0-754EDCDA7B5B}"/>
              </a:ext>
            </a:extLst>
          </p:cNvPr>
          <p:cNvSpPr>
            <a:spLocks noGrp="1"/>
          </p:cNvSpPr>
          <p:nvPr>
            <p:ph type="sldNum" sz="quarter" idx="5"/>
          </p:nvPr>
        </p:nvSpPr>
        <p:spPr/>
        <p:txBody>
          <a:bodyPr/>
          <a:lstStyle/>
          <a:p>
            <a:fld id="{97EEB764-55E2-4077-8C7A-EB9EFE7145E2}" type="slidenum">
              <a:rPr lang="en-US" smtClean="0"/>
              <a:t>4</a:t>
            </a:fld>
            <a:endParaRPr lang="en-US"/>
          </a:p>
        </p:txBody>
      </p:sp>
    </p:spTree>
    <p:extLst>
      <p:ext uri="{BB962C8B-B14F-4D97-AF65-F5344CB8AC3E}">
        <p14:creationId xmlns:p14="http://schemas.microsoft.com/office/powerpoint/2010/main" val="8319108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sz="1200" dirty="0"/>
              <a:t>Der Ansatz </a:t>
            </a:r>
            <a:r>
              <a:rPr lang="en-DE" sz="1200" dirty="0" err="1"/>
              <a:t>unterstützt</a:t>
            </a:r>
            <a:r>
              <a:rPr lang="en-DE" sz="1200" dirty="0"/>
              <a:t> die </a:t>
            </a:r>
            <a:r>
              <a:rPr lang="en-DE" sz="1200" dirty="0" err="1"/>
              <a:t>Informationsbeschaffung</a:t>
            </a:r>
            <a:r>
              <a:rPr lang="en-DE" sz="1200" dirty="0"/>
              <a:t> — die </a:t>
            </a:r>
            <a:r>
              <a:rPr lang="en-DE" sz="1200" dirty="0" err="1"/>
              <a:t>sicherheitstechnische</a:t>
            </a:r>
            <a:r>
              <a:rPr lang="en-DE" sz="1200" dirty="0"/>
              <a:t> </a:t>
            </a:r>
            <a:r>
              <a:rPr lang="en-DE" sz="1200" dirty="0" err="1"/>
              <a:t>Bewertung</a:t>
            </a:r>
            <a:r>
              <a:rPr lang="en-DE" sz="1200" dirty="0"/>
              <a:t> </a:t>
            </a:r>
            <a:r>
              <a:rPr lang="en-DE" sz="1200" dirty="0" err="1"/>
              <a:t>bleibt</a:t>
            </a:r>
            <a:r>
              <a:rPr lang="en-DE" sz="1200" dirty="0"/>
              <a:t> </a:t>
            </a:r>
            <a:r>
              <a:rPr lang="en-DE" sz="1200" dirty="0" err="1"/>
              <a:t>beim</a:t>
            </a:r>
            <a:r>
              <a:rPr lang="en-DE" sz="1200" dirty="0"/>
              <a:t> HAZOP-Team.</a:t>
            </a:r>
            <a:r>
              <a:rPr lang="en-US" sz="1200" dirty="0"/>
              <a:t> </a:t>
            </a:r>
            <a:endParaRPr lang="en-US" sz="1200" b="1" i="1" dirty="0">
              <a:solidFill>
                <a:schemeClr val="bg1"/>
              </a:solidFill>
            </a:endParaRPr>
          </a:p>
          <a:p>
            <a:r>
              <a:rPr lang="en-DE" sz="1200" i="1" dirty="0"/>
              <a:t>Das </a:t>
            </a:r>
            <a:r>
              <a:rPr lang="en-DE" sz="1200" i="1" dirty="0" err="1"/>
              <a:t>Sprachmodell</a:t>
            </a:r>
            <a:r>
              <a:rPr lang="en-DE" sz="1200" i="1" dirty="0"/>
              <a:t> </a:t>
            </a:r>
            <a:r>
              <a:rPr lang="en-DE" sz="1200" i="1" dirty="0" err="1"/>
              <a:t>liefert</a:t>
            </a:r>
            <a:r>
              <a:rPr lang="en-DE" sz="1200" i="1" dirty="0"/>
              <a:t> </a:t>
            </a:r>
            <a:r>
              <a:rPr lang="en-DE" sz="1200" i="1" dirty="0" err="1"/>
              <a:t>keine</a:t>
            </a:r>
            <a:r>
              <a:rPr lang="en-DE" sz="1200" i="1" dirty="0"/>
              <a:t> </a:t>
            </a:r>
            <a:r>
              <a:rPr lang="en-DE" sz="1200" i="1" dirty="0" err="1"/>
              <a:t>eigene</a:t>
            </a:r>
            <a:r>
              <a:rPr lang="en-DE" sz="1200" i="1" dirty="0"/>
              <a:t> </a:t>
            </a:r>
            <a:r>
              <a:rPr lang="en-DE" sz="1200" i="1" dirty="0" err="1"/>
              <a:t>Fachaussage</a:t>
            </a:r>
            <a:r>
              <a:rPr lang="en-DE" sz="1200" i="1" dirty="0"/>
              <a:t>, </a:t>
            </a:r>
            <a:r>
              <a:rPr lang="en-DE" sz="1200" i="1" dirty="0" err="1"/>
              <a:t>sondern</a:t>
            </a:r>
            <a:r>
              <a:rPr lang="en-DE" sz="1200" i="1" dirty="0"/>
              <a:t> </a:t>
            </a:r>
            <a:r>
              <a:rPr lang="en-DE" sz="1200" i="1" dirty="0" err="1"/>
              <a:t>formuliert</a:t>
            </a:r>
            <a:r>
              <a:rPr lang="en-DE" sz="1200" i="1" dirty="0"/>
              <a:t> </a:t>
            </a:r>
            <a:r>
              <a:rPr lang="en-DE" sz="1200" i="1" dirty="0" err="1"/>
              <a:t>Antworten</a:t>
            </a:r>
            <a:r>
              <a:rPr lang="en-DE" sz="1200" i="1" dirty="0"/>
              <a:t> auf Basis </a:t>
            </a:r>
            <a:r>
              <a:rPr lang="en-DE" sz="1200" i="1" dirty="0" err="1"/>
              <a:t>überprüfbarer</a:t>
            </a:r>
            <a:r>
              <a:rPr lang="en-DE" sz="1200" i="1" dirty="0"/>
              <a:t> </a:t>
            </a:r>
            <a:r>
              <a:rPr lang="en-DE" sz="1200" i="1" dirty="0" err="1"/>
              <a:t>Evidenz</a:t>
            </a:r>
            <a:r>
              <a:rPr lang="en-DE" sz="1200" i="1" dirty="0"/>
              <a:t>.</a:t>
            </a:r>
            <a:endParaRPr lang="en-DE"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EEB764-55E2-4077-8C7A-EB9EFE7145E2}" type="slidenum">
              <a:rPr lang="en-US" smtClean="0"/>
              <a:t>5</a:t>
            </a:fld>
            <a:endParaRPr lang="en-US"/>
          </a:p>
        </p:txBody>
      </p:sp>
    </p:spTree>
    <p:extLst>
      <p:ext uri="{BB962C8B-B14F-4D97-AF65-F5344CB8AC3E}">
        <p14:creationId xmlns:p14="http://schemas.microsoft.com/office/powerpoint/2010/main" val="42724212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EEB764-55E2-4077-8C7A-EB9EFE7145E2}" type="slidenum">
              <a:rPr lang="en-US" smtClean="0"/>
              <a:t>6</a:t>
            </a:fld>
            <a:endParaRPr lang="en-US"/>
          </a:p>
        </p:txBody>
      </p:sp>
    </p:spTree>
    <p:extLst>
      <p:ext uri="{BB962C8B-B14F-4D97-AF65-F5344CB8AC3E}">
        <p14:creationId xmlns:p14="http://schemas.microsoft.com/office/powerpoint/2010/main" val="30644546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EEB764-55E2-4077-8C7A-EB9EFE7145E2}" type="slidenum">
              <a:rPr lang="en-US" smtClean="0"/>
              <a:t>7</a:t>
            </a:fld>
            <a:endParaRPr lang="en-US"/>
          </a:p>
        </p:txBody>
      </p:sp>
    </p:spTree>
    <p:extLst>
      <p:ext uri="{BB962C8B-B14F-4D97-AF65-F5344CB8AC3E}">
        <p14:creationId xmlns:p14="http://schemas.microsoft.com/office/powerpoint/2010/main" val="35357040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Die </a:t>
            </a:r>
            <a:r>
              <a:rPr lang="en-US" dirty="0" err="1"/>
              <a:t>Füllstandsüberwachung</a:t>
            </a:r>
            <a:r>
              <a:rPr lang="en-US" dirty="0"/>
              <a:t> </a:t>
            </a:r>
            <a:r>
              <a:rPr lang="en-US" dirty="0" err="1"/>
              <a:t>ist</a:t>
            </a:r>
            <a:r>
              <a:rPr lang="en-US" dirty="0"/>
              <a:t> </a:t>
            </a:r>
            <a:r>
              <a:rPr lang="en-US" dirty="0" err="1"/>
              <a:t>eine</a:t>
            </a:r>
            <a:r>
              <a:rPr lang="en-US" dirty="0"/>
              <a:t> </a:t>
            </a:r>
            <a:r>
              <a:rPr lang="en-US" dirty="0" err="1"/>
              <a:t>netzwerkbasierte</a:t>
            </a:r>
            <a:r>
              <a:rPr lang="en-US" dirty="0"/>
              <a:t> Information.
</a:t>
            </a:r>
            <a:r>
              <a:rPr lang="en-US" dirty="0" err="1"/>
              <a:t>Zwischen</a:t>
            </a:r>
            <a:r>
              <a:rPr lang="en-US" dirty="0"/>
              <a:t> Tank und </a:t>
            </a:r>
            <a:r>
              <a:rPr lang="en-US" dirty="0" err="1"/>
              <a:t>Messfunktion</a:t>
            </a:r>
            <a:r>
              <a:rPr lang="en-US" dirty="0"/>
              <a:t> </a:t>
            </a:r>
            <a:r>
              <a:rPr lang="en-US" dirty="0" err="1"/>
              <a:t>liegen</a:t>
            </a:r>
            <a:r>
              <a:rPr lang="en-US" dirty="0"/>
              <a:t> </a:t>
            </a:r>
            <a:r>
              <a:rPr lang="en-US" dirty="0" err="1"/>
              <a:t>mehrere</a:t>
            </a:r>
            <a:r>
              <a:rPr lang="en-US" dirty="0"/>
              <a:t> </a:t>
            </a:r>
            <a:r>
              <a:rPr lang="en-US" dirty="0" err="1"/>
              <a:t>Modellobjekte</a:t>
            </a:r>
            <a:r>
              <a:rPr lang="en-US" dirty="0"/>
              <a:t>. Durch </a:t>
            </a:r>
            <a:r>
              <a:rPr lang="en-US" dirty="0" err="1"/>
              <a:t>eine</a:t>
            </a:r>
            <a:r>
              <a:rPr lang="en-US" dirty="0"/>
              <a:t> OWL Property Chain </a:t>
            </a:r>
            <a:r>
              <a:rPr lang="en-US" dirty="0" err="1"/>
              <a:t>wird</a:t>
            </a:r>
            <a:r>
              <a:rPr lang="en-US" dirty="0"/>
              <a:t> </a:t>
            </a:r>
            <a:r>
              <a:rPr lang="en-US" dirty="0" err="1"/>
              <a:t>daraus</a:t>
            </a:r>
            <a:r>
              <a:rPr lang="en-US" dirty="0"/>
              <a:t> die </a:t>
            </a:r>
            <a:r>
              <a:rPr lang="en-US" dirty="0" err="1"/>
              <a:t>direkte</a:t>
            </a:r>
            <a:r>
              <a:rPr lang="en-US" dirty="0"/>
              <a:t> </a:t>
            </a:r>
            <a:r>
              <a:rPr lang="en-US" dirty="0" err="1"/>
              <a:t>Beziehung</a:t>
            </a:r>
            <a:r>
              <a:rPr lang="en-US" dirty="0"/>
              <a:t> Tank-B001 </a:t>
            </a:r>
            <a:r>
              <a:rPr lang="en-US" dirty="0" err="1"/>
              <a:t>hasPIF</a:t>
            </a:r>
            <a:r>
              <a:rPr lang="en-US" dirty="0"/>
              <a:t> LSL102D </a:t>
            </a:r>
            <a:r>
              <a:rPr lang="en-US" dirty="0" err="1"/>
              <a:t>abgeleitet</a:t>
            </a:r>
            <a:r>
              <a:rPr lang="en-US" dirty="0"/>
              <a:t>.
</a:t>
            </a:r>
            <a:r>
              <a:rPr lang="en-US" dirty="0" err="1"/>
              <a:t>Dadurch</a:t>
            </a:r>
            <a:r>
              <a:rPr lang="en-US" dirty="0"/>
              <a:t> muss das </a:t>
            </a:r>
            <a:r>
              <a:rPr lang="en-US" dirty="0" err="1"/>
              <a:t>Sprachmodell</a:t>
            </a:r>
            <a:r>
              <a:rPr lang="en-US" dirty="0"/>
              <a:t> die </a:t>
            </a:r>
            <a:r>
              <a:rPr lang="en-US" dirty="0" err="1"/>
              <a:t>technische</a:t>
            </a:r>
            <a:r>
              <a:rPr lang="en-US" dirty="0"/>
              <a:t> </a:t>
            </a:r>
            <a:r>
              <a:rPr lang="en-US" dirty="0" err="1"/>
              <a:t>Schlussfolgerung</a:t>
            </a:r>
            <a:r>
              <a:rPr lang="en-US" dirty="0"/>
              <a:t> nicht </a:t>
            </a:r>
            <a:r>
              <a:rPr lang="en-US" dirty="0" err="1"/>
              <a:t>selbst</a:t>
            </a:r>
            <a:r>
              <a:rPr lang="en-US" dirty="0"/>
              <a:t> </a:t>
            </a:r>
            <a:r>
              <a:rPr lang="en-US" dirty="0" err="1"/>
              <a:t>erzeugen</a:t>
            </a:r>
            <a:r>
              <a:rPr lang="en-US" dirty="0"/>
              <a:t>. Es </a:t>
            </a:r>
            <a:r>
              <a:rPr lang="en-US" dirty="0" err="1"/>
              <a:t>kann</a:t>
            </a:r>
            <a:r>
              <a:rPr lang="en-US" dirty="0"/>
              <a:t> </a:t>
            </a:r>
            <a:r>
              <a:rPr lang="en-US" dirty="0" err="1"/>
              <a:t>ein</a:t>
            </a:r>
            <a:r>
              <a:rPr lang="en-US" dirty="0"/>
              <a:t> </a:t>
            </a:r>
            <a:r>
              <a:rPr lang="en-US" dirty="0" err="1"/>
              <a:t>bereits</a:t>
            </a:r>
            <a:r>
              <a:rPr lang="en-US" dirty="0"/>
              <a:t> </a:t>
            </a:r>
            <a:r>
              <a:rPr lang="en-US" dirty="0" err="1"/>
              <a:t>materialisiertes</a:t>
            </a:r>
            <a:r>
              <a:rPr lang="en-US" dirty="0"/>
              <a:t> und </a:t>
            </a:r>
            <a:r>
              <a:rPr lang="en-US" dirty="0" err="1"/>
              <a:t>überprüfbares</a:t>
            </a:r>
            <a:r>
              <a:rPr lang="en-US" dirty="0"/>
              <a:t> Tripel </a:t>
            </a:r>
            <a:r>
              <a:rPr lang="en-US" dirty="0" err="1"/>
              <a:t>abrufen</a:t>
            </a:r>
            <a:r>
              <a:rPr lang="en-US" dirty="0"/>
              <a:t>.
Das </a:t>
            </a:r>
            <a:r>
              <a:rPr lang="en-US" dirty="0" err="1"/>
              <a:t>ist</a:t>
            </a:r>
            <a:r>
              <a:rPr lang="en-US" dirty="0"/>
              <a:t> der </a:t>
            </a:r>
            <a:r>
              <a:rPr lang="en-US" dirty="0" err="1"/>
              <a:t>technische</a:t>
            </a:r>
            <a:r>
              <a:rPr lang="en-US" dirty="0"/>
              <a:t> Kern der Arbeit - </a:t>
            </a:r>
            <a:r>
              <a:rPr lang="en-US" dirty="0" err="1"/>
              <a:t>hier</a:t>
            </a:r>
            <a:r>
              <a:rPr lang="en-US" dirty="0"/>
              <a:t> </a:t>
            </a:r>
            <a:r>
              <a:rPr lang="en-US" dirty="0" err="1"/>
              <a:t>etwas</a:t>
            </a:r>
            <a:r>
              <a:rPr lang="en-US" dirty="0"/>
              <a:t> </a:t>
            </a:r>
            <a:r>
              <a:rPr lang="en-US" dirty="0" err="1"/>
              <a:t>mehr</a:t>
            </a:r>
            <a:r>
              <a:rPr lang="en-US" dirty="0"/>
              <a:t> Zeit </a:t>
            </a:r>
            <a:r>
              <a:rPr lang="en-US" dirty="0" err="1"/>
              <a:t>investieren</a:t>
            </a:r>
            <a:r>
              <a:rPr lang="en-US" dirty="0"/>
              <a:t> </a:t>
            </a:r>
            <a:r>
              <a:rPr lang="en-US" dirty="0" err="1"/>
              <a:t>als</a:t>
            </a:r>
            <a:r>
              <a:rPr lang="en-US" dirty="0"/>
              <a:t> </a:t>
            </a:r>
            <a:r>
              <a:rPr lang="en-US" dirty="0" err="1"/>
              <a:t>bei</a:t>
            </a:r>
            <a:r>
              <a:rPr lang="en-US" dirty="0"/>
              <a:t> den </a:t>
            </a:r>
            <a:r>
              <a:rPr lang="en-US" dirty="0" err="1"/>
              <a:t>Grundlagen</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DE" dirty="0"/>
              <a:t>LLM </a:t>
            </a:r>
            <a:r>
              <a:rPr lang="en-DE" dirty="0" err="1"/>
              <a:t>wählt</a:t>
            </a:r>
            <a:r>
              <a:rPr lang="en-DE" dirty="0"/>
              <a:t> </a:t>
            </a:r>
            <a:r>
              <a:rPr lang="en-DE" dirty="0" err="1"/>
              <a:t>zwei</a:t>
            </a:r>
            <a:r>
              <a:rPr lang="en-DE" dirty="0"/>
              <a:t> </a:t>
            </a:r>
            <a:r>
              <a:rPr lang="en-DE" dirty="0" err="1"/>
              <a:t>Werkzeuge</a:t>
            </a:r>
            <a:r>
              <a:rPr lang="en-DE" dirty="0"/>
              <a:t>:</a:t>
            </a:r>
            <a:br>
              <a:rPr lang="en-US" dirty="0"/>
            </a:br>
            <a:br>
              <a:rPr lang="en-US" dirty="0"/>
            </a:br>
            <a:r>
              <a:rPr lang="en-US" dirty="0" err="1"/>
              <a:t>get_instrumentation_functions</a:t>
            </a:r>
            <a:r>
              <a:rPr lang="en-US" dirty="0"/>
              <a:t> </a:t>
            </a:r>
            <a:r>
              <a:rPr lang="en-US" dirty="0" err="1"/>
              <a:t>findet</a:t>
            </a:r>
            <a:r>
              <a:rPr lang="en-US" dirty="0"/>
              <a:t> die </a:t>
            </a:r>
            <a:r>
              <a:rPr lang="en-US" dirty="0" err="1"/>
              <a:t>Kandidaten</a:t>
            </a:r>
            <a:r>
              <a:rPr lang="en-US" dirty="0"/>
              <a:t>, </a:t>
            </a:r>
            <a:r>
              <a:rPr lang="en-US" dirty="0" err="1"/>
              <a:t>explain_equipment_pif_path</a:t>
            </a:r>
            <a:r>
              <a:rPr lang="en-US" dirty="0"/>
              <a:t> </a:t>
            </a:r>
            <a:r>
              <a:rPr lang="en-US" dirty="0" err="1"/>
              <a:t>liefert</a:t>
            </a:r>
            <a:r>
              <a:rPr lang="en-US" dirty="0"/>
              <a:t> den RDF-</a:t>
            </a:r>
            <a:r>
              <a:rPr lang="en-US" dirty="0" err="1"/>
              <a:t>Pfad</a:t>
            </a:r>
            <a:r>
              <a:rPr lang="en-US" dirty="0"/>
              <a:t> und die per OWL-Reasoning </a:t>
            </a:r>
            <a:r>
              <a:rPr lang="en-US" dirty="0" err="1"/>
              <a:t>abgeleitete</a:t>
            </a:r>
            <a:r>
              <a:rPr lang="en-US" dirty="0"/>
              <a:t> </a:t>
            </a:r>
            <a:r>
              <a:rPr lang="en-US" dirty="0" err="1"/>
              <a:t>Beziehung</a:t>
            </a:r>
            <a:r>
              <a:rPr lang="en-US" dirty="0"/>
              <a:t>.
</a:t>
            </a:r>
            <a:r>
              <a:rPr lang="en-DE" dirty="0"/>
              <a:t>Middle-Level-Sensor </a:t>
            </a:r>
            <a:r>
              <a:rPr lang="en-DE" dirty="0" err="1"/>
              <a:t>wird</a:t>
            </a:r>
            <a:r>
              <a:rPr lang="en-DE" dirty="0"/>
              <a:t> </a:t>
            </a:r>
            <a:r>
              <a:rPr lang="en-DE" dirty="0" err="1"/>
              <a:t>als</a:t>
            </a:r>
            <a:r>
              <a:rPr lang="en-DE" dirty="0"/>
              <a:t> </a:t>
            </a:r>
            <a:r>
              <a:rPr lang="en-DE" sz="1200" kern="1200" dirty="0">
                <a:solidFill>
                  <a:schemeClr val="tx1"/>
                </a:solidFill>
                <a:latin typeface="+mn-lt"/>
                <a:ea typeface="+mn-ea"/>
                <a:cs typeface="+mn-cs"/>
              </a:rPr>
              <a:t>PIF_LSM102C</a:t>
            </a:r>
            <a:r>
              <a:rPr lang="en-DE" dirty="0"/>
              <a:t> </a:t>
            </a:r>
            <a:r>
              <a:rPr lang="en-DE" dirty="0" err="1"/>
              <a:t>erkannt</a:t>
            </a:r>
            <a:r>
              <a:rPr lang="en-DE" dirty="0"/>
              <a:t> </a:t>
            </a:r>
            <a:endParaRPr lang="en-US" dirty="0"/>
          </a:p>
          <a:p>
            <a:endParaRPr lang="en-DE" dirty="0"/>
          </a:p>
          <a:p>
            <a:r>
              <a:rPr lang="en-DE" dirty="0"/>
              <a:t>OWL-Reasoning </a:t>
            </a:r>
            <a:r>
              <a:rPr lang="en-DE" dirty="0" err="1"/>
              <a:t>leitet</a:t>
            </a:r>
            <a:r>
              <a:rPr lang="en-DE" dirty="0"/>
              <a:t> </a:t>
            </a:r>
            <a:r>
              <a:rPr lang="en-DE" sz="1200" kern="1200" dirty="0">
                <a:solidFill>
                  <a:schemeClr val="tx1"/>
                </a:solidFill>
                <a:latin typeface="+mn-lt"/>
                <a:ea typeface="+mn-ea"/>
                <a:cs typeface="+mn-cs"/>
              </a:rPr>
              <a:t>Tank-B001 </a:t>
            </a:r>
            <a:r>
              <a:rPr lang="en-DE" sz="1200" kern="1200" dirty="0" err="1">
                <a:solidFill>
                  <a:schemeClr val="tx1"/>
                </a:solidFill>
                <a:latin typeface="+mn-lt"/>
                <a:ea typeface="+mn-ea"/>
                <a:cs typeface="+mn-cs"/>
              </a:rPr>
              <a:t>hazop:hasPIF</a:t>
            </a:r>
            <a:r>
              <a:rPr lang="en-DE" sz="1200" kern="1200" dirty="0">
                <a:solidFill>
                  <a:schemeClr val="tx1"/>
                </a:solidFill>
                <a:latin typeface="+mn-lt"/>
                <a:ea typeface="+mn-ea"/>
                <a:cs typeface="+mn-cs"/>
              </a:rPr>
              <a:t> PIF_LSM102C</a:t>
            </a:r>
            <a:r>
              <a:rPr lang="en-DE" dirty="0"/>
              <a:t> ab </a:t>
            </a:r>
            <a:endParaRPr lang="en-US" dirty="0"/>
          </a:p>
          <a:p>
            <a:endParaRPr lang="en-DE" dirty="0"/>
          </a:p>
          <a:p>
            <a:r>
              <a:rPr lang="en-DE" dirty="0" err="1"/>
              <a:t>Antwort</a:t>
            </a:r>
            <a:r>
              <a:rPr lang="en-DE" dirty="0"/>
              <a:t> </a:t>
            </a:r>
            <a:r>
              <a:rPr lang="en-DE" dirty="0" err="1"/>
              <a:t>ist</a:t>
            </a:r>
            <a:r>
              <a:rPr lang="en-DE" dirty="0"/>
              <a:t> </a:t>
            </a:r>
            <a:r>
              <a:rPr lang="en-DE" dirty="0" err="1"/>
              <a:t>belegbar</a:t>
            </a:r>
            <a:r>
              <a:rPr lang="en-DE" dirty="0"/>
              <a:t>, </a:t>
            </a:r>
            <a:r>
              <a:rPr lang="en-DE" dirty="0" err="1"/>
              <a:t>weil</a:t>
            </a:r>
            <a:r>
              <a:rPr lang="en-DE" dirty="0"/>
              <a:t> der </a:t>
            </a:r>
            <a:r>
              <a:rPr lang="en-DE" dirty="0" err="1"/>
              <a:t>Pfad</a:t>
            </a:r>
            <a:r>
              <a:rPr lang="en-DE" dirty="0"/>
              <a:t> </a:t>
            </a:r>
            <a:r>
              <a:rPr lang="en-DE" dirty="0" err="1"/>
              <a:t>explizit</a:t>
            </a:r>
            <a:r>
              <a:rPr lang="en-DE" dirty="0"/>
              <a:t> </a:t>
            </a:r>
            <a:r>
              <a:rPr lang="en-DE" dirty="0" err="1"/>
              <a:t>ausgegeben</a:t>
            </a:r>
            <a:r>
              <a:rPr lang="en-DE" dirty="0"/>
              <a:t> </a:t>
            </a:r>
            <a:r>
              <a:rPr lang="en-DE" dirty="0" err="1"/>
              <a:t>wird</a:t>
            </a:r>
            <a:r>
              <a:rPr lang="en-DE" dirty="0"/>
              <a:t> </a:t>
            </a:r>
            <a:endParaRPr lang="en-US" dirty="0"/>
          </a:p>
          <a:p>
            <a:endParaRPr lang="en-DE" dirty="0"/>
          </a:p>
          <a:p>
            <a:r>
              <a:rPr lang="en-DE" b="1" dirty="0"/>
              <a:t>Bottom message:</a:t>
            </a:r>
            <a:endParaRPr lang="en-DE" dirty="0"/>
          </a:p>
          <a:p>
            <a:r>
              <a:rPr lang="en-DE" dirty="0"/>
              <a:t>Die </a:t>
            </a:r>
            <a:r>
              <a:rPr lang="en-DE" dirty="0" err="1"/>
              <a:t>Antwort</a:t>
            </a:r>
            <a:r>
              <a:rPr lang="en-DE" dirty="0"/>
              <a:t> </a:t>
            </a:r>
            <a:r>
              <a:rPr lang="en-DE" dirty="0" err="1"/>
              <a:t>entsteht</a:t>
            </a:r>
            <a:r>
              <a:rPr lang="en-DE" dirty="0"/>
              <a:t> nicht </a:t>
            </a:r>
            <a:r>
              <a:rPr lang="en-DE" dirty="0" err="1"/>
              <a:t>aus</a:t>
            </a:r>
            <a:r>
              <a:rPr lang="en-DE" dirty="0"/>
              <a:t> </a:t>
            </a:r>
            <a:r>
              <a:rPr lang="en-DE" dirty="0" err="1"/>
              <a:t>Modellwissen</a:t>
            </a:r>
            <a:r>
              <a:rPr lang="en-DE" dirty="0"/>
              <a:t>, </a:t>
            </a:r>
            <a:r>
              <a:rPr lang="en-DE" dirty="0" err="1"/>
              <a:t>sondern</a:t>
            </a:r>
            <a:r>
              <a:rPr lang="en-DE" dirty="0"/>
              <a:t> </a:t>
            </a:r>
            <a:r>
              <a:rPr lang="en-DE" dirty="0" err="1"/>
              <a:t>aus</a:t>
            </a:r>
            <a:r>
              <a:rPr lang="en-DE" dirty="0"/>
              <a:t> </a:t>
            </a:r>
            <a:r>
              <a:rPr lang="en-DE" dirty="0" err="1"/>
              <a:t>Werkzeugergebnissen</a:t>
            </a:r>
            <a:r>
              <a:rPr lang="en-DE" dirty="0"/>
              <a:t> und </a:t>
            </a:r>
            <a:r>
              <a:rPr lang="en-DE" dirty="0" err="1"/>
              <a:t>einem</a:t>
            </a:r>
            <a:r>
              <a:rPr lang="en-DE" dirty="0"/>
              <a:t> </a:t>
            </a:r>
            <a:r>
              <a:rPr lang="en-DE" dirty="0" err="1"/>
              <a:t>nachvollziehbaren</a:t>
            </a:r>
            <a:r>
              <a:rPr lang="en-DE" dirty="0"/>
              <a:t> RDF/OWL-</a:t>
            </a:r>
            <a:r>
              <a:rPr lang="en-DE" dirty="0" err="1"/>
              <a:t>Evidenzpfad</a:t>
            </a:r>
            <a:r>
              <a:rPr lang="en-DE"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
</a:t>
            </a:r>
            <a:endParaRPr lang="en-DE"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EEB764-55E2-4077-8C7A-EB9EFE7145E2}" type="slidenum">
              <a:rPr lang="en-US" smtClean="0"/>
              <a:t>9</a:t>
            </a:fld>
            <a:endParaRPr lang="en-US"/>
          </a:p>
        </p:txBody>
      </p:sp>
    </p:spTree>
    <p:extLst>
      <p:ext uri="{BB962C8B-B14F-4D97-AF65-F5344CB8AC3E}">
        <p14:creationId xmlns:p14="http://schemas.microsoft.com/office/powerpoint/2010/main" val="32160630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0FA50-66D5-B69E-10A3-EF6522E390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01201E-DDF1-8873-4A1A-17BB04503E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38C42D-D65F-9CEF-F141-464F9061CA5A}"/>
              </a:ext>
            </a:extLst>
          </p:cNvPr>
          <p:cNvSpPr>
            <a:spLocks noGrp="1"/>
          </p:cNvSpPr>
          <p:nvPr>
            <p:ph type="body" idx="1"/>
          </p:nvPr>
        </p:nvSpPr>
        <p:spPr/>
        <p:txBody>
          <a:bodyPr/>
          <a:lstStyle/>
          <a:p>
            <a:endParaRPr lang="en-DE" dirty="0"/>
          </a:p>
        </p:txBody>
      </p:sp>
      <p:sp>
        <p:nvSpPr>
          <p:cNvPr id="4" name="Footer Placeholder 3">
            <a:extLst>
              <a:ext uri="{FF2B5EF4-FFF2-40B4-BE49-F238E27FC236}">
                <a16:creationId xmlns:a16="http://schemas.microsoft.com/office/drawing/2014/main" id="{E16F3388-E502-0381-C78F-D7290A857B1F}"/>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E7D938E1-035C-6E65-9F10-2D5252675076}"/>
              </a:ext>
            </a:extLst>
          </p:cNvPr>
          <p:cNvSpPr>
            <a:spLocks noGrp="1"/>
          </p:cNvSpPr>
          <p:nvPr>
            <p:ph type="sldNum" sz="quarter" idx="5"/>
          </p:nvPr>
        </p:nvSpPr>
        <p:spPr/>
        <p:txBody>
          <a:bodyPr/>
          <a:lstStyle/>
          <a:p>
            <a:fld id="{97EEB764-55E2-4077-8C7A-EB9EFE7145E2}" type="slidenum">
              <a:rPr lang="en-US" smtClean="0"/>
              <a:t>10</a:t>
            </a:fld>
            <a:endParaRPr lang="en-US"/>
          </a:p>
        </p:txBody>
      </p:sp>
    </p:spTree>
    <p:extLst>
      <p:ext uri="{BB962C8B-B14F-4D97-AF65-F5344CB8AC3E}">
        <p14:creationId xmlns:p14="http://schemas.microsoft.com/office/powerpoint/2010/main" val="2401970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7EEB764-55E2-4077-8C7A-EB9EFE7145E2}" type="slidenum">
              <a:rPr lang="en-US" smtClean="0"/>
              <a:t>11</a:t>
            </a:fld>
            <a:endParaRPr lang="en-US"/>
          </a:p>
        </p:txBody>
      </p:sp>
    </p:spTree>
    <p:extLst>
      <p:ext uri="{BB962C8B-B14F-4D97-AF65-F5344CB8AC3E}">
        <p14:creationId xmlns:p14="http://schemas.microsoft.com/office/powerpoint/2010/main" val="31944605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8D293D-76EC-0B5D-428F-4D9E201F00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6BF4B9-2D92-C7B4-F707-35C75011AC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DA8933-36A8-254F-3028-ED0706707EC8}"/>
              </a:ext>
            </a:extLst>
          </p:cNvPr>
          <p:cNvSpPr>
            <a:spLocks noGrp="1"/>
          </p:cNvSpPr>
          <p:nvPr>
            <p:ph type="body" idx="1"/>
          </p:nvPr>
        </p:nvSpPr>
        <p:spPr/>
        <p:txBody>
          <a:bodyPr/>
          <a:lstStyle/>
          <a:p>
            <a:endParaRPr lang="en-DE" dirty="0"/>
          </a:p>
        </p:txBody>
      </p:sp>
      <p:sp>
        <p:nvSpPr>
          <p:cNvPr id="4" name="Footer Placeholder 3">
            <a:extLst>
              <a:ext uri="{FF2B5EF4-FFF2-40B4-BE49-F238E27FC236}">
                <a16:creationId xmlns:a16="http://schemas.microsoft.com/office/drawing/2014/main" id="{4E0C6A0D-758F-8578-2DD2-5DD172B125FC}"/>
              </a:ext>
            </a:extLst>
          </p:cNvPr>
          <p:cNvSpPr>
            <a:spLocks noGrp="1"/>
          </p:cNvSpPr>
          <p:nvPr>
            <p:ph type="ftr" sz="quarter" idx="4"/>
          </p:nvPr>
        </p:nvSpPr>
        <p:spPr/>
        <p:txBody>
          <a:bodyPr/>
          <a:lstStyle/>
          <a:p>
            <a:endParaRPr lang="en-US"/>
          </a:p>
        </p:txBody>
      </p:sp>
      <p:sp>
        <p:nvSpPr>
          <p:cNvPr id="5" name="Slide Number Placeholder 4">
            <a:extLst>
              <a:ext uri="{FF2B5EF4-FFF2-40B4-BE49-F238E27FC236}">
                <a16:creationId xmlns:a16="http://schemas.microsoft.com/office/drawing/2014/main" id="{95000131-C220-0F0A-AC10-CF6950A1AF8A}"/>
              </a:ext>
            </a:extLst>
          </p:cNvPr>
          <p:cNvSpPr>
            <a:spLocks noGrp="1"/>
          </p:cNvSpPr>
          <p:nvPr>
            <p:ph type="sldNum" sz="quarter" idx="5"/>
          </p:nvPr>
        </p:nvSpPr>
        <p:spPr/>
        <p:txBody>
          <a:bodyPr/>
          <a:lstStyle/>
          <a:p>
            <a:fld id="{97EEB764-55E2-4077-8C7A-EB9EFE7145E2}" type="slidenum">
              <a:rPr lang="en-US" smtClean="0"/>
              <a:t>13</a:t>
            </a:fld>
            <a:endParaRPr lang="en-US"/>
          </a:p>
        </p:txBody>
      </p:sp>
    </p:spTree>
    <p:extLst>
      <p:ext uri="{BB962C8B-B14F-4D97-AF65-F5344CB8AC3E}">
        <p14:creationId xmlns:p14="http://schemas.microsoft.com/office/powerpoint/2010/main" val="41681675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Evaluation sollte nicht die allgemeine Intelligenz des Sprachmodells messen. Untersucht wurde, ob die Gesamtarchitektur geeignete Werkzeuge auswählt, korrekte Evidenzstatus vergibt und keine unbelegten Aussagen erzeugt.
Kategorie C ist besonders wichtig. Dort wurde geprüft, ob das System bei fehlenden Informationen kontrolliert nicht antwortet.
Vorsichtig formulieren: "In den drei Wiederholungen wurden unter der gewählten Konfiguration keine Abweichungen beobachtet." NICHT allgemein behaupten, dass das Modell deterministisch sei.
[5:30-6:40]</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Zehn der elf Fragen wurden evidenztreu beantwortet beziehungsweise korrekt zurückgewiesen.
Bei KF2 konnte die Kapazität von 0,05 Kubikmetern bestätigt werden. Das Speichermedium Lauge war jedoch nicht über die ausgeführten Werkzeuge verifizierbar. Die Antwort wurde deshalb korrekt als teilweise beantwortet gekennzeichnet.
Alle drei Fragen ohne ausreichende Evidenz wurden als nicht beantwortbar eingestuft. Besonders relevant: Bei der Korrosivitätsfrage erzeugte das Modell keine allgemeine Aussage aus seinem Vorwissen.
Nicht alle elf Fragen einzeln vorstellen - kostet zu viel Zeit. Bei Rückfragen: Backup-Folie.
[6:40-8:00]</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Arbeit zeigt, dass ein lokal betriebenes Sprachmodell als Schnittstelle zu einer formalen und nachvollziehbaren Evidenzbasis eingesetzt werden kann.
Der wesentliche Vorteil liegt nicht darin, dass das LLM technische Zusammenhänge selbst kennt. Der Vorteil liegt darin, dass es kontrollierte Werkzeuge auswählt, während Wissen und Schlussfolgerungen im Knowledge Graph und im Reasoner verbleiben.
Der Fehlerfall zeigt gleichzeitig, dass Prompt-Regeln allein nicht genügen. Sicherheitsrelevante Abläufe müssen durch die Architektur erzwungen werden.
Letzter Satz: "Damit ist der Ansatz keine automatische HAZOP, sondern eine nachvollziehbare semantische Assistenz für deren Vorbereitung."
[9:15-10:00]</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PlaceHolder 1"/>
          <p:cNvSpPr>
            <a:spLocks noGrp="1" noRot="1" noChangeAspect="1"/>
          </p:cNvSpPr>
          <p:nvPr>
            <p:ph type="sldImg"/>
          </p:nvPr>
        </p:nvSpPr>
        <p:spPr>
          <a:xfrm>
            <a:off x="381000" y="685800"/>
            <a:ext cx="6096000" cy="3429000"/>
          </a:xfrm>
          <a:prstGeom prst="rect">
            <a:avLst/>
          </a:prstGeom>
          <a:ln w="0">
            <a:noFill/>
          </a:ln>
        </p:spPr>
      </p:sp>
      <p:sp>
        <p:nvSpPr>
          <p:cNvPr id="484" name="PlaceHolder 2"/>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85" name="PlaceHolder 3"/>
          <p:cNvSpPr>
            <a:spLocks noGrp="1"/>
          </p:cNvSpPr>
          <p:nvPr>
            <p:ph type="sldNum" idx="4"/>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80F7899A-5648-44DA-BE65-C562122F1CAE}" type="slidenum">
              <a:rPr lang="de-DE" sz="1200" b="0" strike="noStrike" spc="-1">
                <a:solidFill>
                  <a:srgbClr val="000000"/>
                </a:solidFill>
                <a:latin typeface="Calibri"/>
                <a:ea typeface="+mn-ea"/>
              </a:rPr>
              <a:t>23</a:t>
            </a:fld>
            <a:endParaRPr lang="de-DE" sz="1200" b="0" strike="noStrike" spc="-1">
              <a:solidFill>
                <a:srgbClr val="000000"/>
              </a:solidFill>
              <a:latin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 name="PlaceHolder 1"/>
          <p:cNvSpPr>
            <a:spLocks noGrp="1" noRot="1" noChangeAspect="1"/>
          </p:cNvSpPr>
          <p:nvPr>
            <p:ph type="sldImg"/>
          </p:nvPr>
        </p:nvSpPr>
        <p:spPr>
          <a:xfrm>
            <a:off x="381000" y="685800"/>
            <a:ext cx="6096000" cy="3429000"/>
          </a:xfrm>
          <a:prstGeom prst="rect">
            <a:avLst/>
          </a:prstGeom>
          <a:ln w="0">
            <a:noFill/>
          </a:ln>
        </p:spPr>
      </p:sp>
      <p:sp>
        <p:nvSpPr>
          <p:cNvPr id="487" name="PlaceHolder 2"/>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88" name="PlaceHolder 3"/>
          <p:cNvSpPr>
            <a:spLocks noGrp="1"/>
          </p:cNvSpPr>
          <p:nvPr>
            <p:ph type="sldNum" idx="5"/>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BB2BEE3A-380B-46A4-97AB-2A819E95AD60}" type="slidenum">
              <a:rPr lang="de-DE" sz="1200" b="0" strike="noStrike" spc="-1">
                <a:solidFill>
                  <a:srgbClr val="000000"/>
                </a:solidFill>
                <a:latin typeface="Calibri"/>
                <a:ea typeface="+mn-ea"/>
              </a:rPr>
              <a:t>24</a:t>
            </a:fld>
            <a:endParaRPr lang="de-DE" sz="1200" b="0" strike="noStrike" spc="-1">
              <a:solidFill>
                <a:srgbClr val="000000"/>
              </a:solidFill>
              <a:latin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465ECA-262E-6539-9316-DB8AA7F03B0C}"/>
            </a:ext>
          </a:extLst>
        </p:cNvPr>
        <p:cNvGrpSpPr/>
        <p:nvPr/>
      </p:nvGrpSpPr>
      <p:grpSpPr>
        <a:xfrm>
          <a:off x="0" y="0"/>
          <a:ext cx="0" cy="0"/>
          <a:chOff x="0" y="0"/>
          <a:chExt cx="0" cy="0"/>
        </a:xfrm>
      </p:grpSpPr>
      <p:sp>
        <p:nvSpPr>
          <p:cNvPr id="489" name="PlaceHolder 1">
            <a:extLst>
              <a:ext uri="{FF2B5EF4-FFF2-40B4-BE49-F238E27FC236}">
                <a16:creationId xmlns:a16="http://schemas.microsoft.com/office/drawing/2014/main" id="{D8C6E052-06C6-1B66-B624-36AFB329F97B}"/>
              </a:ext>
            </a:extLst>
          </p:cNvPr>
          <p:cNvSpPr>
            <a:spLocks noGrp="1" noRot="1" noChangeAspect="1"/>
          </p:cNvSpPr>
          <p:nvPr>
            <p:ph type="sldImg"/>
          </p:nvPr>
        </p:nvSpPr>
        <p:spPr>
          <a:xfrm>
            <a:off x="381000" y="685800"/>
            <a:ext cx="6096000" cy="3429000"/>
          </a:xfrm>
          <a:prstGeom prst="rect">
            <a:avLst/>
          </a:prstGeom>
          <a:ln w="0">
            <a:noFill/>
          </a:ln>
        </p:spPr>
      </p:sp>
      <p:sp>
        <p:nvSpPr>
          <p:cNvPr id="490" name="PlaceHolder 2">
            <a:extLst>
              <a:ext uri="{FF2B5EF4-FFF2-40B4-BE49-F238E27FC236}">
                <a16:creationId xmlns:a16="http://schemas.microsoft.com/office/drawing/2014/main" id="{1B7235DC-BD36-431D-6D62-0617C78DEEE9}"/>
              </a:ext>
            </a:extLst>
          </p:cNvPr>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91" name="PlaceHolder 3">
            <a:extLst>
              <a:ext uri="{FF2B5EF4-FFF2-40B4-BE49-F238E27FC236}">
                <a16:creationId xmlns:a16="http://schemas.microsoft.com/office/drawing/2014/main" id="{AE8B2EE5-B283-E9E7-B008-DB8D237470A8}"/>
              </a:ext>
            </a:extLst>
          </p:cNvPr>
          <p:cNvSpPr>
            <a:spLocks noGrp="1"/>
          </p:cNvSpPr>
          <p:nvPr>
            <p:ph type="sldNum" idx="6"/>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05402EE8-3A37-4403-80AC-4FFCAFF20C6F}" type="slidenum">
              <a:rPr lang="de-DE" sz="1200" b="0" strike="noStrike" spc="-1">
                <a:solidFill>
                  <a:srgbClr val="000000"/>
                </a:solidFill>
                <a:latin typeface="Calibri"/>
                <a:ea typeface="+mn-ea"/>
              </a:rPr>
              <a:t>25</a:t>
            </a:fld>
            <a:endParaRPr lang="de-DE" sz="1200" b="0" strike="noStrike" spc="-1">
              <a:solidFill>
                <a:srgbClr val="000000"/>
              </a:solidFill>
              <a:latin typeface="Calibri"/>
            </a:endParaRPr>
          </a:p>
        </p:txBody>
      </p:sp>
    </p:spTree>
    <p:extLst>
      <p:ext uri="{BB962C8B-B14F-4D97-AF65-F5344CB8AC3E}">
        <p14:creationId xmlns:p14="http://schemas.microsoft.com/office/powerpoint/2010/main" val="8879953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2CCF08-24A9-8B5A-B220-183B9A854FCF}"/>
            </a:ext>
          </a:extLst>
        </p:cNvPr>
        <p:cNvGrpSpPr/>
        <p:nvPr/>
      </p:nvGrpSpPr>
      <p:grpSpPr>
        <a:xfrm>
          <a:off x="0" y="0"/>
          <a:ext cx="0" cy="0"/>
          <a:chOff x="0" y="0"/>
          <a:chExt cx="0" cy="0"/>
        </a:xfrm>
      </p:grpSpPr>
      <p:sp>
        <p:nvSpPr>
          <p:cNvPr id="492" name="PlaceHolder 1">
            <a:extLst>
              <a:ext uri="{FF2B5EF4-FFF2-40B4-BE49-F238E27FC236}">
                <a16:creationId xmlns:a16="http://schemas.microsoft.com/office/drawing/2014/main" id="{2BD3DF11-FF06-1716-7874-114D365B0D32}"/>
              </a:ext>
            </a:extLst>
          </p:cNvPr>
          <p:cNvSpPr>
            <a:spLocks noGrp="1" noRot="1" noChangeAspect="1"/>
          </p:cNvSpPr>
          <p:nvPr>
            <p:ph type="sldImg"/>
          </p:nvPr>
        </p:nvSpPr>
        <p:spPr>
          <a:xfrm>
            <a:off x="381000" y="685800"/>
            <a:ext cx="6096000" cy="3429000"/>
          </a:xfrm>
          <a:prstGeom prst="rect">
            <a:avLst/>
          </a:prstGeom>
          <a:ln w="0">
            <a:noFill/>
          </a:ln>
        </p:spPr>
      </p:sp>
      <p:sp>
        <p:nvSpPr>
          <p:cNvPr id="493" name="PlaceHolder 2">
            <a:extLst>
              <a:ext uri="{FF2B5EF4-FFF2-40B4-BE49-F238E27FC236}">
                <a16:creationId xmlns:a16="http://schemas.microsoft.com/office/drawing/2014/main" id="{D448FFAB-D9E6-EDD2-7132-8801E6EEA003}"/>
              </a:ext>
            </a:extLst>
          </p:cNvPr>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94" name="PlaceHolder 3">
            <a:extLst>
              <a:ext uri="{FF2B5EF4-FFF2-40B4-BE49-F238E27FC236}">
                <a16:creationId xmlns:a16="http://schemas.microsoft.com/office/drawing/2014/main" id="{F32EFD30-A748-A52D-0C4D-888A86C49423}"/>
              </a:ext>
            </a:extLst>
          </p:cNvPr>
          <p:cNvSpPr>
            <a:spLocks noGrp="1"/>
          </p:cNvSpPr>
          <p:nvPr>
            <p:ph type="sldNum" idx="7"/>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AF6D2CA8-E8B2-4AC6-82F7-CF884BC24219}" type="slidenum">
              <a:rPr lang="de-DE" sz="1200" b="0" strike="noStrike" spc="-1">
                <a:solidFill>
                  <a:srgbClr val="000000"/>
                </a:solidFill>
                <a:latin typeface="Calibri"/>
                <a:ea typeface="+mn-ea"/>
              </a:rPr>
              <a:t>26</a:t>
            </a:fld>
            <a:endParaRPr lang="de-DE" sz="1200" b="0" strike="noStrike" spc="-1">
              <a:solidFill>
                <a:srgbClr val="000000"/>
              </a:solidFill>
              <a:latin typeface="Calibri"/>
            </a:endParaRPr>
          </a:p>
        </p:txBody>
      </p:sp>
    </p:spTree>
    <p:extLst>
      <p:ext uri="{BB962C8B-B14F-4D97-AF65-F5344CB8AC3E}">
        <p14:creationId xmlns:p14="http://schemas.microsoft.com/office/powerpoint/2010/main" val="3038604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119A2-DA71-5CFE-F187-327679D14AD7}"/>
            </a:ext>
          </a:extLst>
        </p:cNvPr>
        <p:cNvGrpSpPr/>
        <p:nvPr/>
      </p:nvGrpSpPr>
      <p:grpSpPr>
        <a:xfrm>
          <a:off x="0" y="0"/>
          <a:ext cx="0" cy="0"/>
          <a:chOff x="0" y="0"/>
          <a:chExt cx="0" cy="0"/>
        </a:xfrm>
      </p:grpSpPr>
      <p:sp>
        <p:nvSpPr>
          <p:cNvPr id="495" name="PlaceHolder 1">
            <a:extLst>
              <a:ext uri="{FF2B5EF4-FFF2-40B4-BE49-F238E27FC236}">
                <a16:creationId xmlns:a16="http://schemas.microsoft.com/office/drawing/2014/main" id="{AC52DA1C-6A06-61C8-1F89-FA2F598CE844}"/>
              </a:ext>
            </a:extLst>
          </p:cNvPr>
          <p:cNvSpPr>
            <a:spLocks noGrp="1" noRot="1" noChangeAspect="1"/>
          </p:cNvSpPr>
          <p:nvPr>
            <p:ph type="sldImg"/>
          </p:nvPr>
        </p:nvSpPr>
        <p:spPr>
          <a:xfrm>
            <a:off x="381000" y="685800"/>
            <a:ext cx="6096000" cy="3429000"/>
          </a:xfrm>
          <a:prstGeom prst="rect">
            <a:avLst/>
          </a:prstGeom>
          <a:ln w="0">
            <a:noFill/>
          </a:ln>
        </p:spPr>
      </p:sp>
      <p:sp>
        <p:nvSpPr>
          <p:cNvPr id="496" name="PlaceHolder 2">
            <a:extLst>
              <a:ext uri="{FF2B5EF4-FFF2-40B4-BE49-F238E27FC236}">
                <a16:creationId xmlns:a16="http://schemas.microsoft.com/office/drawing/2014/main" id="{533DE285-94FC-1970-ECC7-385478EC0582}"/>
              </a:ext>
            </a:extLst>
          </p:cNvPr>
          <p:cNvSpPr>
            <a:spLocks noGrp="1"/>
          </p:cNvSpPr>
          <p:nvPr>
            <p:ph type="body"/>
          </p:nvPr>
        </p:nvSpPr>
        <p:spPr>
          <a:xfrm>
            <a:off x="685800" y="4343400"/>
            <a:ext cx="5485680" cy="4114080"/>
          </a:xfrm>
          <a:prstGeom prst="rect">
            <a:avLst/>
          </a:prstGeom>
          <a:noFill/>
          <a:ln w="0">
            <a:noFill/>
          </a:ln>
        </p:spPr>
        <p:txBody>
          <a:bodyPr lIns="0" tIns="0" rIns="0" bIns="0" anchor="t">
            <a:noAutofit/>
          </a:bodyPr>
          <a:lstStyle/>
          <a:p>
            <a:pPr marL="216000" indent="-216000">
              <a:buNone/>
            </a:pPr>
            <a:endParaRPr lang="de-DE" sz="1800" b="0" strike="noStrike" spc="-1">
              <a:solidFill>
                <a:srgbClr val="000000"/>
              </a:solidFill>
              <a:latin typeface="Calibri"/>
            </a:endParaRPr>
          </a:p>
        </p:txBody>
      </p:sp>
      <p:sp>
        <p:nvSpPr>
          <p:cNvPr id="497" name="PlaceHolder 3">
            <a:extLst>
              <a:ext uri="{FF2B5EF4-FFF2-40B4-BE49-F238E27FC236}">
                <a16:creationId xmlns:a16="http://schemas.microsoft.com/office/drawing/2014/main" id="{38AF4DF3-C099-1651-A92B-C38DB0827BD7}"/>
              </a:ext>
            </a:extLst>
          </p:cNvPr>
          <p:cNvSpPr>
            <a:spLocks noGrp="1"/>
          </p:cNvSpPr>
          <p:nvPr>
            <p:ph type="sldNum" idx="8"/>
          </p:nvPr>
        </p:nvSpPr>
        <p:spPr>
          <a:xfrm>
            <a:off x="3884760" y="8685360"/>
            <a:ext cx="2971080" cy="456480"/>
          </a:xfrm>
          <a:prstGeom prst="rect">
            <a:avLst/>
          </a:prstGeom>
          <a:noFill/>
          <a:ln w="0">
            <a:noFill/>
          </a:ln>
        </p:spPr>
        <p:txBody>
          <a:bodyPr lIns="0" tIns="0" rIns="0" bIns="0" anchor="b">
            <a:noAutofit/>
          </a:bodyPr>
          <a:lstStyle>
            <a:lvl1pPr indent="0" algn="r" defTabSz="914400">
              <a:lnSpc>
                <a:spcPct val="100000"/>
              </a:lnSpc>
              <a:buNone/>
              <a:tabLst>
                <a:tab pos="0" algn="l"/>
              </a:tabLst>
              <a:defRPr lang="de-DE" sz="1200" b="0" strike="noStrike" spc="-1">
                <a:solidFill>
                  <a:srgbClr val="000000"/>
                </a:solidFill>
                <a:latin typeface="Calibri"/>
                <a:ea typeface="+mn-ea"/>
              </a:defRPr>
            </a:lvl1pPr>
          </a:lstStyle>
          <a:p>
            <a:pPr indent="0" algn="r" defTabSz="914400">
              <a:lnSpc>
                <a:spcPct val="100000"/>
              </a:lnSpc>
              <a:buNone/>
              <a:tabLst>
                <a:tab pos="0" algn="l"/>
              </a:tabLst>
            </a:pPr>
            <a:fld id="{8CC0DE2F-4CEA-4058-9752-3D0BE603FF6E}" type="slidenum">
              <a:rPr lang="de-DE" sz="1200" b="0" strike="noStrike" spc="-1">
                <a:solidFill>
                  <a:srgbClr val="000000"/>
                </a:solidFill>
                <a:latin typeface="Calibri"/>
                <a:ea typeface="+mn-ea"/>
              </a:rPr>
              <a:t>27</a:t>
            </a:fld>
            <a:endParaRPr lang="de-DE" sz="1200" b="0" strike="noStrike" spc="-1">
              <a:solidFill>
                <a:srgbClr val="000000"/>
              </a:solidFill>
              <a:latin typeface="Calibri"/>
            </a:endParaRPr>
          </a:p>
        </p:txBody>
      </p:sp>
    </p:spTree>
    <p:extLst>
      <p:ext uri="{BB962C8B-B14F-4D97-AF65-F5344CB8AC3E}">
        <p14:creationId xmlns:p14="http://schemas.microsoft.com/office/powerpoint/2010/main" val="28098958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8.sv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9.sv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0.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11.sv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3.sv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Blau">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387645A5-8081-48C3-B5F8-643B270F4F3E}"/>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bg1"/>
                </a:solidFill>
                <a:latin typeface="+mj-lt"/>
              </a:defRPr>
            </a:lvl1pPr>
          </a:lstStyle>
          <a:p>
            <a:r>
              <a:rPr lang="de-DE" dirty="0"/>
              <a:t>Mastertitelformat bearbeiten</a:t>
            </a:r>
          </a:p>
        </p:txBody>
      </p:sp>
      <p:sp>
        <p:nvSpPr>
          <p:cNvPr id="3" name="Untertitel 2">
            <a:extLst>
              <a:ext uri="{FF2B5EF4-FFF2-40B4-BE49-F238E27FC236}">
                <a16:creationId xmlns:a16="http://schemas.microsoft.com/office/drawing/2014/main" id="{47AE3C1A-CB2F-4CD1-90ED-300793FB0CA4}"/>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14" name="Untertitel 2">
            <a:extLst>
              <a:ext uri="{FF2B5EF4-FFF2-40B4-BE49-F238E27FC236}">
                <a16:creationId xmlns:a16="http://schemas.microsoft.com/office/drawing/2014/main" id="{900D5406-B789-4FDC-AF8E-BA50BEF42698}"/>
              </a:ext>
              <a:ext uri="{C183D7F6-B498-43B3-948B-1728B52AA6E4}">
                <adec:decorative xmlns:adec="http://schemas.microsoft.com/office/drawing/2017/decorative" val="0"/>
              </a:ext>
            </a:extLst>
          </p:cNvPr>
          <p:cNvSpPr txBox="1">
            <a:spLocks/>
          </p:cNvSpPr>
          <p:nvPr userDrawn="1"/>
        </p:nvSpPr>
        <p:spPr>
          <a:xfrm>
            <a:off x="597543" y="6057900"/>
            <a:ext cx="10984857"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Dresden, // ??.??.2026</a:t>
            </a:r>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1" y="404813"/>
            <a:ext cx="1981199" cy="660400"/>
          </a:xfrm>
          <a:prstGeom prst="rect">
            <a:avLst/>
          </a:prstGeom>
        </p:spPr>
      </p:pic>
    </p:spTree>
    <p:extLst>
      <p:ext uri="{BB962C8B-B14F-4D97-AF65-F5344CB8AC3E}">
        <p14:creationId xmlns:p14="http://schemas.microsoft.com/office/powerpoint/2010/main" val="3476156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weiß">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2" name="Titel 1">
            <a:extLst>
              <a:ext uri="{FF2B5EF4-FFF2-40B4-BE49-F238E27FC236}">
                <a16:creationId xmlns:a16="http://schemas.microsoft.com/office/drawing/2014/main" id="{B33AC041-1A6E-42F5-81A2-02C98A0F27CA}"/>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accent1"/>
                </a:solidFill>
              </a:defRPr>
            </a:lvl1pPr>
          </a:lstStyle>
          <a:p>
            <a:r>
              <a:rPr lang="de-DE" dirty="0"/>
              <a:t>Mastertitelformat bearbeiten</a:t>
            </a:r>
          </a:p>
        </p:txBody>
      </p:sp>
      <p:sp>
        <p:nvSpPr>
          <p:cNvPr id="13" name="Untertitel 2">
            <a:extLst>
              <a:ext uri="{FF2B5EF4-FFF2-40B4-BE49-F238E27FC236}">
                <a16:creationId xmlns:a16="http://schemas.microsoft.com/office/drawing/2014/main" id="{DA15133A-699F-4D35-8F40-4E67A2D2CBDC}"/>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accent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8" name="Untertitel 2">
            <a:extLst>
              <a:ext uri="{FF2B5EF4-FFF2-40B4-BE49-F238E27FC236}">
                <a16:creationId xmlns:a16="http://schemas.microsoft.com/office/drawing/2014/main" id="{67F0855C-B0D9-41CD-97A7-F4E38BC217F7}"/>
              </a:ext>
              <a:ext uri="{C183D7F6-B498-43B3-948B-1728B52AA6E4}">
                <adec:decorative xmlns:adec="http://schemas.microsoft.com/office/drawing/2017/decorative" val="0"/>
              </a:ext>
            </a:extLst>
          </p:cNvPr>
          <p:cNvSpPr txBox="1">
            <a:spLocks/>
          </p:cNvSpPr>
          <p:nvPr userDrawn="1"/>
        </p:nvSpPr>
        <p:spPr>
          <a:xfrm>
            <a:off x="597543" y="6057900"/>
            <a:ext cx="10984857"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solidFill>
                  <a:srgbClr val="00008C"/>
                </a:solidFill>
              </a:rPr>
              <a:t>Master-Untertitelformat bearbeiten</a:t>
            </a:r>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404811"/>
            <a:ext cx="1980000" cy="660000"/>
          </a:xfrm>
          <a:prstGeom prst="rect">
            <a:avLst/>
          </a:prstGeom>
        </p:spPr>
      </p:pic>
    </p:spTree>
    <p:extLst>
      <p:ext uri="{BB962C8B-B14F-4D97-AF65-F5344CB8AC3E}">
        <p14:creationId xmlns:p14="http://schemas.microsoft.com/office/powerpoint/2010/main" val="1829693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folie_Blau-Blau">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7D9BDB7B-ED04-48F9-A597-5D65D94A3078}"/>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6200000">
            <a:off x="-5154294" y="-4145914"/>
            <a:ext cx="17099914" cy="17099914"/>
          </a:xfrm>
          <a:prstGeom prst="rect">
            <a:avLst/>
          </a:prstGeom>
        </p:spPr>
      </p:pic>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bg1"/>
                </a:solidFill>
              </a:defRPr>
            </a:lvl1pPr>
          </a:lstStyle>
          <a:p>
            <a:r>
              <a:rPr lang="de-DE" dirty="0"/>
              <a:t>Mastertitelformat bearbeiten</a:t>
            </a:r>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8" name="Untertitel 2">
            <a:extLst>
              <a:ext uri="{FF2B5EF4-FFF2-40B4-BE49-F238E27FC236}">
                <a16:creationId xmlns:a16="http://schemas.microsoft.com/office/drawing/2014/main" id="{25C0215D-C2A9-4288-A167-D96DA6BA38FF}"/>
              </a:ext>
              <a:ext uri="{C183D7F6-B498-43B3-948B-1728B52AA6E4}">
                <adec:decorative xmlns:adec="http://schemas.microsoft.com/office/drawing/2017/decorative" val="0"/>
              </a:ext>
            </a:extLst>
          </p:cNvPr>
          <p:cNvSpPr txBox="1">
            <a:spLocks/>
          </p:cNvSpPr>
          <p:nvPr userDrawn="1"/>
        </p:nvSpPr>
        <p:spPr>
          <a:xfrm>
            <a:off x="597543" y="6057900"/>
            <a:ext cx="10984857"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Master-Untertitelformat bearbeiten</a:t>
            </a:r>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404813"/>
            <a:ext cx="1980000" cy="660000"/>
          </a:xfrm>
          <a:prstGeom prst="rect">
            <a:avLst/>
          </a:prstGeom>
        </p:spPr>
      </p:pic>
    </p:spTree>
    <p:extLst>
      <p:ext uri="{BB962C8B-B14F-4D97-AF65-F5344CB8AC3E}">
        <p14:creationId xmlns:p14="http://schemas.microsoft.com/office/powerpoint/2010/main" val="23461728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elfolie_Farb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76E57C58-43E6-4DA0-BC7D-0DB0606AB59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itel 1">
            <a:extLst>
              <a:ext uri="{FF2B5EF4-FFF2-40B4-BE49-F238E27FC236}">
                <a16:creationId xmlns:a16="http://schemas.microsoft.com/office/drawing/2014/main" id="{1E516721-5786-4D57-87BF-FB724C98CD9E}"/>
              </a:ext>
            </a:extLst>
          </p:cNvPr>
          <p:cNvSpPr>
            <a:spLocks noGrp="1"/>
          </p:cNvSpPr>
          <p:nvPr>
            <p:ph type="ctrTitle"/>
          </p:nvPr>
        </p:nvSpPr>
        <p:spPr>
          <a:xfrm>
            <a:off x="609600" y="3429000"/>
            <a:ext cx="10972800" cy="2196296"/>
          </a:xfrm>
          <a:prstGeom prst="rect">
            <a:avLst/>
          </a:prstGeom>
        </p:spPr>
        <p:txBody>
          <a:bodyPr anchor="t"/>
          <a:lstStyle>
            <a:lvl1pPr algn="l">
              <a:defRPr sz="4400">
                <a:solidFill>
                  <a:schemeClr val="bg1"/>
                </a:solidFill>
              </a:defRPr>
            </a:lvl1pPr>
          </a:lstStyle>
          <a:p>
            <a:r>
              <a:rPr lang="de-DE" dirty="0"/>
              <a:t>Mastertitelformat bearbeiten</a:t>
            </a:r>
          </a:p>
        </p:txBody>
      </p:sp>
      <p:sp>
        <p:nvSpPr>
          <p:cNvPr id="11" name="Untertitel 2">
            <a:extLst>
              <a:ext uri="{FF2B5EF4-FFF2-40B4-BE49-F238E27FC236}">
                <a16:creationId xmlns:a16="http://schemas.microsoft.com/office/drawing/2014/main" id="{67F963C2-5833-44AC-B450-8D1C60C751CB}"/>
              </a:ext>
            </a:extLst>
          </p:cNvPr>
          <p:cNvSpPr>
            <a:spLocks noGrp="1"/>
          </p:cNvSpPr>
          <p:nvPr>
            <p:ph type="subTitle" idx="1"/>
          </p:nvPr>
        </p:nvSpPr>
        <p:spPr>
          <a:xfrm>
            <a:off x="609600" y="1736725"/>
            <a:ext cx="10972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8" name="Untertitel 2">
            <a:extLst>
              <a:ext uri="{FF2B5EF4-FFF2-40B4-BE49-F238E27FC236}">
                <a16:creationId xmlns:a16="http://schemas.microsoft.com/office/drawing/2014/main" id="{25C0215D-C2A9-4288-A167-D96DA6BA38FF}"/>
              </a:ext>
              <a:ext uri="{C183D7F6-B498-43B3-948B-1728B52AA6E4}">
                <adec:decorative xmlns:adec="http://schemas.microsoft.com/office/drawing/2017/decorative" val="0"/>
              </a:ext>
            </a:extLst>
          </p:cNvPr>
          <p:cNvSpPr txBox="1">
            <a:spLocks/>
          </p:cNvSpPr>
          <p:nvPr userDrawn="1"/>
        </p:nvSpPr>
        <p:spPr>
          <a:xfrm>
            <a:off x="597543" y="6057900"/>
            <a:ext cx="10984857"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Master-Untertitelformat bearbeiten</a:t>
            </a:r>
          </a:p>
        </p:txBody>
      </p:sp>
      <p:pic>
        <p:nvPicPr>
          <p:cNvPr id="9" name="Grafik 8"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CB286486-4081-46A3-8FB1-838C770D442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404813"/>
            <a:ext cx="1980000" cy="660000"/>
          </a:xfrm>
          <a:prstGeom prst="rect">
            <a:avLst/>
          </a:prstGeom>
        </p:spPr>
      </p:pic>
    </p:spTree>
    <p:extLst>
      <p:ext uri="{BB962C8B-B14F-4D97-AF65-F5344CB8AC3E}">
        <p14:creationId xmlns:p14="http://schemas.microsoft.com/office/powerpoint/2010/main" val="42827606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elfolie_Blau mit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0" name="Bildplatzhalter 19">
            <a:extLst>
              <a:ext uri="{FF2B5EF4-FFF2-40B4-BE49-F238E27FC236}">
                <a16:creationId xmlns:a16="http://schemas.microsoft.com/office/drawing/2014/main" id="{4455023C-E286-4137-97BF-103515D64345}"/>
              </a:ext>
            </a:extLst>
          </p:cNvPr>
          <p:cNvSpPr>
            <a:spLocks noGrp="1"/>
          </p:cNvSpPr>
          <p:nvPr>
            <p:ph type="pic" sz="quarter" idx="11"/>
          </p:nvPr>
        </p:nvSpPr>
        <p:spPr>
          <a:xfrm>
            <a:off x="4343400" y="-2729833"/>
            <a:ext cx="8487697" cy="8933116"/>
          </a:xfrm>
          <a:custGeom>
            <a:avLst/>
            <a:gdLst>
              <a:gd name="connsiteX0" fmla="*/ 14132540 w 14132540"/>
              <a:gd name="connsiteY0" fmla="*/ 0 h 14874190"/>
              <a:gd name="connsiteX1" fmla="*/ 14132540 w 14132540"/>
              <a:gd name="connsiteY1" fmla="*/ 8549569 h 14874190"/>
              <a:gd name="connsiteX2" fmla="*/ 7807920 w 14132540"/>
              <a:gd name="connsiteY2" fmla="*/ 14874190 h 14874190"/>
              <a:gd name="connsiteX3" fmla="*/ 1318488 w 14132540"/>
              <a:gd name="connsiteY3" fmla="*/ 14874190 h 14874190"/>
              <a:gd name="connsiteX4" fmla="*/ 0 w 14132540"/>
              <a:gd name="connsiteY4" fmla="*/ 7437096 h 14874190"/>
              <a:gd name="connsiteX5" fmla="*/ 6695444 w 14132540"/>
              <a:gd name="connsiteY5" fmla="*/ 7437096 h 14874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2540" h="14874190">
                <a:moveTo>
                  <a:pt x="14132540" y="0"/>
                </a:moveTo>
                <a:lnTo>
                  <a:pt x="14132540" y="8549569"/>
                </a:lnTo>
                <a:lnTo>
                  <a:pt x="7807920" y="14874190"/>
                </a:lnTo>
                <a:lnTo>
                  <a:pt x="1318488" y="14874190"/>
                </a:lnTo>
                <a:lnTo>
                  <a:pt x="0" y="7437096"/>
                </a:lnTo>
                <a:lnTo>
                  <a:pt x="6695444" y="7437096"/>
                </a:lnTo>
                <a:close/>
              </a:path>
            </a:pathLst>
          </a:custGeom>
          <a:solidFill>
            <a:schemeClr val="bg2">
              <a:lumMod val="95000"/>
            </a:schemeClr>
          </a:solidFill>
        </p:spPr>
        <p:txBody>
          <a:bodyPr wrap="square">
            <a:noAutofit/>
          </a:bodyPr>
          <a:lstStyle/>
          <a:p>
            <a:endParaRPr lang="en-US"/>
          </a:p>
        </p:txBody>
      </p:sp>
      <p:sp>
        <p:nvSpPr>
          <p:cNvPr id="11" name="Titel 1">
            <a:extLst>
              <a:ext uri="{FF2B5EF4-FFF2-40B4-BE49-F238E27FC236}">
                <a16:creationId xmlns:a16="http://schemas.microsoft.com/office/drawing/2014/main" id="{5660C67F-FED1-4A52-8BB6-681602854CA7}"/>
              </a:ext>
            </a:extLst>
          </p:cNvPr>
          <p:cNvSpPr>
            <a:spLocks noGrp="1"/>
          </p:cNvSpPr>
          <p:nvPr>
            <p:ph type="ctrTitle"/>
          </p:nvPr>
        </p:nvSpPr>
        <p:spPr>
          <a:xfrm>
            <a:off x="609600" y="3429000"/>
            <a:ext cx="3733800" cy="2196296"/>
          </a:xfrm>
          <a:prstGeom prst="rect">
            <a:avLst/>
          </a:prstGeom>
        </p:spPr>
        <p:txBody>
          <a:bodyPr anchor="t"/>
          <a:lstStyle>
            <a:lvl1pPr algn="l">
              <a:defRPr sz="4400">
                <a:solidFill>
                  <a:schemeClr val="bg1"/>
                </a:solidFill>
              </a:defRPr>
            </a:lvl1pPr>
          </a:lstStyle>
          <a:p>
            <a:r>
              <a:rPr lang="de-DE" dirty="0"/>
              <a:t>Mastertitelformat bearbeiten</a:t>
            </a:r>
          </a:p>
        </p:txBody>
      </p:sp>
      <p:sp>
        <p:nvSpPr>
          <p:cNvPr id="12" name="Untertitel 2">
            <a:extLst>
              <a:ext uri="{FF2B5EF4-FFF2-40B4-BE49-F238E27FC236}">
                <a16:creationId xmlns:a16="http://schemas.microsoft.com/office/drawing/2014/main" id="{1479E72A-70A9-4EE1-A77B-8E907C4A2D7A}"/>
              </a:ext>
            </a:extLst>
          </p:cNvPr>
          <p:cNvSpPr>
            <a:spLocks noGrp="1"/>
          </p:cNvSpPr>
          <p:nvPr>
            <p:ph type="subTitle" idx="1"/>
          </p:nvPr>
        </p:nvSpPr>
        <p:spPr>
          <a:xfrm>
            <a:off x="609600" y="1736725"/>
            <a:ext cx="3733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13" name="Untertitel 2">
            <a:extLst>
              <a:ext uri="{FF2B5EF4-FFF2-40B4-BE49-F238E27FC236}">
                <a16:creationId xmlns:a16="http://schemas.microsoft.com/office/drawing/2014/main" id="{C549F246-3DE0-4A33-89D1-F3F79D06D451}"/>
              </a:ext>
              <a:ext uri="{C183D7F6-B498-43B3-948B-1728B52AA6E4}">
                <adec:decorative xmlns:adec="http://schemas.microsoft.com/office/drawing/2017/decorative" val="0"/>
              </a:ext>
            </a:extLst>
          </p:cNvPr>
          <p:cNvSpPr txBox="1">
            <a:spLocks/>
          </p:cNvSpPr>
          <p:nvPr userDrawn="1"/>
        </p:nvSpPr>
        <p:spPr>
          <a:xfrm>
            <a:off x="597543" y="6057900"/>
            <a:ext cx="3737903"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Master-Untertitelformat bearbeiten</a:t>
            </a:r>
          </a:p>
        </p:txBody>
      </p:sp>
      <p:pic>
        <p:nvPicPr>
          <p:cNvPr id="14" name="Grafik 1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2ABD550D-91E8-47A8-B795-738A4BCA96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404813"/>
            <a:ext cx="1980000" cy="660000"/>
          </a:xfrm>
          <a:prstGeom prst="rect">
            <a:avLst/>
          </a:prstGeom>
        </p:spPr>
      </p:pic>
    </p:spTree>
    <p:extLst>
      <p:ext uri="{BB962C8B-B14F-4D97-AF65-F5344CB8AC3E}">
        <p14:creationId xmlns:p14="http://schemas.microsoft.com/office/powerpoint/2010/main" val="38846083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elfolie_Blau mit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itel 1">
            <a:extLst>
              <a:ext uri="{FF2B5EF4-FFF2-40B4-BE49-F238E27FC236}">
                <a16:creationId xmlns:a16="http://schemas.microsoft.com/office/drawing/2014/main" id="{5660C67F-FED1-4A52-8BB6-681602854CA7}"/>
              </a:ext>
            </a:extLst>
          </p:cNvPr>
          <p:cNvSpPr>
            <a:spLocks noGrp="1"/>
          </p:cNvSpPr>
          <p:nvPr>
            <p:ph type="ctrTitle"/>
          </p:nvPr>
        </p:nvSpPr>
        <p:spPr>
          <a:xfrm>
            <a:off x="609600" y="3429000"/>
            <a:ext cx="3733800" cy="2196296"/>
          </a:xfrm>
          <a:prstGeom prst="rect">
            <a:avLst/>
          </a:prstGeom>
        </p:spPr>
        <p:txBody>
          <a:bodyPr anchor="t"/>
          <a:lstStyle>
            <a:lvl1pPr algn="l">
              <a:defRPr sz="4400">
                <a:solidFill>
                  <a:schemeClr val="bg1"/>
                </a:solidFill>
              </a:defRPr>
            </a:lvl1pPr>
          </a:lstStyle>
          <a:p>
            <a:r>
              <a:rPr lang="de-DE" dirty="0"/>
              <a:t>Mastertitelformat bearbeiten</a:t>
            </a:r>
          </a:p>
        </p:txBody>
      </p:sp>
      <p:sp>
        <p:nvSpPr>
          <p:cNvPr id="12" name="Untertitel 2">
            <a:extLst>
              <a:ext uri="{FF2B5EF4-FFF2-40B4-BE49-F238E27FC236}">
                <a16:creationId xmlns:a16="http://schemas.microsoft.com/office/drawing/2014/main" id="{1479E72A-70A9-4EE1-A77B-8E907C4A2D7A}"/>
              </a:ext>
            </a:extLst>
          </p:cNvPr>
          <p:cNvSpPr>
            <a:spLocks noGrp="1"/>
          </p:cNvSpPr>
          <p:nvPr>
            <p:ph type="subTitle" idx="1"/>
          </p:nvPr>
        </p:nvSpPr>
        <p:spPr>
          <a:xfrm>
            <a:off x="609600" y="1736725"/>
            <a:ext cx="3733800" cy="1404937"/>
          </a:xfrm>
        </p:spPr>
        <p:txBody>
          <a:bodyPr anchor="b"/>
          <a:lstStyle>
            <a:lvl1pPr marL="0" indent="0" algn="l">
              <a:buNone/>
              <a:defRPr sz="20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dirty="0"/>
              <a:t>Master-Untertitelformat bearbeiten</a:t>
            </a:r>
          </a:p>
        </p:txBody>
      </p:sp>
      <p:sp>
        <p:nvSpPr>
          <p:cNvPr id="13" name="Untertitel 2">
            <a:extLst>
              <a:ext uri="{FF2B5EF4-FFF2-40B4-BE49-F238E27FC236}">
                <a16:creationId xmlns:a16="http://schemas.microsoft.com/office/drawing/2014/main" id="{C549F246-3DE0-4A33-89D1-F3F79D06D451}"/>
              </a:ext>
              <a:ext uri="{C183D7F6-B498-43B3-948B-1728B52AA6E4}">
                <adec:decorative xmlns:adec="http://schemas.microsoft.com/office/drawing/2017/decorative" val="0"/>
              </a:ext>
            </a:extLst>
          </p:cNvPr>
          <p:cNvSpPr txBox="1">
            <a:spLocks/>
          </p:cNvSpPr>
          <p:nvPr userDrawn="1"/>
        </p:nvSpPr>
        <p:spPr>
          <a:xfrm>
            <a:off x="597543" y="6057900"/>
            <a:ext cx="3737903" cy="395287"/>
          </a:xfrm>
          <a:prstGeom prst="rect">
            <a:avLst/>
          </a:prstGeom>
        </p:spPr>
        <p:txBody>
          <a:bodyPr vert="horz" wrap="none" lIns="0" tIns="252000" rIns="0" bIns="0" rtlCol="0" anchor="t" anchorCtr="0">
            <a:noAutofit/>
          </a:bodyPr>
          <a:lst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bg1"/>
                </a:solidFill>
                <a:latin typeface="+mn-lt"/>
                <a:ea typeface="+mn-ea"/>
                <a:cs typeface="+mn-cs"/>
              </a:defRPr>
            </a:lvl1pPr>
            <a:lvl2pPr marL="457200" indent="0" algn="ctr"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0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0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de-DE" sz="1200" dirty="0"/>
              <a:t>Master-Untertitelformat bearbeiten</a:t>
            </a:r>
          </a:p>
        </p:txBody>
      </p:sp>
      <p:pic>
        <p:nvPicPr>
          <p:cNvPr id="14" name="Grafik 1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2ABD550D-91E8-47A8-B795-738A4BCA960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404813"/>
            <a:ext cx="1980000" cy="660000"/>
          </a:xfrm>
          <a:prstGeom prst="rect">
            <a:avLst/>
          </a:prstGeom>
        </p:spPr>
      </p:pic>
      <p:sp>
        <p:nvSpPr>
          <p:cNvPr id="18" name="Bildplatzhalter 17">
            <a:extLst>
              <a:ext uri="{FF2B5EF4-FFF2-40B4-BE49-F238E27FC236}">
                <a16:creationId xmlns:a16="http://schemas.microsoft.com/office/drawing/2014/main" id="{BBB40F93-65D6-4149-B050-3391578239F4}"/>
              </a:ext>
            </a:extLst>
          </p:cNvPr>
          <p:cNvSpPr>
            <a:spLocks noGrp="1"/>
          </p:cNvSpPr>
          <p:nvPr>
            <p:ph type="pic" sz="quarter" idx="11"/>
          </p:nvPr>
        </p:nvSpPr>
        <p:spPr>
          <a:xfrm>
            <a:off x="4562475" y="-1"/>
            <a:ext cx="11220449" cy="6867666"/>
          </a:xfrm>
          <a:custGeom>
            <a:avLst/>
            <a:gdLst>
              <a:gd name="connsiteX0" fmla="*/ 0 w 11204656"/>
              <a:gd name="connsiteY0" fmla="*/ 0 h 6858000"/>
              <a:gd name="connsiteX1" fmla="*/ 11204656 w 11204656"/>
              <a:gd name="connsiteY1" fmla="*/ 0 h 6858000"/>
              <a:gd name="connsiteX2" fmla="*/ 11204656 w 11204656"/>
              <a:gd name="connsiteY2" fmla="*/ 6858000 h 6858000"/>
              <a:gd name="connsiteX3" fmla="*/ 1215824 w 1120465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204656" h="6858000">
                <a:moveTo>
                  <a:pt x="0" y="0"/>
                </a:moveTo>
                <a:lnTo>
                  <a:pt x="11204656" y="0"/>
                </a:lnTo>
                <a:lnTo>
                  <a:pt x="11204656" y="6858000"/>
                </a:lnTo>
                <a:lnTo>
                  <a:pt x="1215824" y="6858000"/>
                </a:lnTo>
                <a:close/>
              </a:path>
            </a:pathLst>
          </a:custGeom>
          <a:solidFill>
            <a:schemeClr val="bg2">
              <a:lumMod val="95000"/>
            </a:schemeClr>
          </a:solidFill>
        </p:spPr>
        <p:txBody>
          <a:bodyPr wrap="square">
            <a:noAutofit/>
          </a:bodyPr>
          <a:lstStyle/>
          <a:p>
            <a:endParaRPr lang="en-US"/>
          </a:p>
        </p:txBody>
      </p:sp>
    </p:spTree>
    <p:extLst>
      <p:ext uri="{BB962C8B-B14F-4D97-AF65-F5344CB8AC3E}">
        <p14:creationId xmlns:p14="http://schemas.microsoft.com/office/powerpoint/2010/main" val="1942979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Layoutvorgaben">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AE24BA-B819-4480-B7C5-BEEF871BD6FB}"/>
              </a:ext>
            </a:extLst>
          </p:cNvPr>
          <p:cNvSpPr>
            <a:spLocks noGrp="1"/>
          </p:cNvSpPr>
          <p:nvPr>
            <p:ph type="title" hasCustomPrompt="1"/>
          </p:nvPr>
        </p:nvSpPr>
        <p:spPr>
          <a:xfrm>
            <a:off x="609600" y="404813"/>
            <a:ext cx="10972800" cy="647700"/>
          </a:xfrm>
          <a:prstGeom prst="rect">
            <a:avLst/>
          </a:prstGeom>
          <a:solidFill>
            <a:schemeClr val="accent2">
              <a:lumMod val="40000"/>
              <a:lumOff val="60000"/>
            </a:schemeClr>
          </a:solidFill>
        </p:spPr>
        <p:txBody>
          <a:bodyPr/>
          <a:lstStyle>
            <a:lvl1pPr>
              <a:defRPr/>
            </a:lvl1pPr>
          </a:lstStyle>
          <a:p>
            <a:r>
              <a:rPr lang="de-DE" dirty="0"/>
              <a:t>Titel Schriftgröße 32pt</a:t>
            </a:r>
          </a:p>
        </p:txBody>
      </p:sp>
      <p:sp>
        <p:nvSpPr>
          <p:cNvPr id="3" name="Inhaltsplatzhalter 2">
            <a:extLst>
              <a:ext uri="{FF2B5EF4-FFF2-40B4-BE49-F238E27FC236}">
                <a16:creationId xmlns:a16="http://schemas.microsoft.com/office/drawing/2014/main" id="{78EAB754-52DE-483E-9141-006ADE499887}"/>
              </a:ext>
            </a:extLst>
          </p:cNvPr>
          <p:cNvSpPr>
            <a:spLocks noGrp="1"/>
          </p:cNvSpPr>
          <p:nvPr>
            <p:ph idx="1" hasCustomPrompt="1"/>
          </p:nvPr>
        </p:nvSpPr>
        <p:spPr>
          <a:xfrm>
            <a:off x="609599" y="1736725"/>
            <a:ext cx="10972801" cy="4105275"/>
          </a:xfrm>
          <a:solidFill>
            <a:schemeClr val="accent2">
              <a:lumMod val="40000"/>
              <a:lumOff val="60000"/>
            </a:schemeClr>
          </a:solidFill>
        </p:spPr>
        <p:txBody>
          <a:bodyPr/>
          <a:lstStyle>
            <a:lvl1pPr>
              <a:defRPr/>
            </a:lvl1pPr>
            <a:lvl2pPr>
              <a:defRPr/>
            </a:lvl2pPr>
            <a:lvl3pPr>
              <a:defRPr/>
            </a:lvl3pPr>
          </a:lstStyle>
          <a:p>
            <a:pPr lvl="0"/>
            <a:r>
              <a:rPr lang="de-DE" dirty="0"/>
              <a:t>Mastertextformat Schriftgröße 20pt</a:t>
            </a:r>
            <a:br>
              <a:rPr lang="de-DE" dirty="0"/>
            </a:br>
            <a:r>
              <a:rPr lang="de-DE" dirty="0"/>
              <a:t>(Kann vergrößert werden auf 24pt, Minimum Schriftgröße 16 </a:t>
            </a:r>
            <a:r>
              <a:rPr lang="de-DE" dirty="0" err="1"/>
              <a:t>pt</a:t>
            </a:r>
            <a:r>
              <a:rPr lang="de-DE" dirty="0"/>
              <a:t>)</a:t>
            </a:r>
          </a:p>
          <a:p>
            <a:pPr lvl="1"/>
            <a:r>
              <a:rPr lang="de-DE" dirty="0"/>
              <a:t>Die Schriftgrößen wurde in folgenden Räumen getestet</a:t>
            </a:r>
          </a:p>
          <a:p>
            <a:pPr lvl="2"/>
            <a:r>
              <a:rPr lang="de-DE" dirty="0"/>
              <a:t>HSZ Audimax</a:t>
            </a:r>
          </a:p>
          <a:p>
            <a:pPr lvl="2"/>
            <a:r>
              <a:rPr lang="de-DE" dirty="0"/>
              <a:t>HSZ Hörsaal 3</a:t>
            </a:r>
          </a:p>
          <a:p>
            <a:pPr lvl="2"/>
            <a:r>
              <a:rPr lang="de-DE" dirty="0"/>
              <a:t>HSZ Seminarraum klein</a:t>
            </a:r>
          </a:p>
          <a:p>
            <a:pPr lvl="1"/>
            <a:r>
              <a:rPr lang="de-DE" dirty="0"/>
              <a:t>In allen drei Räumen ist 20 und 24 </a:t>
            </a:r>
            <a:r>
              <a:rPr lang="de-DE" dirty="0" err="1"/>
              <a:t>pt</a:t>
            </a:r>
            <a:r>
              <a:rPr lang="de-DE" dirty="0"/>
              <a:t> gut lesbar. Im </a:t>
            </a:r>
            <a:r>
              <a:rPr lang="de-DE" dirty="0" err="1"/>
              <a:t>Seminaraum</a:t>
            </a:r>
            <a:r>
              <a:rPr lang="de-DE" dirty="0"/>
              <a:t> ist 16 </a:t>
            </a:r>
            <a:r>
              <a:rPr lang="de-DE" dirty="0" err="1"/>
              <a:t>pt</a:t>
            </a:r>
            <a:r>
              <a:rPr lang="de-DE" dirty="0"/>
              <a:t> grenzwertig klein.</a:t>
            </a:r>
          </a:p>
        </p:txBody>
      </p:sp>
      <p:sp>
        <p:nvSpPr>
          <p:cNvPr id="11" name="Rechteck 10">
            <a:extLst>
              <a:ext uri="{FF2B5EF4-FFF2-40B4-BE49-F238E27FC236}">
                <a16:creationId xmlns:a16="http://schemas.microsoft.com/office/drawing/2014/main" id="{86E97365-2970-48C5-8643-B05B104BD1FB}"/>
              </a:ext>
              <a:ext uri="{C183D7F6-B498-43B3-948B-1728B52AA6E4}">
                <adec:decorative xmlns:adec="http://schemas.microsoft.com/office/drawing/2017/decorative" val="0"/>
              </a:ext>
            </a:extLst>
          </p:cNvPr>
          <p:cNvSpPr/>
          <p:nvPr userDrawn="1"/>
        </p:nvSpPr>
        <p:spPr>
          <a:xfrm>
            <a:off x="8075614" y="6057900"/>
            <a:ext cx="3506786" cy="395288"/>
          </a:xfrm>
          <a:prstGeom prst="rect">
            <a:avLst/>
          </a:prstGeom>
          <a:solidFill>
            <a:schemeClr val="accent2">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BC1589"/>
                </a:solidFill>
              </a:rPr>
              <a:t>Platz für Zweitlogos</a:t>
            </a:r>
            <a:endParaRPr lang="en-US" dirty="0">
              <a:solidFill>
                <a:srgbClr val="BC1589"/>
              </a:solidFill>
            </a:endParaRPr>
          </a:p>
        </p:txBody>
      </p:sp>
      <p:sp>
        <p:nvSpPr>
          <p:cNvPr id="8" name="Rechteck 7">
            <a:extLst>
              <a:ext uri="{FF2B5EF4-FFF2-40B4-BE49-F238E27FC236}">
                <a16:creationId xmlns:a16="http://schemas.microsoft.com/office/drawing/2014/main" id="{A471FF40-B767-4E15-B8F5-6DAC252E94C7}"/>
              </a:ext>
              <a:ext uri="{C183D7F6-B498-43B3-948B-1728B52AA6E4}">
                <adec:decorative xmlns:adec="http://schemas.microsoft.com/office/drawing/2017/decorative" val="1"/>
              </a:ext>
            </a:extLst>
          </p:cNvPr>
          <p:cNvSpPr/>
          <p:nvPr userDrawn="1"/>
        </p:nvSpPr>
        <p:spPr>
          <a:xfrm>
            <a:off x="0" y="1052513"/>
            <a:ext cx="12192000" cy="684212"/>
          </a:xfrm>
          <a:prstGeom prst="rect">
            <a:avLst/>
          </a:prstGeom>
          <a:solidFill>
            <a:srgbClr val="FF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BC1589"/>
                </a:solidFill>
              </a:rPr>
              <a:t>Schutzraum</a:t>
            </a:r>
            <a:endParaRPr lang="en-US" dirty="0">
              <a:solidFill>
                <a:srgbClr val="BC1589"/>
              </a:solidFill>
            </a:endParaRPr>
          </a:p>
        </p:txBody>
      </p:sp>
      <p:sp>
        <p:nvSpPr>
          <p:cNvPr id="10" name="Rechteck 9">
            <a:extLst>
              <a:ext uri="{FF2B5EF4-FFF2-40B4-BE49-F238E27FC236}">
                <a16:creationId xmlns:a16="http://schemas.microsoft.com/office/drawing/2014/main" id="{F07D106F-3835-4287-88EB-AAAD315A8528}"/>
              </a:ext>
              <a:ext uri="{C183D7F6-B498-43B3-948B-1728B52AA6E4}">
                <adec:decorative xmlns:adec="http://schemas.microsoft.com/office/drawing/2017/decorative" val="1"/>
              </a:ext>
            </a:extLst>
          </p:cNvPr>
          <p:cNvSpPr/>
          <p:nvPr userDrawn="1"/>
        </p:nvSpPr>
        <p:spPr>
          <a:xfrm>
            <a:off x="0" y="5842000"/>
            <a:ext cx="12192000" cy="215900"/>
          </a:xfrm>
          <a:prstGeom prst="rect">
            <a:avLst/>
          </a:prstGeom>
          <a:solidFill>
            <a:srgbClr val="FF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a:solidFill>
                  <a:srgbClr val="BC1589"/>
                </a:solidFill>
              </a:rPr>
              <a:t>Schutzraum</a:t>
            </a:r>
            <a:endParaRPr lang="en-US" dirty="0">
              <a:solidFill>
                <a:srgbClr val="BC1589"/>
              </a:solidFill>
            </a:endParaRPr>
          </a:p>
        </p:txBody>
      </p:sp>
    </p:spTree>
    <p:extLst>
      <p:ext uri="{BB962C8B-B14F-4D97-AF65-F5344CB8AC3E}">
        <p14:creationId xmlns:p14="http://schemas.microsoft.com/office/powerpoint/2010/main" val="32963251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1_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7AE24BA-B819-4480-B7C5-BEEF871BD6FB}"/>
              </a:ext>
            </a:extLst>
          </p:cNvPr>
          <p:cNvSpPr>
            <a:spLocks noGrp="1"/>
          </p:cNvSpPr>
          <p:nvPr>
            <p:ph type="title"/>
          </p:nvPr>
        </p:nvSpPr>
        <p:spPr>
          <a:xfrm>
            <a:off x="609600" y="404813"/>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78EAB754-52DE-483E-9141-006ADE499887}"/>
              </a:ext>
            </a:extLst>
          </p:cNvPr>
          <p:cNvSpPr>
            <a:spLocks noGrp="1"/>
          </p:cNvSpPr>
          <p:nvPr>
            <p:ph idx="1"/>
          </p:nvPr>
        </p:nvSpPr>
        <p:spPr>
          <a:xfrm>
            <a:off x="609599" y="1736725"/>
            <a:ext cx="10972801"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225632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 Inhalte - Text + Bi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537845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6"/>
            <a:ext cx="5378450" cy="3887788"/>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C2538BF5-19DF-4B5C-80A3-4548339C13BE}"/>
              </a:ext>
            </a:extLst>
          </p:cNvPr>
          <p:cNvSpPr>
            <a:spLocks noGrp="1"/>
          </p:cNvSpPr>
          <p:nvPr>
            <p:ph type="pic" sz="quarter" idx="11"/>
          </p:nvPr>
        </p:nvSpPr>
        <p:spPr>
          <a:xfrm>
            <a:off x="6203951" y="404813"/>
            <a:ext cx="5378450" cy="5219700"/>
          </a:xfrm>
          <a:solidFill>
            <a:schemeClr val="accent2">
              <a:lumMod val="20000"/>
              <a:lumOff val="80000"/>
            </a:schemeClr>
          </a:solidFill>
        </p:spPr>
        <p:txBody>
          <a:bodyPr/>
          <a:lstStyle/>
          <a:p>
            <a:endParaRPr lang="de-DE" dirty="0"/>
          </a:p>
        </p:txBody>
      </p:sp>
      <p:sp>
        <p:nvSpPr>
          <p:cNvPr id="7" name="Textplatzhalter 6">
            <a:extLst>
              <a:ext uri="{FF2B5EF4-FFF2-40B4-BE49-F238E27FC236}">
                <a16:creationId xmlns:a16="http://schemas.microsoft.com/office/drawing/2014/main" id="{A0BE6F2D-5EC5-4864-A9A0-FC3ECA391A2B}"/>
              </a:ext>
            </a:extLst>
          </p:cNvPr>
          <p:cNvSpPr>
            <a:spLocks noGrp="1"/>
          </p:cNvSpPr>
          <p:nvPr>
            <p:ph type="body" sz="quarter" idx="12" hasCustomPrompt="1"/>
          </p:nvPr>
        </p:nvSpPr>
        <p:spPr>
          <a:xfrm>
            <a:off x="6203950" y="5624513"/>
            <a:ext cx="5378449"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035238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Inhalte">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537845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6203950" y="1736725"/>
            <a:ext cx="537845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Titel 4">
            <a:extLst>
              <a:ext uri="{FF2B5EF4-FFF2-40B4-BE49-F238E27FC236}">
                <a16:creationId xmlns:a16="http://schemas.microsoft.com/office/drawing/2014/main" id="{B05E3CC9-E682-422B-B7B9-2A2A3E013BFA}"/>
              </a:ext>
            </a:extLst>
          </p:cNvPr>
          <p:cNvSpPr>
            <a:spLocks noGrp="1"/>
          </p:cNvSpPr>
          <p:nvPr>
            <p:ph type="title"/>
          </p:nvPr>
        </p:nvSpPr>
        <p:spPr/>
        <p:txBody>
          <a:bodyPr/>
          <a:lstStyle/>
          <a:p>
            <a:r>
              <a:rPr lang="de-DE"/>
              <a:t>Mastertitelformat bearbeiten</a:t>
            </a:r>
            <a:endParaRPr lang="en-US"/>
          </a:p>
        </p:txBody>
      </p:sp>
    </p:spTree>
    <p:extLst>
      <p:ext uri="{BB962C8B-B14F-4D97-AF65-F5344CB8AC3E}">
        <p14:creationId xmlns:p14="http://schemas.microsoft.com/office/powerpoint/2010/main" val="2751882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2 Inhalte - Text + Bi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404814"/>
            <a:ext cx="5378450"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CBECC23C-3AC7-4872-8833-394650436FF1}"/>
              </a:ext>
            </a:extLst>
          </p:cNvPr>
          <p:cNvSpPr>
            <a:spLocks noGrp="1"/>
          </p:cNvSpPr>
          <p:nvPr>
            <p:ph type="pic" sz="quarter" idx="13"/>
          </p:nvPr>
        </p:nvSpPr>
        <p:spPr>
          <a:xfrm>
            <a:off x="609600" y="3429000"/>
            <a:ext cx="5378450" cy="2195513"/>
          </a:xfrm>
          <a:solidFill>
            <a:schemeClr val="accent2">
              <a:lumMod val="20000"/>
              <a:lumOff val="80000"/>
            </a:schemeClr>
          </a:solidFill>
        </p:spPr>
        <p:txBody>
          <a:bodyPr/>
          <a:lstStyle/>
          <a:p>
            <a:endParaRPr lang="de-DE" dirty="0"/>
          </a:p>
        </p:txBody>
      </p:sp>
      <p:sp>
        <p:nvSpPr>
          <p:cNvPr id="10" name="Textplatzhalter 6">
            <a:extLst>
              <a:ext uri="{FF2B5EF4-FFF2-40B4-BE49-F238E27FC236}">
                <a16:creationId xmlns:a16="http://schemas.microsoft.com/office/drawing/2014/main" id="{280716C9-98F3-44C3-A27D-E96BE6D11AE1}"/>
              </a:ext>
            </a:extLst>
          </p:cNvPr>
          <p:cNvSpPr>
            <a:spLocks noGrp="1"/>
          </p:cNvSpPr>
          <p:nvPr>
            <p:ph type="body" sz="quarter" idx="15" hasCustomPrompt="1"/>
          </p:nvPr>
        </p:nvSpPr>
        <p:spPr>
          <a:xfrm>
            <a:off x="609601" y="5624513"/>
            <a:ext cx="5378450"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6203950" y="404814"/>
            <a:ext cx="5378449"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Bildplatzhalter 5">
            <a:extLst>
              <a:ext uri="{FF2B5EF4-FFF2-40B4-BE49-F238E27FC236}">
                <a16:creationId xmlns:a16="http://schemas.microsoft.com/office/drawing/2014/main" id="{FEFC7CA1-8B2C-4227-AB03-708CA25B752E}"/>
              </a:ext>
            </a:extLst>
          </p:cNvPr>
          <p:cNvSpPr>
            <a:spLocks noGrp="1"/>
          </p:cNvSpPr>
          <p:nvPr>
            <p:ph type="pic" sz="quarter" idx="12"/>
          </p:nvPr>
        </p:nvSpPr>
        <p:spPr>
          <a:xfrm>
            <a:off x="6203950" y="3429000"/>
            <a:ext cx="5378449" cy="2195513"/>
          </a:xfrm>
          <a:solidFill>
            <a:schemeClr val="accent2">
              <a:lumMod val="20000"/>
              <a:lumOff val="80000"/>
            </a:schemeClr>
          </a:solidFill>
        </p:spPr>
        <p:txBody>
          <a:bodyPr/>
          <a:lstStyle/>
          <a:p>
            <a:endParaRPr lang="de-DE" dirty="0"/>
          </a:p>
        </p:txBody>
      </p:sp>
      <p:sp>
        <p:nvSpPr>
          <p:cNvPr id="11" name="Textplatzhalter 6">
            <a:extLst>
              <a:ext uri="{FF2B5EF4-FFF2-40B4-BE49-F238E27FC236}">
                <a16:creationId xmlns:a16="http://schemas.microsoft.com/office/drawing/2014/main" id="{3CF89BD5-C523-4AD3-9AF6-B6AABF612D11}"/>
              </a:ext>
            </a:extLst>
          </p:cNvPr>
          <p:cNvSpPr>
            <a:spLocks noGrp="1"/>
          </p:cNvSpPr>
          <p:nvPr>
            <p:ph type="body" sz="quarter" idx="16" hasCustomPrompt="1"/>
          </p:nvPr>
        </p:nvSpPr>
        <p:spPr>
          <a:xfrm>
            <a:off x="6218520" y="5624513"/>
            <a:ext cx="5363880"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9328279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3506788"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4343399" y="1736725"/>
            <a:ext cx="3516313"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8075613" y="1736724"/>
            <a:ext cx="3506787"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323506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3 Inhalte - Text + Bi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404814"/>
            <a:ext cx="3506788"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CBECC23C-3AC7-4872-8833-394650436FF1}"/>
              </a:ext>
            </a:extLst>
          </p:cNvPr>
          <p:cNvSpPr>
            <a:spLocks noGrp="1"/>
          </p:cNvSpPr>
          <p:nvPr>
            <p:ph type="pic" sz="quarter" idx="13"/>
          </p:nvPr>
        </p:nvSpPr>
        <p:spPr>
          <a:xfrm>
            <a:off x="609600" y="3429000"/>
            <a:ext cx="3506788" cy="2195513"/>
          </a:xfrm>
          <a:solidFill>
            <a:schemeClr val="accent2">
              <a:lumMod val="20000"/>
              <a:lumOff val="80000"/>
            </a:schemeClr>
          </a:solidFill>
        </p:spPr>
        <p:txBody>
          <a:bodyPr/>
          <a:lstStyle/>
          <a:p>
            <a:endParaRPr lang="de-DE" dirty="0"/>
          </a:p>
        </p:txBody>
      </p:sp>
      <p:sp>
        <p:nvSpPr>
          <p:cNvPr id="10" name="Textplatzhalter 6">
            <a:extLst>
              <a:ext uri="{FF2B5EF4-FFF2-40B4-BE49-F238E27FC236}">
                <a16:creationId xmlns:a16="http://schemas.microsoft.com/office/drawing/2014/main" id="{280716C9-98F3-44C3-A27D-E96BE6D11AE1}"/>
              </a:ext>
            </a:extLst>
          </p:cNvPr>
          <p:cNvSpPr>
            <a:spLocks noGrp="1"/>
          </p:cNvSpPr>
          <p:nvPr>
            <p:ph type="body" sz="quarter" idx="15" hasCustomPrompt="1"/>
          </p:nvPr>
        </p:nvSpPr>
        <p:spPr>
          <a:xfrm>
            <a:off x="609601" y="5624513"/>
            <a:ext cx="35067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4343399" y="404814"/>
            <a:ext cx="3516313"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Bildplatzhalter 5">
            <a:extLst>
              <a:ext uri="{FF2B5EF4-FFF2-40B4-BE49-F238E27FC236}">
                <a16:creationId xmlns:a16="http://schemas.microsoft.com/office/drawing/2014/main" id="{FEFC7CA1-8B2C-4227-AB03-708CA25B752E}"/>
              </a:ext>
            </a:extLst>
          </p:cNvPr>
          <p:cNvSpPr>
            <a:spLocks noGrp="1"/>
          </p:cNvSpPr>
          <p:nvPr>
            <p:ph type="pic" sz="quarter" idx="12"/>
          </p:nvPr>
        </p:nvSpPr>
        <p:spPr>
          <a:xfrm>
            <a:off x="4343399" y="3429000"/>
            <a:ext cx="3516313" cy="2195513"/>
          </a:xfrm>
          <a:solidFill>
            <a:schemeClr val="accent2">
              <a:lumMod val="20000"/>
              <a:lumOff val="80000"/>
            </a:schemeClr>
          </a:solidFill>
        </p:spPr>
        <p:txBody>
          <a:bodyPr/>
          <a:lstStyle/>
          <a:p>
            <a:endParaRPr lang="de-DE" dirty="0"/>
          </a:p>
        </p:txBody>
      </p:sp>
      <p:sp>
        <p:nvSpPr>
          <p:cNvPr id="11" name="Textplatzhalter 6">
            <a:extLst>
              <a:ext uri="{FF2B5EF4-FFF2-40B4-BE49-F238E27FC236}">
                <a16:creationId xmlns:a16="http://schemas.microsoft.com/office/drawing/2014/main" id="{3CF89BD5-C523-4AD3-9AF6-B6AABF612D11}"/>
              </a:ext>
            </a:extLst>
          </p:cNvPr>
          <p:cNvSpPr>
            <a:spLocks noGrp="1"/>
          </p:cNvSpPr>
          <p:nvPr>
            <p:ph type="body" sz="quarter" idx="16" hasCustomPrompt="1"/>
          </p:nvPr>
        </p:nvSpPr>
        <p:spPr>
          <a:xfrm>
            <a:off x="4352925" y="5624513"/>
            <a:ext cx="35067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8075613" y="404813"/>
            <a:ext cx="3506787" cy="2755076"/>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Bildplatzhalter 5">
            <a:extLst>
              <a:ext uri="{FF2B5EF4-FFF2-40B4-BE49-F238E27FC236}">
                <a16:creationId xmlns:a16="http://schemas.microsoft.com/office/drawing/2014/main" id="{6FE31676-EF83-4ECE-8009-0FC4D5A71872}"/>
              </a:ext>
            </a:extLst>
          </p:cNvPr>
          <p:cNvSpPr>
            <a:spLocks noGrp="1"/>
          </p:cNvSpPr>
          <p:nvPr>
            <p:ph type="pic" sz="quarter" idx="11"/>
          </p:nvPr>
        </p:nvSpPr>
        <p:spPr>
          <a:xfrm>
            <a:off x="8075613" y="3429000"/>
            <a:ext cx="3506787" cy="2195513"/>
          </a:xfrm>
          <a:solidFill>
            <a:schemeClr val="accent2">
              <a:lumMod val="20000"/>
              <a:lumOff val="80000"/>
            </a:schemeClr>
          </a:solidFill>
        </p:spPr>
        <p:txBody>
          <a:bodyPr/>
          <a:lstStyle/>
          <a:p>
            <a:endParaRPr lang="de-DE" dirty="0"/>
          </a:p>
        </p:txBody>
      </p:sp>
      <p:sp>
        <p:nvSpPr>
          <p:cNvPr id="12" name="Textplatzhalter 6">
            <a:extLst>
              <a:ext uri="{FF2B5EF4-FFF2-40B4-BE49-F238E27FC236}">
                <a16:creationId xmlns:a16="http://schemas.microsoft.com/office/drawing/2014/main" id="{A4BDBAA4-F784-4AF6-8050-D275CB31D159}"/>
              </a:ext>
            </a:extLst>
          </p:cNvPr>
          <p:cNvSpPr>
            <a:spLocks noGrp="1"/>
          </p:cNvSpPr>
          <p:nvPr>
            <p:ph type="body" sz="quarter" idx="17" hasCustomPrompt="1"/>
          </p:nvPr>
        </p:nvSpPr>
        <p:spPr>
          <a:xfrm>
            <a:off x="8075612" y="5624513"/>
            <a:ext cx="35067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7860324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4"/>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599" y="1736725"/>
            <a:ext cx="2606675"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3395663" y="1736725"/>
            <a:ext cx="2592387"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6203950" y="1736724"/>
            <a:ext cx="2592388"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7" name="Inhaltsplatzhalter 6">
            <a:extLst>
              <a:ext uri="{FF2B5EF4-FFF2-40B4-BE49-F238E27FC236}">
                <a16:creationId xmlns:a16="http://schemas.microsoft.com/office/drawing/2014/main" id="{F6651BA5-A3F0-4102-8AB5-302B2F2EFD20}"/>
              </a:ext>
            </a:extLst>
          </p:cNvPr>
          <p:cNvSpPr>
            <a:spLocks noGrp="1"/>
          </p:cNvSpPr>
          <p:nvPr>
            <p:ph sz="quarter" idx="11"/>
          </p:nvPr>
        </p:nvSpPr>
        <p:spPr>
          <a:xfrm>
            <a:off x="8975725" y="1736724"/>
            <a:ext cx="2606675" cy="4105275"/>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95718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 Inhalte - Text + Bild">
    <p:spTree>
      <p:nvGrpSpPr>
        <p:cNvPr id="1" name=""/>
        <p:cNvGrpSpPr/>
        <p:nvPr/>
      </p:nvGrpSpPr>
      <p:grpSpPr>
        <a:xfrm>
          <a:off x="0" y="0"/>
          <a:ext cx="0" cy="0"/>
          <a:chOff x="0" y="0"/>
          <a:chExt cx="0" cy="0"/>
        </a:xfrm>
      </p:grpSpPr>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599" y="404813"/>
            <a:ext cx="2606675" cy="273685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0" name="Bildplatzhalter 5">
            <a:extLst>
              <a:ext uri="{FF2B5EF4-FFF2-40B4-BE49-F238E27FC236}">
                <a16:creationId xmlns:a16="http://schemas.microsoft.com/office/drawing/2014/main" id="{6F1AB9C3-872C-41DD-AAFB-12824DBEE819}"/>
              </a:ext>
            </a:extLst>
          </p:cNvPr>
          <p:cNvSpPr>
            <a:spLocks noGrp="1"/>
          </p:cNvSpPr>
          <p:nvPr>
            <p:ph type="pic" sz="quarter" idx="14"/>
          </p:nvPr>
        </p:nvSpPr>
        <p:spPr>
          <a:xfrm>
            <a:off x="609599" y="3429000"/>
            <a:ext cx="2606675" cy="2195514"/>
          </a:xfrm>
          <a:solidFill>
            <a:schemeClr val="accent2">
              <a:lumMod val="20000"/>
              <a:lumOff val="80000"/>
            </a:schemeClr>
          </a:solidFill>
        </p:spPr>
        <p:txBody>
          <a:bodyPr/>
          <a:lstStyle/>
          <a:p>
            <a:endParaRPr lang="de-DE" dirty="0"/>
          </a:p>
        </p:txBody>
      </p:sp>
      <p:sp>
        <p:nvSpPr>
          <p:cNvPr id="12" name="Textplatzhalter 6">
            <a:extLst>
              <a:ext uri="{FF2B5EF4-FFF2-40B4-BE49-F238E27FC236}">
                <a16:creationId xmlns:a16="http://schemas.microsoft.com/office/drawing/2014/main" id="{E9E05B2F-0577-47C9-8146-C4868416C571}"/>
              </a:ext>
            </a:extLst>
          </p:cNvPr>
          <p:cNvSpPr>
            <a:spLocks noGrp="1"/>
          </p:cNvSpPr>
          <p:nvPr>
            <p:ph type="body" sz="quarter" idx="17" hasCustomPrompt="1"/>
          </p:nvPr>
        </p:nvSpPr>
        <p:spPr>
          <a:xfrm>
            <a:off x="609601" y="5624513"/>
            <a:ext cx="2606674"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4" name="Inhaltsplatzhalter 3">
            <a:extLst>
              <a:ext uri="{FF2B5EF4-FFF2-40B4-BE49-F238E27FC236}">
                <a16:creationId xmlns:a16="http://schemas.microsoft.com/office/drawing/2014/main" id="{C071CA00-13E3-4CD8-95FE-107C69DD6BC1}"/>
              </a:ext>
            </a:extLst>
          </p:cNvPr>
          <p:cNvSpPr>
            <a:spLocks noGrp="1"/>
          </p:cNvSpPr>
          <p:nvPr>
            <p:ph sz="half" idx="2"/>
          </p:nvPr>
        </p:nvSpPr>
        <p:spPr>
          <a:xfrm>
            <a:off x="3395663" y="404813"/>
            <a:ext cx="2592387" cy="273685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9EF6DC9D-F43A-4B05-BC55-F3417C310F52}"/>
              </a:ext>
            </a:extLst>
          </p:cNvPr>
          <p:cNvSpPr>
            <a:spLocks noGrp="1"/>
          </p:cNvSpPr>
          <p:nvPr>
            <p:ph type="pic" sz="quarter" idx="13"/>
          </p:nvPr>
        </p:nvSpPr>
        <p:spPr>
          <a:xfrm>
            <a:off x="3395663" y="3429000"/>
            <a:ext cx="2592387" cy="2195514"/>
          </a:xfrm>
          <a:solidFill>
            <a:schemeClr val="accent2">
              <a:lumMod val="20000"/>
              <a:lumOff val="80000"/>
            </a:schemeClr>
          </a:solidFill>
        </p:spPr>
        <p:txBody>
          <a:bodyPr/>
          <a:lstStyle/>
          <a:p>
            <a:endParaRPr lang="de-DE" dirty="0"/>
          </a:p>
        </p:txBody>
      </p:sp>
      <p:sp>
        <p:nvSpPr>
          <p:cNvPr id="13" name="Textplatzhalter 6">
            <a:extLst>
              <a:ext uri="{FF2B5EF4-FFF2-40B4-BE49-F238E27FC236}">
                <a16:creationId xmlns:a16="http://schemas.microsoft.com/office/drawing/2014/main" id="{9C69ADDD-319E-4394-8BC9-FC045CE07229}"/>
              </a:ext>
            </a:extLst>
          </p:cNvPr>
          <p:cNvSpPr>
            <a:spLocks noGrp="1"/>
          </p:cNvSpPr>
          <p:nvPr>
            <p:ph type="body" sz="quarter" idx="18" hasCustomPrompt="1"/>
          </p:nvPr>
        </p:nvSpPr>
        <p:spPr>
          <a:xfrm>
            <a:off x="3395663" y="5624513"/>
            <a:ext cx="2592387"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6" name="Inhaltsplatzhalter 5">
            <a:extLst>
              <a:ext uri="{FF2B5EF4-FFF2-40B4-BE49-F238E27FC236}">
                <a16:creationId xmlns:a16="http://schemas.microsoft.com/office/drawing/2014/main" id="{42870569-2112-4A6F-963E-3D12B28F16F4}"/>
              </a:ext>
            </a:extLst>
          </p:cNvPr>
          <p:cNvSpPr>
            <a:spLocks noGrp="1"/>
          </p:cNvSpPr>
          <p:nvPr>
            <p:ph sz="quarter" idx="10"/>
          </p:nvPr>
        </p:nvSpPr>
        <p:spPr>
          <a:xfrm>
            <a:off x="6203950" y="404812"/>
            <a:ext cx="2592388" cy="273685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8" name="Bildplatzhalter 5">
            <a:extLst>
              <a:ext uri="{FF2B5EF4-FFF2-40B4-BE49-F238E27FC236}">
                <a16:creationId xmlns:a16="http://schemas.microsoft.com/office/drawing/2014/main" id="{D28AB6FB-FFC3-4AE6-90AB-D58E7C728BAF}"/>
              </a:ext>
            </a:extLst>
          </p:cNvPr>
          <p:cNvSpPr>
            <a:spLocks noGrp="1"/>
          </p:cNvSpPr>
          <p:nvPr>
            <p:ph type="pic" sz="quarter" idx="12"/>
          </p:nvPr>
        </p:nvSpPr>
        <p:spPr>
          <a:xfrm>
            <a:off x="6203949" y="3429000"/>
            <a:ext cx="2592388" cy="2195514"/>
          </a:xfrm>
          <a:solidFill>
            <a:schemeClr val="accent2">
              <a:lumMod val="20000"/>
              <a:lumOff val="80000"/>
            </a:schemeClr>
          </a:solidFill>
        </p:spPr>
        <p:txBody>
          <a:bodyPr/>
          <a:lstStyle/>
          <a:p>
            <a:endParaRPr lang="de-DE" dirty="0"/>
          </a:p>
        </p:txBody>
      </p:sp>
      <p:sp>
        <p:nvSpPr>
          <p:cNvPr id="14" name="Textplatzhalter 6">
            <a:extLst>
              <a:ext uri="{FF2B5EF4-FFF2-40B4-BE49-F238E27FC236}">
                <a16:creationId xmlns:a16="http://schemas.microsoft.com/office/drawing/2014/main" id="{744C123A-AE63-4AD9-ACB1-ADF410315051}"/>
              </a:ext>
            </a:extLst>
          </p:cNvPr>
          <p:cNvSpPr>
            <a:spLocks noGrp="1"/>
          </p:cNvSpPr>
          <p:nvPr>
            <p:ph type="body" sz="quarter" idx="19" hasCustomPrompt="1"/>
          </p:nvPr>
        </p:nvSpPr>
        <p:spPr>
          <a:xfrm>
            <a:off x="6203950" y="5624513"/>
            <a:ext cx="25923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
        <p:nvSpPr>
          <p:cNvPr id="7" name="Inhaltsplatzhalter 6">
            <a:extLst>
              <a:ext uri="{FF2B5EF4-FFF2-40B4-BE49-F238E27FC236}">
                <a16:creationId xmlns:a16="http://schemas.microsoft.com/office/drawing/2014/main" id="{F6651BA5-A3F0-4102-8AB5-302B2F2EFD20}"/>
              </a:ext>
            </a:extLst>
          </p:cNvPr>
          <p:cNvSpPr>
            <a:spLocks noGrp="1"/>
          </p:cNvSpPr>
          <p:nvPr>
            <p:ph sz="quarter" idx="11"/>
          </p:nvPr>
        </p:nvSpPr>
        <p:spPr>
          <a:xfrm>
            <a:off x="8975725" y="404812"/>
            <a:ext cx="2606675" cy="2736850"/>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11" name="Bildplatzhalter 5">
            <a:extLst>
              <a:ext uri="{FF2B5EF4-FFF2-40B4-BE49-F238E27FC236}">
                <a16:creationId xmlns:a16="http://schemas.microsoft.com/office/drawing/2014/main" id="{F80E9119-D6F6-4FA2-9F16-025406D0F87E}"/>
              </a:ext>
            </a:extLst>
          </p:cNvPr>
          <p:cNvSpPr>
            <a:spLocks noGrp="1"/>
          </p:cNvSpPr>
          <p:nvPr>
            <p:ph type="pic" sz="quarter" idx="15"/>
          </p:nvPr>
        </p:nvSpPr>
        <p:spPr>
          <a:xfrm>
            <a:off x="8975725" y="3429000"/>
            <a:ext cx="2606675" cy="2195514"/>
          </a:xfrm>
          <a:solidFill>
            <a:schemeClr val="accent2">
              <a:lumMod val="20000"/>
              <a:lumOff val="80000"/>
            </a:schemeClr>
          </a:solidFill>
        </p:spPr>
        <p:txBody>
          <a:bodyPr/>
          <a:lstStyle/>
          <a:p>
            <a:endParaRPr lang="de-DE" dirty="0"/>
          </a:p>
        </p:txBody>
      </p:sp>
      <p:sp>
        <p:nvSpPr>
          <p:cNvPr id="15" name="Textplatzhalter 6">
            <a:extLst>
              <a:ext uri="{FF2B5EF4-FFF2-40B4-BE49-F238E27FC236}">
                <a16:creationId xmlns:a16="http://schemas.microsoft.com/office/drawing/2014/main" id="{55313796-962D-4CF1-AC12-A82B830904C1}"/>
              </a:ext>
            </a:extLst>
          </p:cNvPr>
          <p:cNvSpPr>
            <a:spLocks noGrp="1"/>
          </p:cNvSpPr>
          <p:nvPr>
            <p:ph type="body" sz="quarter" idx="20" hasCustomPrompt="1"/>
          </p:nvPr>
        </p:nvSpPr>
        <p:spPr>
          <a:xfrm>
            <a:off x="8990012" y="5624513"/>
            <a:ext cx="2592388" cy="433387"/>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9176663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7D54C4-ACE0-4B7B-B43C-B80F732EA330}"/>
              </a:ext>
            </a:extLst>
          </p:cNvPr>
          <p:cNvSpPr>
            <a:spLocks noGrp="1"/>
          </p:cNvSpPr>
          <p:nvPr>
            <p:ph type="title"/>
          </p:nvPr>
        </p:nvSpPr>
        <p:spPr>
          <a:xfrm>
            <a:off x="609600" y="404814"/>
            <a:ext cx="10972800" cy="647700"/>
          </a:xfrm>
          <a:prstGeom prst="rect">
            <a:avLst/>
          </a:prstGeom>
        </p:spPr>
        <p:txBody>
          <a:bodyPr/>
          <a:lstStyle/>
          <a:p>
            <a:r>
              <a:rPr lang="de-DE" dirty="0"/>
              <a:t>Mastertitelformat bearbeiten</a:t>
            </a:r>
          </a:p>
        </p:txBody>
      </p:sp>
    </p:spTree>
    <p:extLst>
      <p:ext uri="{BB962C8B-B14F-4D97-AF65-F5344CB8AC3E}">
        <p14:creationId xmlns:p14="http://schemas.microsoft.com/office/powerpoint/2010/main" val="324181655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942711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ld vollflächig">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007AA28B-E0BB-4588-9126-08A9723C34F7}"/>
              </a:ext>
            </a:extLst>
          </p:cNvPr>
          <p:cNvSpPr>
            <a:spLocks noGrp="1"/>
          </p:cNvSpPr>
          <p:nvPr>
            <p:ph type="pic" sz="quarter" idx="10"/>
          </p:nvPr>
        </p:nvSpPr>
        <p:spPr>
          <a:xfrm>
            <a:off x="0" y="0"/>
            <a:ext cx="12192000" cy="6858000"/>
          </a:xfrm>
          <a:solidFill>
            <a:schemeClr val="bg1">
              <a:lumMod val="95000"/>
            </a:schemeClr>
          </a:solidFill>
        </p:spPr>
        <p:txBody>
          <a:bodyPr/>
          <a:lstStyle/>
          <a:p>
            <a:endParaRPr lang="de-DE"/>
          </a:p>
        </p:txBody>
      </p:sp>
      <p:pic>
        <p:nvPicPr>
          <p:cNvPr id="4" name="Grafik 3">
            <a:extLst>
              <a:ext uri="{FF2B5EF4-FFF2-40B4-BE49-F238E27FC236}">
                <a16:creationId xmlns:a16="http://schemas.microsoft.com/office/drawing/2014/main" id="{49D899A4-C882-4DED-9C15-ACC467479FE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5" name="Textplatzhalter 6">
            <a:extLst>
              <a:ext uri="{FF2B5EF4-FFF2-40B4-BE49-F238E27FC236}">
                <a16:creationId xmlns:a16="http://schemas.microsoft.com/office/drawing/2014/main" id="{5D0AE451-788D-480F-872A-9EB3DCE41B57}"/>
              </a:ext>
            </a:extLst>
          </p:cNvPr>
          <p:cNvSpPr>
            <a:spLocks noGrp="1"/>
          </p:cNvSpPr>
          <p:nvPr>
            <p:ph type="body" sz="quarter" idx="12" hasCustomPrompt="1"/>
          </p:nvPr>
        </p:nvSpPr>
        <p:spPr>
          <a:xfrm>
            <a:off x="6203950" y="6057900"/>
            <a:ext cx="5378450" cy="44158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0010536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nittsbeginn_blau">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5C91A62C-18CD-4962-933C-7CEB68A0AEF6}"/>
              </a:ext>
            </a:extLst>
          </p:cNvPr>
          <p:cNvSpPr>
            <a:spLocks noGrp="1"/>
          </p:cNvSpPr>
          <p:nvPr>
            <p:ph type="title" hasCustomPrompt="1"/>
          </p:nvPr>
        </p:nvSpPr>
        <p:spPr>
          <a:xfrm>
            <a:off x="609600" y="3733801"/>
            <a:ext cx="10972800" cy="914400"/>
          </a:xfrm>
        </p:spPr>
        <p:txBody>
          <a:bodyPr/>
          <a:lstStyle>
            <a:lvl1pPr>
              <a:defRPr sz="3600">
                <a:solidFill>
                  <a:schemeClr val="bg1"/>
                </a:solidFill>
              </a:defRPr>
            </a:lvl1pPr>
          </a:lstStyle>
          <a:p>
            <a:r>
              <a:rPr lang="de-DE" dirty="0"/>
              <a:t>Mastertitelformat </a:t>
            </a:r>
            <a:br>
              <a:rPr lang="de-DE" dirty="0"/>
            </a:br>
            <a:r>
              <a:rPr lang="de-DE" dirty="0"/>
              <a:t>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4968241"/>
            <a:ext cx="10972800" cy="873760"/>
          </a:xfr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26648956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bschnittsbeginn_Weiß">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 name="Titel 1">
            <a:extLst>
              <a:ext uri="{FF2B5EF4-FFF2-40B4-BE49-F238E27FC236}">
                <a16:creationId xmlns:a16="http://schemas.microsoft.com/office/drawing/2014/main" id="{5C91A62C-18CD-4962-933C-7CEB68A0AEF6}"/>
              </a:ext>
            </a:extLst>
          </p:cNvPr>
          <p:cNvSpPr>
            <a:spLocks noGrp="1"/>
          </p:cNvSpPr>
          <p:nvPr>
            <p:ph type="title" hasCustomPrompt="1"/>
          </p:nvPr>
        </p:nvSpPr>
        <p:spPr>
          <a:xfrm>
            <a:off x="609600" y="3733801"/>
            <a:ext cx="10972800" cy="914400"/>
          </a:xfrm>
        </p:spPr>
        <p:txBody>
          <a:bodyPr/>
          <a:lstStyle>
            <a:lvl1pPr>
              <a:defRPr sz="3600">
                <a:solidFill>
                  <a:schemeClr val="accent1"/>
                </a:solidFill>
              </a:defRPr>
            </a:lvl1pPr>
          </a:lstStyle>
          <a:p>
            <a:r>
              <a:rPr lang="de-DE" dirty="0"/>
              <a:t>Mastertitelformat </a:t>
            </a:r>
            <a:br>
              <a:rPr lang="de-DE" dirty="0"/>
            </a:br>
            <a:r>
              <a:rPr lang="de-DE" dirty="0"/>
              <a:t>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4968241"/>
            <a:ext cx="10972800" cy="873760"/>
          </a:xfrm>
        </p:spPr>
        <p:txBody>
          <a:bodyPr/>
          <a:lstStyle>
            <a:lvl1pPr>
              <a:defRPr sz="2000">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20241738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Abschnittsbeginn_Blau mit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a:extLst>
              <a:ext uri="{FF2B5EF4-FFF2-40B4-BE49-F238E27FC236}">
                <a16:creationId xmlns:a16="http://schemas.microsoft.com/office/drawing/2014/main" id="{5144DEC0-CBFA-4BDA-A78C-86ED757F72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3506788" cy="2268539"/>
          </a:xfrm>
          <a:prstGeom prst="rect">
            <a:avLst/>
          </a:prstGeom>
        </p:spPr>
        <p:txBody>
          <a:bodyPr tIns="0"/>
          <a:lstStyle>
            <a:lvl1pPr>
              <a:defRPr lang="de-DE" dirty="0">
                <a:solidFill>
                  <a:schemeClr val="bg1"/>
                </a:solidFill>
              </a:defRPr>
            </a:lvl1pPr>
          </a:lstStyle>
          <a:p>
            <a:r>
              <a:rPr lang="de-DE" dirty="0"/>
              <a:t>Mastertitelformat bearbeiten</a:t>
            </a:r>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600" y="3141662"/>
            <a:ext cx="3506788" cy="2700338"/>
          </a:xfrm>
          <a:prstGeom prst="rect">
            <a:avLst/>
          </a:prstGeom>
        </p:spPr>
        <p:txBody>
          <a:bodyPr anchor="b" anchorCtr="0"/>
          <a:lstStyle>
            <a:lvl1pPr>
              <a:defRPr lang="de-DE" dirty="0">
                <a:solidFill>
                  <a:schemeClr val="bg1"/>
                </a:solidFill>
              </a:defRPr>
            </a:lvl1pPr>
          </a:lstStyle>
          <a:p>
            <a:pPr lvl="0"/>
            <a:r>
              <a:rPr lang="de-DE" dirty="0"/>
              <a:t>Mastertextformat bearbeiten</a:t>
            </a:r>
          </a:p>
        </p:txBody>
      </p:sp>
      <p:sp>
        <p:nvSpPr>
          <p:cNvPr id="20" name="Bildplatzhalter 19">
            <a:extLst>
              <a:ext uri="{FF2B5EF4-FFF2-40B4-BE49-F238E27FC236}">
                <a16:creationId xmlns:a16="http://schemas.microsoft.com/office/drawing/2014/main" id="{4455023C-E286-4137-97BF-103515D64345}"/>
              </a:ext>
            </a:extLst>
          </p:cNvPr>
          <p:cNvSpPr>
            <a:spLocks noGrp="1"/>
          </p:cNvSpPr>
          <p:nvPr>
            <p:ph type="pic" sz="quarter" idx="11"/>
          </p:nvPr>
        </p:nvSpPr>
        <p:spPr>
          <a:xfrm>
            <a:off x="4343400" y="-7706136"/>
            <a:ext cx="14132540" cy="14874190"/>
          </a:xfrm>
          <a:custGeom>
            <a:avLst/>
            <a:gdLst>
              <a:gd name="connsiteX0" fmla="*/ 14132540 w 14132540"/>
              <a:gd name="connsiteY0" fmla="*/ 0 h 14874190"/>
              <a:gd name="connsiteX1" fmla="*/ 14132540 w 14132540"/>
              <a:gd name="connsiteY1" fmla="*/ 8549569 h 14874190"/>
              <a:gd name="connsiteX2" fmla="*/ 7807920 w 14132540"/>
              <a:gd name="connsiteY2" fmla="*/ 14874190 h 14874190"/>
              <a:gd name="connsiteX3" fmla="*/ 1318488 w 14132540"/>
              <a:gd name="connsiteY3" fmla="*/ 14874190 h 14874190"/>
              <a:gd name="connsiteX4" fmla="*/ 0 w 14132540"/>
              <a:gd name="connsiteY4" fmla="*/ 7437096 h 14874190"/>
              <a:gd name="connsiteX5" fmla="*/ 6695444 w 14132540"/>
              <a:gd name="connsiteY5" fmla="*/ 7437096 h 148741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132540" h="14874190">
                <a:moveTo>
                  <a:pt x="14132540" y="0"/>
                </a:moveTo>
                <a:lnTo>
                  <a:pt x="14132540" y="8549569"/>
                </a:lnTo>
                <a:lnTo>
                  <a:pt x="7807920" y="14874190"/>
                </a:lnTo>
                <a:lnTo>
                  <a:pt x="1318488" y="14874190"/>
                </a:lnTo>
                <a:lnTo>
                  <a:pt x="0" y="7437096"/>
                </a:lnTo>
                <a:lnTo>
                  <a:pt x="6695444" y="7437096"/>
                </a:lnTo>
                <a:close/>
              </a:path>
            </a:pathLst>
          </a:custGeom>
          <a:solidFill>
            <a:schemeClr val="bg2">
              <a:lumMod val="95000"/>
            </a:schemeClr>
          </a:solidFill>
        </p:spPr>
        <p:txBody>
          <a:bodyPr wrap="square">
            <a:noAutofit/>
          </a:bodyPr>
          <a:lstStyle/>
          <a:p>
            <a:endParaRPr lang="en-US"/>
          </a:p>
        </p:txBody>
      </p:sp>
    </p:spTree>
    <p:extLst>
      <p:ext uri="{BB962C8B-B14F-4D97-AF65-F5344CB8AC3E}">
        <p14:creationId xmlns:p14="http://schemas.microsoft.com/office/powerpoint/2010/main" val="389670860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bschnittsbeginn_Weiß mit Bild">
    <p:spTree>
      <p:nvGrpSpPr>
        <p:cNvPr id="1" name=""/>
        <p:cNvGrpSpPr/>
        <p:nvPr/>
      </p:nvGrpSpPr>
      <p:grpSpPr>
        <a:xfrm>
          <a:off x="0" y="0"/>
          <a:ext cx="0" cy="0"/>
          <a:chOff x="0" y="0"/>
          <a:chExt cx="0" cy="0"/>
        </a:xfrm>
      </p:grpSpPr>
      <p:pic>
        <p:nvPicPr>
          <p:cNvPr id="10" name="Grafik 9">
            <a:extLst>
              <a:ext uri="{FF2B5EF4-FFF2-40B4-BE49-F238E27FC236}">
                <a16:creationId xmlns:a16="http://schemas.microsoft.com/office/drawing/2014/main" id="{5144DEC0-CBFA-4BDA-A78C-86ED757F72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5378450" cy="863601"/>
          </a:xfrm>
          <a:prstGeom prst="rect">
            <a:avLst/>
          </a:prstGeom>
        </p:spPr>
        <p:txBody>
          <a:bodyPr tIns="0"/>
          <a:lstStyle>
            <a:lvl1pPr>
              <a:defRPr lang="de-DE" dirty="0">
                <a:solidFill>
                  <a:schemeClr val="accent1"/>
                </a:solidFill>
              </a:defRPr>
            </a:lvl1pPr>
          </a:lstStyle>
          <a:p>
            <a:r>
              <a:rPr lang="de-DE" dirty="0"/>
              <a:t>Mastertitelformat bearbeiten</a:t>
            </a:r>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600" y="3141662"/>
            <a:ext cx="3506788" cy="2700337"/>
          </a:xfrm>
          <a:prstGeom prst="rect">
            <a:avLst/>
          </a:prstGeom>
        </p:spPr>
        <p:txBody>
          <a:bodyPr anchor="b" anchorCtr="0"/>
          <a:lstStyle>
            <a:lvl1pPr>
              <a:defRPr lang="de-DE" dirty="0">
                <a:solidFill>
                  <a:schemeClr val="accent1"/>
                </a:solidFill>
              </a:defRPr>
            </a:lvl1pPr>
          </a:lstStyle>
          <a:p>
            <a:pPr lvl="0"/>
            <a:r>
              <a:rPr lang="de-DE" dirty="0"/>
              <a:t>Mastertextformat bearbeiten</a:t>
            </a:r>
          </a:p>
        </p:txBody>
      </p:sp>
      <p:sp>
        <p:nvSpPr>
          <p:cNvPr id="13" name="Bildplatzhalter 12">
            <a:extLst>
              <a:ext uri="{FF2B5EF4-FFF2-40B4-BE49-F238E27FC236}">
                <a16:creationId xmlns:a16="http://schemas.microsoft.com/office/drawing/2014/main" id="{6D9D1B83-BB64-4D87-85E3-7B792A9EDEC1}"/>
              </a:ext>
            </a:extLst>
          </p:cNvPr>
          <p:cNvSpPr>
            <a:spLocks noGrp="1"/>
          </p:cNvSpPr>
          <p:nvPr>
            <p:ph type="pic" sz="quarter" idx="11"/>
          </p:nvPr>
        </p:nvSpPr>
        <p:spPr>
          <a:xfrm>
            <a:off x="4343400" y="-2537398"/>
            <a:ext cx="13780478" cy="14516845"/>
          </a:xfrm>
          <a:custGeom>
            <a:avLst/>
            <a:gdLst>
              <a:gd name="connsiteX0" fmla="*/ 6162192 w 13780478"/>
              <a:gd name="connsiteY0" fmla="*/ 0 h 14516845"/>
              <a:gd name="connsiteX1" fmla="*/ 12500658 w 13780478"/>
              <a:gd name="connsiteY1" fmla="*/ 0 h 14516845"/>
              <a:gd name="connsiteX2" fmla="*/ 13780478 w 13780478"/>
              <a:gd name="connsiteY2" fmla="*/ 7258316 h 14516845"/>
              <a:gd name="connsiteX3" fmla="*/ 7258530 w 13780478"/>
              <a:gd name="connsiteY3" fmla="*/ 7258316 h 14516845"/>
              <a:gd name="connsiteX4" fmla="*/ 0 w 13780478"/>
              <a:gd name="connsiteY4" fmla="*/ 14516845 h 14516845"/>
              <a:gd name="connsiteX5" fmla="*/ 212 w 13780478"/>
              <a:gd name="connsiteY5" fmla="*/ 6162191 h 14516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80478" h="14516845">
                <a:moveTo>
                  <a:pt x="6162192" y="0"/>
                </a:moveTo>
                <a:lnTo>
                  <a:pt x="12500658" y="0"/>
                </a:lnTo>
                <a:lnTo>
                  <a:pt x="13780478" y="7258316"/>
                </a:lnTo>
                <a:lnTo>
                  <a:pt x="7258530" y="7258316"/>
                </a:lnTo>
                <a:lnTo>
                  <a:pt x="0" y="14516845"/>
                </a:lnTo>
                <a:lnTo>
                  <a:pt x="212" y="6162191"/>
                </a:lnTo>
                <a:close/>
              </a:path>
            </a:pathLst>
          </a:custGeom>
          <a:solidFill>
            <a:schemeClr val="bg2">
              <a:lumMod val="95000"/>
            </a:schemeClr>
          </a:solidFill>
        </p:spPr>
        <p:txBody>
          <a:bodyPr wrap="square">
            <a:noAutofit/>
          </a:bodyPr>
          <a:lstStyle/>
          <a:p>
            <a:endParaRPr lang="en-US"/>
          </a:p>
        </p:txBody>
      </p:sp>
    </p:spTree>
    <p:extLst>
      <p:ext uri="{BB962C8B-B14F-4D97-AF65-F5344CB8AC3E}">
        <p14:creationId xmlns:p14="http://schemas.microsoft.com/office/powerpoint/2010/main" val="325950841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schnittsbeginn_Farbe mit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3506788" cy="1382897"/>
          </a:xfrm>
          <a:prstGeom prst="rect">
            <a:avLst/>
          </a:prstGeom>
        </p:spPr>
        <p:txBody>
          <a:bodyPr tIns="0"/>
          <a:lstStyle>
            <a:lvl1pPr>
              <a:defRPr lang="de-DE" dirty="0">
                <a:solidFill>
                  <a:schemeClr val="accent1"/>
                </a:solidFill>
              </a:defRPr>
            </a:lvl1pPr>
          </a:lstStyle>
          <a:p>
            <a:r>
              <a:rPr lang="de-DE" dirty="0"/>
              <a:t>Mastertitelformat bearbeiten</a:t>
            </a:r>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599" y="2461846"/>
            <a:ext cx="3506789" cy="1254492"/>
          </a:xfrm>
          <a:prstGeom prst="rect">
            <a:avLst/>
          </a:prstGeom>
        </p:spPr>
        <p:txBody>
          <a:bodyPr anchor="t" anchorCtr="0"/>
          <a:lstStyle>
            <a:lvl1pPr>
              <a:defRPr lang="de-DE" dirty="0">
                <a:solidFill>
                  <a:schemeClr val="accent1"/>
                </a:solidFill>
              </a:defRPr>
            </a:lvl1pPr>
          </a:lstStyle>
          <a:p>
            <a:pPr lvl="0"/>
            <a:r>
              <a:rPr lang="de-DE" dirty="0"/>
              <a:t>Mastertextformat bearbeiten</a:t>
            </a:r>
          </a:p>
        </p:txBody>
      </p:sp>
      <p:sp>
        <p:nvSpPr>
          <p:cNvPr id="23" name="Bildplatzhalter 22">
            <a:extLst>
              <a:ext uri="{FF2B5EF4-FFF2-40B4-BE49-F238E27FC236}">
                <a16:creationId xmlns:a16="http://schemas.microsoft.com/office/drawing/2014/main" id="{26D725AF-5383-4E5D-A2D3-3FABBEC0B676}"/>
              </a:ext>
            </a:extLst>
          </p:cNvPr>
          <p:cNvSpPr>
            <a:spLocks noGrp="1"/>
          </p:cNvSpPr>
          <p:nvPr>
            <p:ph type="pic" sz="quarter" idx="11"/>
          </p:nvPr>
        </p:nvSpPr>
        <p:spPr>
          <a:xfrm>
            <a:off x="-1768456" y="-9550923"/>
            <a:ext cx="13977778" cy="25385171"/>
          </a:xfrm>
          <a:custGeom>
            <a:avLst/>
            <a:gdLst>
              <a:gd name="connsiteX0" fmla="*/ 6127784 w 13977778"/>
              <a:gd name="connsiteY0" fmla="*/ 0 h 25385171"/>
              <a:gd name="connsiteX1" fmla="*/ 13977778 w 13977778"/>
              <a:gd name="connsiteY1" fmla="*/ 7849993 h 25385171"/>
              <a:gd name="connsiteX2" fmla="*/ 13977778 w 13977778"/>
              <a:gd name="connsiteY2" fmla="*/ 19429729 h 25385171"/>
              <a:gd name="connsiteX3" fmla="*/ 8022336 w 13977778"/>
              <a:gd name="connsiteY3" fmla="*/ 25385171 h 25385171"/>
              <a:gd name="connsiteX4" fmla="*/ 0 w 13977778"/>
              <a:gd name="connsiteY4" fmla="*/ 19767992 h 25385171"/>
              <a:gd name="connsiteX5" fmla="*/ 6127960 w 13977778"/>
              <a:gd name="connsiteY5" fmla="*/ 13640034 h 2538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77778" h="25385171">
                <a:moveTo>
                  <a:pt x="6127784" y="0"/>
                </a:moveTo>
                <a:lnTo>
                  <a:pt x="13977778" y="7849993"/>
                </a:lnTo>
                <a:lnTo>
                  <a:pt x="13977778" y="19429729"/>
                </a:lnTo>
                <a:lnTo>
                  <a:pt x="8022336" y="25385171"/>
                </a:lnTo>
                <a:lnTo>
                  <a:pt x="0" y="19767992"/>
                </a:lnTo>
                <a:lnTo>
                  <a:pt x="6127960" y="13640034"/>
                </a:lnTo>
                <a:close/>
              </a:path>
            </a:pathLst>
          </a:custGeom>
          <a:solidFill>
            <a:schemeClr val="bg2">
              <a:lumMod val="95000"/>
            </a:schemeClr>
          </a:solidFill>
        </p:spPr>
        <p:txBody>
          <a:bodyPr wrap="square">
            <a:noAutofit/>
          </a:bodyPr>
          <a:lstStyle/>
          <a:p>
            <a:endParaRPr lang="en-US" dirty="0"/>
          </a:p>
        </p:txBody>
      </p:sp>
    </p:spTree>
    <p:extLst>
      <p:ext uri="{BB962C8B-B14F-4D97-AF65-F5344CB8AC3E}">
        <p14:creationId xmlns:p14="http://schemas.microsoft.com/office/powerpoint/2010/main" val="12690753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Zitat_Weiß">
    <p:spTree>
      <p:nvGrpSpPr>
        <p:cNvPr id="1" name=""/>
        <p:cNvGrpSpPr/>
        <p:nvPr/>
      </p:nvGrpSpPr>
      <p:grpSpPr>
        <a:xfrm>
          <a:off x="0" y="0"/>
          <a:ext cx="0" cy="0"/>
          <a:chOff x="0" y="0"/>
          <a:chExt cx="0" cy="0"/>
        </a:xfrm>
      </p:grpSpPr>
      <p:sp>
        <p:nvSpPr>
          <p:cNvPr id="7" name="Textplatzhalter 3">
            <a:extLst>
              <a:ext uri="{FF2B5EF4-FFF2-40B4-BE49-F238E27FC236}">
                <a16:creationId xmlns:a16="http://schemas.microsoft.com/office/drawing/2014/main" id="{2664A485-C158-4BFC-B46D-7201DF28B918}"/>
              </a:ext>
            </a:extLst>
          </p:cNvPr>
          <p:cNvSpPr>
            <a:spLocks noGrp="1"/>
          </p:cNvSpPr>
          <p:nvPr>
            <p:ph type="body" sz="quarter" idx="13" hasCustomPrompt="1"/>
          </p:nvPr>
        </p:nvSpPr>
        <p:spPr>
          <a:xfrm>
            <a:off x="609600" y="873125"/>
            <a:ext cx="10972800" cy="4173438"/>
          </a:xfrm>
        </p:spPr>
        <p:txBody>
          <a:bodyPr/>
          <a:lstStyle>
            <a:lvl1pPr>
              <a:defRPr lang="de-DE" sz="3600" b="0" i="1" kern="1200" dirty="0">
                <a:solidFill>
                  <a:schemeClr val="tx1"/>
                </a:solidFill>
                <a:latin typeface="Noto Serif Light" panose="02020502060505020204" pitchFamily="18"/>
                <a:ea typeface="Noto Serif Light" panose="02020502060505020204" pitchFamily="18"/>
                <a:cs typeface="Noto Serif Light" panose="02020502060505020204" pitchFamily="18"/>
              </a:defRPr>
            </a:lvl1pPr>
          </a:lstStyle>
          <a:p>
            <a:pPr lvl="0"/>
            <a:r>
              <a:rPr lang="de-DE" dirty="0"/>
              <a:t>Zitat</a:t>
            </a:r>
          </a:p>
        </p:txBody>
      </p:sp>
      <p:sp>
        <p:nvSpPr>
          <p:cNvPr id="6" name="Textplatzhalter 6">
            <a:extLst>
              <a:ext uri="{FF2B5EF4-FFF2-40B4-BE49-F238E27FC236}">
                <a16:creationId xmlns:a16="http://schemas.microsoft.com/office/drawing/2014/main" id="{26026BCD-A072-422C-AB4B-2FA548C4F719}"/>
              </a:ext>
            </a:extLst>
          </p:cNvPr>
          <p:cNvSpPr>
            <a:spLocks noGrp="1"/>
          </p:cNvSpPr>
          <p:nvPr>
            <p:ph type="body" sz="quarter" idx="12" hasCustomPrompt="1"/>
          </p:nvPr>
        </p:nvSpPr>
        <p:spPr>
          <a:xfrm>
            <a:off x="609600" y="5354320"/>
            <a:ext cx="10972800" cy="487680"/>
          </a:xfrm>
        </p:spPr>
        <p:txBody>
          <a:bodyPr anchor="b" anchorCtr="0"/>
          <a:lstStyle>
            <a:lvl1pPr>
              <a:defRPr sz="1400" i="0">
                <a:latin typeface="+mj-lt"/>
                <a:ea typeface="Noto Serif" panose="02020502060505020204" pitchFamily="18" charset="0"/>
                <a:cs typeface="Noto Serif" panose="02020502060505020204" pitchFamily="18" charset="0"/>
              </a:defRPr>
            </a:lvl1pPr>
          </a:lstStyle>
          <a:p>
            <a:pPr lvl="0"/>
            <a:r>
              <a:rPr lang="de-DE" dirty="0"/>
              <a:t>Wer wird zitiert, Quelle</a:t>
            </a:r>
            <a:endParaRPr lang="en-US" dirty="0"/>
          </a:p>
        </p:txBody>
      </p:sp>
    </p:spTree>
    <p:extLst>
      <p:ext uri="{BB962C8B-B14F-4D97-AF65-F5344CB8AC3E}">
        <p14:creationId xmlns:p14="http://schemas.microsoft.com/office/powerpoint/2010/main" val="147611613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Zitat_Farbe">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D79737FE-1C79-470F-BA5B-0406C5992B83}"/>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4" name="Textplatzhalter 3">
            <a:extLst>
              <a:ext uri="{FF2B5EF4-FFF2-40B4-BE49-F238E27FC236}">
                <a16:creationId xmlns:a16="http://schemas.microsoft.com/office/drawing/2014/main" id="{A7061B13-C907-4A87-B55A-8284A73D5D92}"/>
              </a:ext>
            </a:extLst>
          </p:cNvPr>
          <p:cNvSpPr>
            <a:spLocks noGrp="1"/>
          </p:cNvSpPr>
          <p:nvPr>
            <p:ph type="body" sz="quarter" idx="13" hasCustomPrompt="1"/>
          </p:nvPr>
        </p:nvSpPr>
        <p:spPr>
          <a:xfrm>
            <a:off x="609600" y="873125"/>
            <a:ext cx="10972800" cy="4173438"/>
          </a:xfrm>
        </p:spPr>
        <p:txBody>
          <a:bodyPr/>
          <a:lstStyle>
            <a:lvl1pPr>
              <a:defRPr lang="de-DE" sz="3200" i="1" dirty="0">
                <a:solidFill>
                  <a:schemeClr val="bg1"/>
                </a:solidFill>
                <a:latin typeface="Noto Serif Light" panose="02020502060505020204" pitchFamily="18"/>
                <a:ea typeface="Noto Serif Light" panose="02020502060505020204" pitchFamily="18"/>
                <a:cs typeface="Noto Serif Light" panose="02020502060505020204" pitchFamily="18"/>
              </a:defRPr>
            </a:lvl1pPr>
          </a:lstStyle>
          <a:p>
            <a:pPr lvl="0"/>
            <a:r>
              <a:rPr lang="de-DE" dirty="0"/>
              <a:t>Zitat</a:t>
            </a:r>
          </a:p>
        </p:txBody>
      </p:sp>
      <p:sp>
        <p:nvSpPr>
          <p:cNvPr id="6" name="Textplatzhalter 6">
            <a:extLst>
              <a:ext uri="{FF2B5EF4-FFF2-40B4-BE49-F238E27FC236}">
                <a16:creationId xmlns:a16="http://schemas.microsoft.com/office/drawing/2014/main" id="{26026BCD-A072-422C-AB4B-2FA548C4F719}"/>
              </a:ext>
            </a:extLst>
          </p:cNvPr>
          <p:cNvSpPr>
            <a:spLocks noGrp="1"/>
          </p:cNvSpPr>
          <p:nvPr>
            <p:ph type="body" sz="quarter" idx="12" hasCustomPrompt="1"/>
          </p:nvPr>
        </p:nvSpPr>
        <p:spPr>
          <a:xfrm>
            <a:off x="609600" y="5354320"/>
            <a:ext cx="10972800" cy="487680"/>
          </a:xfrm>
        </p:spPr>
        <p:txBody>
          <a:bodyPr anchor="b" anchorCtr="0"/>
          <a:lstStyle>
            <a:lvl1pPr>
              <a:defRPr lang="en-US" sz="1400" dirty="0">
                <a:solidFill>
                  <a:schemeClr val="bg1"/>
                </a:solidFill>
              </a:defRPr>
            </a:lvl1pPr>
          </a:lstStyle>
          <a:p>
            <a:pPr lvl="0"/>
            <a:r>
              <a:rPr lang="de-DE" dirty="0"/>
              <a:t>Wer wird zitiert, Quelle</a:t>
            </a:r>
            <a:endParaRPr lang="en-US" dirty="0"/>
          </a:p>
        </p:txBody>
      </p:sp>
      <p:pic>
        <p:nvPicPr>
          <p:cNvPr id="8" name="Grafik 7">
            <a:extLst>
              <a:ext uri="{FF2B5EF4-FFF2-40B4-BE49-F238E27FC236}">
                <a16:creationId xmlns:a16="http://schemas.microsoft.com/office/drawing/2014/main" id="{EA048EAF-9787-48D5-83DB-543645FD8435}"/>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083655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Zitat_Farbe + Bild">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9E4E10E8-4BB9-460B-9BDB-62195F7C8E15}"/>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Textplatzhalter 3">
            <a:extLst>
              <a:ext uri="{FF2B5EF4-FFF2-40B4-BE49-F238E27FC236}">
                <a16:creationId xmlns:a16="http://schemas.microsoft.com/office/drawing/2014/main" id="{0C75E21A-6BBF-4B32-A70F-301838EEE218}"/>
              </a:ext>
            </a:extLst>
          </p:cNvPr>
          <p:cNvSpPr>
            <a:spLocks noGrp="1"/>
          </p:cNvSpPr>
          <p:nvPr>
            <p:ph type="body" sz="quarter" idx="13" hasCustomPrompt="1"/>
          </p:nvPr>
        </p:nvSpPr>
        <p:spPr>
          <a:xfrm>
            <a:off x="609600" y="873125"/>
            <a:ext cx="5378450" cy="4173438"/>
          </a:xfrm>
        </p:spPr>
        <p:txBody>
          <a:bodyPr/>
          <a:lstStyle>
            <a:lvl1pPr>
              <a:defRPr lang="de-DE" sz="3600" b="0" i="1" kern="1200" dirty="0">
                <a:solidFill>
                  <a:schemeClr val="tx1"/>
                </a:solidFill>
                <a:latin typeface="Noto Serif Light" panose="02020502060505020204" pitchFamily="18"/>
                <a:ea typeface="Noto Serif Light" panose="02020502060505020204" pitchFamily="18"/>
                <a:cs typeface="Noto Serif Light" panose="02020502060505020204" pitchFamily="18"/>
              </a:defRPr>
            </a:lvl1pPr>
          </a:lstStyle>
          <a:p>
            <a:pPr lvl="0"/>
            <a:r>
              <a:rPr lang="de-DE" dirty="0"/>
              <a:t>Zitat</a:t>
            </a:r>
          </a:p>
        </p:txBody>
      </p:sp>
      <p:sp>
        <p:nvSpPr>
          <p:cNvPr id="6" name="Textplatzhalter 6">
            <a:extLst>
              <a:ext uri="{FF2B5EF4-FFF2-40B4-BE49-F238E27FC236}">
                <a16:creationId xmlns:a16="http://schemas.microsoft.com/office/drawing/2014/main" id="{26026BCD-A072-422C-AB4B-2FA548C4F719}"/>
              </a:ext>
            </a:extLst>
          </p:cNvPr>
          <p:cNvSpPr>
            <a:spLocks noGrp="1"/>
          </p:cNvSpPr>
          <p:nvPr>
            <p:ph type="body" sz="quarter" idx="12" hasCustomPrompt="1"/>
          </p:nvPr>
        </p:nvSpPr>
        <p:spPr>
          <a:xfrm>
            <a:off x="609600" y="5624512"/>
            <a:ext cx="5378450" cy="433387"/>
          </a:xfrm>
        </p:spPr>
        <p:txBody>
          <a:bodyPr anchor="b" anchorCtr="0"/>
          <a:lstStyle>
            <a:lvl1pPr>
              <a:defRPr sz="1400" i="0">
                <a:latin typeface="+mj-lt"/>
                <a:ea typeface="Noto Serif" panose="02020502060505020204" pitchFamily="18" charset="0"/>
                <a:cs typeface="Noto Serif" panose="02020502060505020204" pitchFamily="18" charset="0"/>
              </a:defRPr>
            </a:lvl1pPr>
          </a:lstStyle>
          <a:p>
            <a:pPr lvl="0"/>
            <a:r>
              <a:rPr lang="de-DE" dirty="0"/>
              <a:t>Wer wird zitiert, Quelle</a:t>
            </a:r>
            <a:endParaRPr lang="en-US" dirty="0"/>
          </a:p>
        </p:txBody>
      </p:sp>
      <p:pic>
        <p:nvPicPr>
          <p:cNvPr id="8" name="Grafik 7">
            <a:extLst>
              <a:ext uri="{FF2B5EF4-FFF2-40B4-BE49-F238E27FC236}">
                <a16:creationId xmlns:a16="http://schemas.microsoft.com/office/drawing/2014/main" id="{85A73340-69A4-498B-8B80-80BE3D07728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9" name="Bildplatzhalter 8">
            <a:extLst>
              <a:ext uri="{FF2B5EF4-FFF2-40B4-BE49-F238E27FC236}">
                <a16:creationId xmlns:a16="http://schemas.microsoft.com/office/drawing/2014/main" id="{2EB2E58B-9728-4374-A113-BCFD69F6357A}"/>
              </a:ext>
            </a:extLst>
          </p:cNvPr>
          <p:cNvSpPr>
            <a:spLocks noGrp="1"/>
          </p:cNvSpPr>
          <p:nvPr>
            <p:ph type="pic" sz="quarter" idx="11"/>
          </p:nvPr>
        </p:nvSpPr>
        <p:spPr>
          <a:xfrm>
            <a:off x="1515598" y="-4693921"/>
            <a:ext cx="10770898" cy="19561127"/>
          </a:xfrm>
          <a:custGeom>
            <a:avLst/>
            <a:gdLst>
              <a:gd name="connsiteX0" fmla="*/ 6127784 w 13977778"/>
              <a:gd name="connsiteY0" fmla="*/ 0 h 25385171"/>
              <a:gd name="connsiteX1" fmla="*/ 13977778 w 13977778"/>
              <a:gd name="connsiteY1" fmla="*/ 7849993 h 25385171"/>
              <a:gd name="connsiteX2" fmla="*/ 13977778 w 13977778"/>
              <a:gd name="connsiteY2" fmla="*/ 19429729 h 25385171"/>
              <a:gd name="connsiteX3" fmla="*/ 8022336 w 13977778"/>
              <a:gd name="connsiteY3" fmla="*/ 25385171 h 25385171"/>
              <a:gd name="connsiteX4" fmla="*/ 0 w 13977778"/>
              <a:gd name="connsiteY4" fmla="*/ 19767992 h 25385171"/>
              <a:gd name="connsiteX5" fmla="*/ 6127960 w 13977778"/>
              <a:gd name="connsiteY5" fmla="*/ 13640034 h 25385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977778" h="25385171">
                <a:moveTo>
                  <a:pt x="6127784" y="0"/>
                </a:moveTo>
                <a:lnTo>
                  <a:pt x="13977778" y="7849993"/>
                </a:lnTo>
                <a:lnTo>
                  <a:pt x="13977778" y="19429729"/>
                </a:lnTo>
                <a:lnTo>
                  <a:pt x="8022336" y="25385171"/>
                </a:lnTo>
                <a:lnTo>
                  <a:pt x="0" y="19767992"/>
                </a:lnTo>
                <a:lnTo>
                  <a:pt x="6127960" y="13640034"/>
                </a:lnTo>
                <a:close/>
              </a:path>
            </a:pathLst>
          </a:custGeom>
          <a:solidFill>
            <a:schemeClr val="bg2">
              <a:lumMod val="95000"/>
            </a:schemeClr>
          </a:solidFill>
        </p:spPr>
        <p:txBody>
          <a:bodyPr wrap="square">
            <a:noAutofit/>
          </a:bodyPr>
          <a:lstStyle/>
          <a:p>
            <a:endParaRPr lang="en-US" dirty="0"/>
          </a:p>
        </p:txBody>
      </p:sp>
    </p:spTree>
    <p:extLst>
      <p:ext uri="{BB962C8B-B14F-4D97-AF65-F5344CB8AC3E}">
        <p14:creationId xmlns:p14="http://schemas.microsoft.com/office/powerpoint/2010/main" val="28075307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781690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Zwischenseite_vV_1">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DA03FB50-6373-4EEB-AE2A-E41E5293A9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7056120"/>
            <a:ext cx="23070503" cy="23070503"/>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p:ph type="title"/>
          </p:nvPr>
        </p:nvSpPr>
        <p:spPr>
          <a:xfrm>
            <a:off x="609601" y="2997200"/>
            <a:ext cx="10972800" cy="719138"/>
          </a:xfrm>
          <a:prstGeom prst="rect">
            <a:avLst/>
          </a:prstGeom>
        </p:spPr>
        <p:txBody>
          <a:bodyPr tIns="0"/>
          <a:lstStyle>
            <a:lvl1pPr>
              <a:defRPr sz="360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1" y="4297679"/>
            <a:ext cx="10972800" cy="1544321"/>
          </a:xfrm>
          <a:prstGeom prst="rect">
            <a:avLst/>
          </a:prstGeo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267901769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Zwischenseite_vV__2">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DA03FB50-6373-4EEB-AE2A-E41E5293A9C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58240" y="-6925627"/>
            <a:ext cx="14660880" cy="14660880"/>
          </a:xfrm>
          <a:prstGeom prst="rect">
            <a:avLst/>
          </a:prstGeom>
        </p:spPr>
      </p:pic>
      <p:pic>
        <p:nvPicPr>
          <p:cNvPr id="6" name="Grafik 5">
            <a:extLst>
              <a:ext uri="{FF2B5EF4-FFF2-40B4-BE49-F238E27FC236}">
                <a16:creationId xmlns:a16="http://schemas.microsoft.com/office/drawing/2014/main" id="{0D88D79D-95E0-48C6-B019-1226D5FFE88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
        <p:nvSpPr>
          <p:cNvPr id="7" name="Titel 1">
            <a:extLst>
              <a:ext uri="{FF2B5EF4-FFF2-40B4-BE49-F238E27FC236}">
                <a16:creationId xmlns:a16="http://schemas.microsoft.com/office/drawing/2014/main" id="{1F6757A7-BF21-40B3-87C7-F536EB125A35}"/>
              </a:ext>
            </a:extLst>
          </p:cNvPr>
          <p:cNvSpPr>
            <a:spLocks noGrp="1"/>
          </p:cNvSpPr>
          <p:nvPr>
            <p:ph type="title"/>
          </p:nvPr>
        </p:nvSpPr>
        <p:spPr>
          <a:xfrm>
            <a:off x="609600" y="1052513"/>
            <a:ext cx="10972800" cy="914400"/>
          </a:xfrm>
          <a:prstGeom prst="rect">
            <a:avLst/>
          </a:prstGeom>
        </p:spPr>
        <p:txBody>
          <a:bodyPr/>
          <a:lstStyle>
            <a:lvl1pPr>
              <a:defRPr sz="3600">
                <a:solidFill>
                  <a:schemeClr val="accent1"/>
                </a:solidFill>
                <a:latin typeface="+mj-lt"/>
              </a:defRPr>
            </a:lvl1pPr>
          </a:lstStyle>
          <a:p>
            <a:r>
              <a:rPr lang="de-DE" dirty="0"/>
              <a:t>Mastertitelformat bearbeiten</a:t>
            </a:r>
          </a:p>
        </p:txBody>
      </p:sp>
      <p:sp>
        <p:nvSpPr>
          <p:cNvPr id="8" name="Textplatzhalter 8">
            <a:extLst>
              <a:ext uri="{FF2B5EF4-FFF2-40B4-BE49-F238E27FC236}">
                <a16:creationId xmlns:a16="http://schemas.microsoft.com/office/drawing/2014/main" id="{8A27A73C-FDCC-408D-8A9B-5EBAC19162EE}"/>
              </a:ext>
            </a:extLst>
          </p:cNvPr>
          <p:cNvSpPr>
            <a:spLocks noGrp="1"/>
          </p:cNvSpPr>
          <p:nvPr>
            <p:ph type="body" sz="quarter" idx="10"/>
          </p:nvPr>
        </p:nvSpPr>
        <p:spPr>
          <a:xfrm>
            <a:off x="609600" y="2286952"/>
            <a:ext cx="10972800" cy="1142048"/>
          </a:xfrm>
          <a:prstGeom prst="rect">
            <a:avLst/>
          </a:prstGeom>
        </p:spPr>
        <p:txBody>
          <a:bodyPr/>
          <a:lstStyle>
            <a:lvl1pPr>
              <a:defRPr sz="2000">
                <a:solidFill>
                  <a:schemeClr val="accent1"/>
                </a:solidFill>
              </a:defRPr>
            </a:lvl1pPr>
          </a:lstStyle>
          <a:p>
            <a:pPr lvl="0"/>
            <a:r>
              <a:rPr lang="de-DE" dirty="0"/>
              <a:t>Mastertextformat bearbeiten</a:t>
            </a:r>
          </a:p>
        </p:txBody>
      </p:sp>
    </p:spTree>
    <p:extLst>
      <p:ext uri="{BB962C8B-B14F-4D97-AF65-F5344CB8AC3E}">
        <p14:creationId xmlns:p14="http://schemas.microsoft.com/office/powerpoint/2010/main" val="104937325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Zwischenseite_vV__3">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7369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grpSp>
        <p:nvGrpSpPr>
          <p:cNvPr id="5" name="Grafik 7">
            <a:extLst>
              <a:ext uri="{FF2B5EF4-FFF2-40B4-BE49-F238E27FC236}">
                <a16:creationId xmlns:a16="http://schemas.microsoft.com/office/drawing/2014/main" id="{ACAEB40F-408E-4739-B8F1-87C3D3468D06}"/>
              </a:ext>
              <a:ext uri="{C183D7F6-B498-43B3-948B-1728B52AA6E4}">
                <adec:decorative xmlns:adec="http://schemas.microsoft.com/office/drawing/2017/decorative" val="1"/>
              </a:ext>
            </a:extLst>
          </p:cNvPr>
          <p:cNvGrpSpPr/>
          <p:nvPr/>
        </p:nvGrpSpPr>
        <p:grpSpPr>
          <a:xfrm rot="5400000">
            <a:off x="-5498743" y="-5465484"/>
            <a:ext cx="17788812" cy="17788968"/>
            <a:chOff x="-14264640" y="-3715061"/>
            <a:chExt cx="22488583" cy="22488781"/>
          </a:xfrm>
          <a:solidFill>
            <a:schemeClr val="accent2"/>
          </a:solidFill>
        </p:grpSpPr>
        <p:sp>
          <p:nvSpPr>
            <p:cNvPr id="6" name="Freihandform: Form 5">
              <a:extLst>
                <a:ext uri="{FF2B5EF4-FFF2-40B4-BE49-F238E27FC236}">
                  <a16:creationId xmlns:a16="http://schemas.microsoft.com/office/drawing/2014/main" id="{A195269A-E3C2-4E88-93E3-F49E631252D9}"/>
                </a:ext>
              </a:extLst>
            </p:cNvPr>
            <p:cNvSpPr/>
            <p:nvPr/>
          </p:nvSpPr>
          <p:spPr>
            <a:xfrm>
              <a:off x="-7293192" y="-3715061"/>
              <a:ext cx="15517136" cy="14730115"/>
            </a:xfrm>
            <a:custGeom>
              <a:avLst/>
              <a:gdLst>
                <a:gd name="connsiteX0" fmla="*/ 15517137 w 15517136"/>
                <a:gd name="connsiteY0" fmla="*/ 13362007 h 14730115"/>
                <a:gd name="connsiteX1" fmla="*/ 7758668 w 15517136"/>
                <a:gd name="connsiteY1" fmla="*/ 14730115 h 14730115"/>
                <a:gd name="connsiteX2" fmla="*/ 7758668 w 15517136"/>
                <a:gd name="connsiteY2" fmla="*/ 7758667 h 14730115"/>
                <a:gd name="connsiteX3" fmla="*/ 0 w 15517136"/>
                <a:gd name="connsiteY3" fmla="*/ 0 h 14730115"/>
                <a:gd name="connsiteX4" fmla="*/ 8930316 w 15517136"/>
                <a:gd name="connsiteY4" fmla="*/ 198 h 14730115"/>
                <a:gd name="connsiteX5" fmla="*/ 15517137 w 15517136"/>
                <a:gd name="connsiteY5" fmla="*/ 6586821 h 14730115"/>
                <a:gd name="connsiteX6" fmla="*/ 15517137 w 15517136"/>
                <a:gd name="connsiteY6" fmla="*/ 13362007 h 14730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17136" h="14730115">
                  <a:moveTo>
                    <a:pt x="15517137" y="13362007"/>
                  </a:moveTo>
                  <a:lnTo>
                    <a:pt x="7758668" y="14730115"/>
                  </a:lnTo>
                  <a:lnTo>
                    <a:pt x="7758668" y="7758667"/>
                  </a:lnTo>
                  <a:lnTo>
                    <a:pt x="0" y="0"/>
                  </a:lnTo>
                  <a:lnTo>
                    <a:pt x="8930316" y="198"/>
                  </a:lnTo>
                  <a:lnTo>
                    <a:pt x="15517137" y="6586821"/>
                  </a:lnTo>
                  <a:lnTo>
                    <a:pt x="15517137" y="13362007"/>
                  </a:lnTo>
                  <a:close/>
                </a:path>
              </a:pathLst>
            </a:custGeom>
            <a:grpFill/>
            <a:ln w="19744" cap="flat">
              <a:noFill/>
              <a:prstDash val="solid"/>
              <a:miter/>
            </a:ln>
          </p:spPr>
          <p:txBody>
            <a:bodyPr rtlCol="0" anchor="ctr"/>
            <a:lstStyle/>
            <a:p>
              <a:endParaRPr lang="en-US"/>
            </a:p>
          </p:txBody>
        </p:sp>
        <p:sp>
          <p:nvSpPr>
            <p:cNvPr id="7" name="Freihandform: Form 6">
              <a:extLst>
                <a:ext uri="{FF2B5EF4-FFF2-40B4-BE49-F238E27FC236}">
                  <a16:creationId xmlns:a16="http://schemas.microsoft.com/office/drawing/2014/main" id="{1539E4E4-5E00-4985-8757-11EFDE979DB4}"/>
                </a:ext>
              </a:extLst>
            </p:cNvPr>
            <p:cNvSpPr/>
            <p:nvPr/>
          </p:nvSpPr>
          <p:spPr>
            <a:xfrm>
              <a:off x="-14264640" y="4043604"/>
              <a:ext cx="15517334" cy="14730114"/>
            </a:xfrm>
            <a:custGeom>
              <a:avLst/>
              <a:gdLst>
                <a:gd name="connsiteX0" fmla="*/ 0 w 15517334"/>
                <a:gd name="connsiteY0" fmla="*/ 1368109 h 14730114"/>
                <a:gd name="connsiteX1" fmla="*/ 7758470 w 15517334"/>
                <a:gd name="connsiteY1" fmla="*/ 0 h 14730114"/>
                <a:gd name="connsiteX2" fmla="*/ 7758470 w 15517334"/>
                <a:gd name="connsiteY2" fmla="*/ 6971449 h 14730114"/>
                <a:gd name="connsiteX3" fmla="*/ 15517335 w 15517334"/>
                <a:gd name="connsiteY3" fmla="*/ 14730115 h 14730114"/>
                <a:gd name="connsiteX4" fmla="*/ 6586822 w 15517334"/>
                <a:gd name="connsiteY4" fmla="*/ 14730115 h 14730114"/>
                <a:gd name="connsiteX5" fmla="*/ 0 w 15517334"/>
                <a:gd name="connsiteY5" fmla="*/ 8143294 h 14730114"/>
                <a:gd name="connsiteX6" fmla="*/ 0 w 15517334"/>
                <a:gd name="connsiteY6" fmla="*/ 1368109 h 1473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17334" h="14730114">
                  <a:moveTo>
                    <a:pt x="0" y="1368109"/>
                  </a:moveTo>
                  <a:lnTo>
                    <a:pt x="7758470" y="0"/>
                  </a:lnTo>
                  <a:lnTo>
                    <a:pt x="7758470" y="6971449"/>
                  </a:lnTo>
                  <a:lnTo>
                    <a:pt x="15517335" y="14730115"/>
                  </a:lnTo>
                  <a:lnTo>
                    <a:pt x="6586822" y="14730115"/>
                  </a:lnTo>
                  <a:lnTo>
                    <a:pt x="0" y="8143294"/>
                  </a:lnTo>
                  <a:lnTo>
                    <a:pt x="0" y="1368109"/>
                  </a:lnTo>
                  <a:close/>
                </a:path>
              </a:pathLst>
            </a:custGeom>
            <a:grpFill/>
            <a:ln w="19744" cap="flat">
              <a:noFill/>
              <a:prstDash val="solid"/>
              <a:miter/>
            </a:ln>
          </p:spPr>
          <p:txBody>
            <a:bodyPr rtlCol="0" anchor="ctr"/>
            <a:lstStyle/>
            <a:p>
              <a:endParaRPr lang="en-US"/>
            </a:p>
          </p:txBody>
        </p:sp>
      </p:grpSp>
      <p:sp>
        <p:nvSpPr>
          <p:cNvPr id="2" name="Titel 1">
            <a:extLst>
              <a:ext uri="{FF2B5EF4-FFF2-40B4-BE49-F238E27FC236}">
                <a16:creationId xmlns:a16="http://schemas.microsoft.com/office/drawing/2014/main" id="{5C91A62C-18CD-4962-933C-7CEB68A0AEF6}"/>
              </a:ext>
            </a:extLst>
          </p:cNvPr>
          <p:cNvSpPr>
            <a:spLocks noGrp="1"/>
          </p:cNvSpPr>
          <p:nvPr userDrawn="1">
            <p:ph type="title"/>
          </p:nvPr>
        </p:nvSpPr>
        <p:spPr>
          <a:xfrm>
            <a:off x="609599" y="1052513"/>
            <a:ext cx="7250113" cy="914400"/>
          </a:xfrm>
          <a:prstGeom prst="rect">
            <a:avLst/>
          </a:prstGeom>
        </p:spPr>
        <p:txBody>
          <a:bodyPr/>
          <a:lstStyle>
            <a:lvl1pPr>
              <a:defRPr sz="360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userDrawn="1">
            <p:ph type="body" sz="quarter" idx="10"/>
          </p:nvPr>
        </p:nvSpPr>
        <p:spPr>
          <a:xfrm>
            <a:off x="609599" y="2286952"/>
            <a:ext cx="7250113" cy="1142048"/>
          </a:xfrm>
          <a:prstGeom prst="rect">
            <a:avLst/>
          </a:prstGeo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20965121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Zwischenseite_vV__4">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8B1607CC-7926-42F8-A9D4-9EB30CCC421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874240" y="-12475330"/>
            <a:ext cx="44978353" cy="31808659"/>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userDrawn="1">
            <p:ph type="title"/>
          </p:nvPr>
        </p:nvSpPr>
        <p:spPr>
          <a:xfrm>
            <a:off x="609600" y="1052513"/>
            <a:ext cx="4441826" cy="914400"/>
          </a:xfrm>
          <a:prstGeom prst="rect">
            <a:avLst/>
          </a:prstGeom>
        </p:spPr>
        <p:txBody>
          <a:bodyPr/>
          <a:lstStyle>
            <a:lvl1pPr>
              <a:defRPr sz="3600">
                <a:solidFill>
                  <a:schemeClr val="accent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userDrawn="1">
            <p:ph type="body" sz="quarter" idx="10"/>
          </p:nvPr>
        </p:nvSpPr>
        <p:spPr>
          <a:xfrm>
            <a:off x="609600" y="2286952"/>
            <a:ext cx="4441826" cy="1142048"/>
          </a:xfrm>
          <a:prstGeom prst="rect">
            <a:avLst/>
          </a:prstGeom>
        </p:spPr>
        <p:txBody>
          <a:bodyPr/>
          <a:lstStyle>
            <a:lvl1pPr>
              <a:defRPr sz="2000">
                <a:solidFill>
                  <a:schemeClr val="accent1"/>
                </a:solidFill>
              </a:defRPr>
            </a:lvl1pPr>
          </a:lstStyle>
          <a:p>
            <a:pPr lvl="0"/>
            <a:r>
              <a:rPr lang="de-DE" dirty="0"/>
              <a:t>Mastertextformat bearbeiten</a:t>
            </a:r>
          </a:p>
        </p:txBody>
      </p:sp>
      <p:pic>
        <p:nvPicPr>
          <p:cNvPr id="7" name="Grafik 6">
            <a:extLst>
              <a:ext uri="{FF2B5EF4-FFF2-40B4-BE49-F238E27FC236}">
                <a16:creationId xmlns:a16="http://schemas.microsoft.com/office/drawing/2014/main" id="{DD72FC72-0865-4AAF-8322-C3045B84570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12850039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Zwischenseite_vV__5">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C8C8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8" name="Grafik 7">
            <a:extLst>
              <a:ext uri="{FF2B5EF4-FFF2-40B4-BE49-F238E27FC236}">
                <a16:creationId xmlns:a16="http://schemas.microsoft.com/office/drawing/2014/main" id="{A26BB01A-29ED-4144-A31A-DD51B560616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445953" y="-7589795"/>
            <a:ext cx="39323474" cy="23368550"/>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p:ph type="title" hasCustomPrompt="1"/>
          </p:nvPr>
        </p:nvSpPr>
        <p:spPr>
          <a:xfrm>
            <a:off x="609600" y="1052513"/>
            <a:ext cx="5334000" cy="914400"/>
          </a:xfrm>
          <a:prstGeom prst="rect">
            <a:avLst/>
          </a:prstGeom>
        </p:spPr>
        <p:txBody>
          <a:bodyPr/>
          <a:lstStyle>
            <a:lvl1pPr>
              <a:defRPr sz="3600">
                <a:solidFill>
                  <a:schemeClr val="bg1"/>
                </a:solidFill>
                <a:latin typeface="+mj-lt"/>
              </a:defRPr>
            </a:lvl1pPr>
          </a:lstStyle>
          <a:p>
            <a:r>
              <a:rPr lang="de-DE" dirty="0"/>
              <a:t>Mastertitelformat </a:t>
            </a:r>
            <a:br>
              <a:rPr lang="de-DE" dirty="0"/>
            </a:br>
            <a:r>
              <a:rPr lang="de-DE" dirty="0"/>
              <a:t>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2286952"/>
            <a:ext cx="5334000" cy="1089659"/>
          </a:xfrm>
          <a:prstGeom prst="rect">
            <a:avLst/>
          </a:prstGeom>
        </p:spPr>
        <p:txBody>
          <a:bodyPr/>
          <a:lstStyle>
            <a:lvl1pPr>
              <a:defRPr sz="2000">
                <a:solidFill>
                  <a:schemeClr val="bg1"/>
                </a:solidFill>
              </a:defRPr>
            </a:lvl1pPr>
          </a:lstStyle>
          <a:p>
            <a:pPr lvl="0"/>
            <a:r>
              <a:rPr lang="de-DE" dirty="0"/>
              <a:t>Mastertextformat bearbeiten</a:t>
            </a:r>
          </a:p>
        </p:txBody>
      </p:sp>
      <p:pic>
        <p:nvPicPr>
          <p:cNvPr id="7" name="Grafik 6">
            <a:extLst>
              <a:ext uri="{FF2B5EF4-FFF2-40B4-BE49-F238E27FC236}">
                <a16:creationId xmlns:a16="http://schemas.microsoft.com/office/drawing/2014/main" id="{8C077647-9C5F-4C27-93BC-289003A545F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14456427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Zwischenseite_vV__6">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rgbClr val="FFAAA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4A585B0F-EAE3-4972-B2DD-61B691A3719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3568399" y="-22289839"/>
            <a:ext cx="37239647" cy="53967254"/>
          </a:xfrm>
          <a:prstGeom prst="rect">
            <a:avLst/>
          </a:prstGeom>
        </p:spPr>
      </p:pic>
      <p:sp>
        <p:nvSpPr>
          <p:cNvPr id="11" name="Titel 1">
            <a:extLst>
              <a:ext uri="{FF2B5EF4-FFF2-40B4-BE49-F238E27FC236}">
                <a16:creationId xmlns:a16="http://schemas.microsoft.com/office/drawing/2014/main" id="{53F19BAF-18FD-44C8-85CA-F8853215C1CE}"/>
              </a:ext>
            </a:extLst>
          </p:cNvPr>
          <p:cNvSpPr>
            <a:spLocks noGrp="1"/>
          </p:cNvSpPr>
          <p:nvPr>
            <p:ph type="title"/>
          </p:nvPr>
        </p:nvSpPr>
        <p:spPr>
          <a:xfrm>
            <a:off x="609600" y="1052513"/>
            <a:ext cx="10972800" cy="914400"/>
          </a:xfrm>
          <a:prstGeom prst="rect">
            <a:avLst/>
          </a:prstGeom>
        </p:spPr>
        <p:txBody>
          <a:bodyPr/>
          <a:lstStyle>
            <a:lvl1pPr>
              <a:defRPr sz="3600">
                <a:solidFill>
                  <a:schemeClr val="accent1"/>
                </a:solidFill>
                <a:latin typeface="+mj-lt"/>
              </a:defRPr>
            </a:lvl1pPr>
          </a:lstStyle>
          <a:p>
            <a:r>
              <a:rPr lang="de-DE" dirty="0"/>
              <a:t>Mastertitelformat bearbeiten</a:t>
            </a:r>
          </a:p>
        </p:txBody>
      </p:sp>
      <p:sp>
        <p:nvSpPr>
          <p:cNvPr id="12" name="Textplatzhalter 8">
            <a:extLst>
              <a:ext uri="{FF2B5EF4-FFF2-40B4-BE49-F238E27FC236}">
                <a16:creationId xmlns:a16="http://schemas.microsoft.com/office/drawing/2014/main" id="{7CA3D32E-E2F8-4C0E-AF41-451C8329671D}"/>
              </a:ext>
            </a:extLst>
          </p:cNvPr>
          <p:cNvSpPr>
            <a:spLocks noGrp="1"/>
          </p:cNvSpPr>
          <p:nvPr>
            <p:ph type="body" sz="quarter" idx="10"/>
          </p:nvPr>
        </p:nvSpPr>
        <p:spPr>
          <a:xfrm>
            <a:off x="609600" y="2286952"/>
            <a:ext cx="10972800" cy="1142048"/>
          </a:xfrm>
          <a:prstGeom prst="rect">
            <a:avLst/>
          </a:prstGeom>
        </p:spPr>
        <p:txBody>
          <a:bodyPr/>
          <a:lstStyle>
            <a:lvl1pPr>
              <a:defRPr sz="2000">
                <a:solidFill>
                  <a:schemeClr val="accent1"/>
                </a:solidFill>
              </a:defRPr>
            </a:lvl1pPr>
          </a:lstStyle>
          <a:p>
            <a:pPr lvl="0"/>
            <a:r>
              <a:rPr lang="de-DE" dirty="0"/>
              <a:t>Mastertextformat bearbeiten</a:t>
            </a:r>
          </a:p>
        </p:txBody>
      </p:sp>
      <p:pic>
        <p:nvPicPr>
          <p:cNvPr id="13" name="Grafik 12">
            <a:extLst>
              <a:ext uri="{FF2B5EF4-FFF2-40B4-BE49-F238E27FC236}">
                <a16:creationId xmlns:a16="http://schemas.microsoft.com/office/drawing/2014/main" id="{DA0901FF-14F3-43C6-9205-4A412557C2A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20428294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Zwischenseite_vV__7">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5BE95944-ACF5-4BF5-8A9C-A6B4D5A92BFB}"/>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5" name="Grafik 4">
            <a:extLst>
              <a:ext uri="{FF2B5EF4-FFF2-40B4-BE49-F238E27FC236}">
                <a16:creationId xmlns:a16="http://schemas.microsoft.com/office/drawing/2014/main" id="{9FBB6767-F2B8-4BAA-BF07-3F9A160B3009}"/>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484427" y="-5069549"/>
            <a:ext cx="18380919" cy="18211119"/>
          </a:xfrm>
          <a:prstGeom prst="rect">
            <a:avLst/>
          </a:prstGeom>
        </p:spPr>
      </p:pic>
      <p:sp>
        <p:nvSpPr>
          <p:cNvPr id="2" name="Titel 1">
            <a:extLst>
              <a:ext uri="{FF2B5EF4-FFF2-40B4-BE49-F238E27FC236}">
                <a16:creationId xmlns:a16="http://schemas.microsoft.com/office/drawing/2014/main" id="{5C91A62C-18CD-4962-933C-7CEB68A0AEF6}"/>
              </a:ext>
            </a:extLst>
          </p:cNvPr>
          <p:cNvSpPr>
            <a:spLocks noGrp="1"/>
          </p:cNvSpPr>
          <p:nvPr>
            <p:ph type="title"/>
          </p:nvPr>
        </p:nvSpPr>
        <p:spPr>
          <a:xfrm>
            <a:off x="609600" y="873125"/>
            <a:ext cx="10972800" cy="914400"/>
          </a:xfrm>
          <a:prstGeom prst="rect">
            <a:avLst/>
          </a:prstGeom>
        </p:spPr>
        <p:txBody>
          <a:bodyPr tIns="0"/>
          <a:lstStyle>
            <a:lvl1pPr>
              <a:defRPr sz="360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EDD549F4-C90A-437D-902A-3E9CE85D8A02}"/>
              </a:ext>
            </a:extLst>
          </p:cNvPr>
          <p:cNvSpPr>
            <a:spLocks noGrp="1"/>
          </p:cNvSpPr>
          <p:nvPr>
            <p:ph type="body" sz="quarter" idx="10"/>
          </p:nvPr>
        </p:nvSpPr>
        <p:spPr>
          <a:xfrm>
            <a:off x="609600" y="2107565"/>
            <a:ext cx="10972800" cy="873760"/>
          </a:xfrm>
          <a:prstGeom prst="rect">
            <a:avLst/>
          </a:prstGeom>
        </p:spPr>
        <p:txBody>
          <a:bodyPr/>
          <a:lstStyle>
            <a:lvl1pPr>
              <a:defRPr sz="2000">
                <a:solidFill>
                  <a:schemeClr val="bg1"/>
                </a:solidFill>
              </a:defRPr>
            </a:lvl1pPr>
          </a:lstStyle>
          <a:p>
            <a:pPr lvl="0"/>
            <a:r>
              <a:rPr lang="de-DE" dirty="0"/>
              <a:t>Mastertextformat bearbeiten</a:t>
            </a:r>
          </a:p>
        </p:txBody>
      </p:sp>
    </p:spTree>
    <p:extLst>
      <p:ext uri="{BB962C8B-B14F-4D97-AF65-F5344CB8AC3E}">
        <p14:creationId xmlns:p14="http://schemas.microsoft.com/office/powerpoint/2010/main" val="6961879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elseite_vV + Bild_1">
    <p:spTree>
      <p:nvGrpSpPr>
        <p:cNvPr id="1" name=""/>
        <p:cNvGrpSpPr/>
        <p:nvPr/>
      </p:nvGrpSpPr>
      <p:grpSpPr>
        <a:xfrm>
          <a:off x="0" y="0"/>
          <a:ext cx="0" cy="0"/>
          <a:chOff x="0" y="0"/>
          <a:chExt cx="0" cy="0"/>
        </a:xfrm>
      </p:grpSpPr>
      <p:sp>
        <p:nvSpPr>
          <p:cNvPr id="14" name="Bildplatzhalter 13">
            <a:extLst>
              <a:ext uri="{FF2B5EF4-FFF2-40B4-BE49-F238E27FC236}">
                <a16:creationId xmlns:a16="http://schemas.microsoft.com/office/drawing/2014/main" id="{1974DA36-F6FF-4071-9FE9-C71612DFE914}"/>
              </a:ext>
              <a:ext uri="{C183D7F6-B498-43B3-948B-1728B52AA6E4}">
                <adec:decorative xmlns:adec="http://schemas.microsoft.com/office/drawing/2017/decorative" val="0"/>
              </a:ext>
            </a:extLst>
          </p:cNvPr>
          <p:cNvSpPr>
            <a:spLocks noGrp="1"/>
          </p:cNvSpPr>
          <p:nvPr>
            <p:ph type="pic" sz="quarter" idx="11"/>
          </p:nvPr>
        </p:nvSpPr>
        <p:spPr>
          <a:xfrm>
            <a:off x="0" y="0"/>
            <a:ext cx="12192000" cy="6858000"/>
          </a:xfrm>
          <a:prstGeom prst="rect">
            <a:avLst/>
          </a:prstGeom>
          <a:solidFill>
            <a:schemeClr val="accent2">
              <a:lumMod val="20000"/>
              <a:lumOff val="80000"/>
            </a:schemeClr>
          </a:solidFill>
        </p:spPr>
        <p:txBody>
          <a:bodyPr/>
          <a:lstStyle/>
          <a:p>
            <a:endParaRPr lang="de-DE"/>
          </a:p>
        </p:txBody>
      </p:sp>
      <p:pic>
        <p:nvPicPr>
          <p:cNvPr id="8" name="Grafik 7">
            <a:extLst>
              <a:ext uri="{FF2B5EF4-FFF2-40B4-BE49-F238E27FC236}">
                <a16:creationId xmlns:a16="http://schemas.microsoft.com/office/drawing/2014/main" id="{99AD44A7-FBE6-494B-B2A9-85542E1AEE5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5400000">
            <a:off x="-2633468" y="-5918273"/>
            <a:ext cx="18354113" cy="18354113"/>
          </a:xfrm>
          <a:prstGeom prst="rect">
            <a:avLst/>
          </a:prstGeom>
        </p:spPr>
      </p:pic>
      <p:pic>
        <p:nvPicPr>
          <p:cNvPr id="4" name="Grafik 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1CBF57BC-B38C-414F-92BB-F40579F88EE3}"/>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1" y="404813"/>
            <a:ext cx="1981199" cy="660400"/>
          </a:xfrm>
          <a:prstGeom prst="rect">
            <a:avLst/>
          </a:prstGeom>
        </p:spPr>
      </p:pic>
      <p:sp>
        <p:nvSpPr>
          <p:cNvPr id="5" name="Textplatzhalter 6">
            <a:extLst>
              <a:ext uri="{FF2B5EF4-FFF2-40B4-BE49-F238E27FC236}">
                <a16:creationId xmlns:a16="http://schemas.microsoft.com/office/drawing/2014/main" id="{B2B44DCF-A510-4A00-82ED-05FBF8B59EDB}"/>
              </a:ext>
            </a:extLst>
          </p:cNvPr>
          <p:cNvSpPr>
            <a:spLocks noGrp="1"/>
          </p:cNvSpPr>
          <p:nvPr>
            <p:ph type="body" sz="quarter" idx="19" hasCustomPrompt="1"/>
          </p:nvPr>
        </p:nvSpPr>
        <p:spPr>
          <a:xfrm>
            <a:off x="4116388" y="6207760"/>
            <a:ext cx="5599112" cy="286068"/>
          </a:xfrm>
        </p:spPr>
        <p:txBody>
          <a:bodyPr anchor="b" anchorCtr="0"/>
          <a:lstStyle>
            <a:lvl1pPr>
              <a:defRPr sz="1200" i="0">
                <a:solidFill>
                  <a:schemeClr val="bg1"/>
                </a:solidFill>
                <a:latin typeface="Noto Serif (Textkörper)"/>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175398046"/>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elseite_vV + Bild_2">
    <p:spTree>
      <p:nvGrpSpPr>
        <p:cNvPr id="1" name=""/>
        <p:cNvGrpSpPr/>
        <p:nvPr/>
      </p:nvGrpSpPr>
      <p:grpSpPr>
        <a:xfrm>
          <a:off x="0" y="0"/>
          <a:ext cx="0" cy="0"/>
          <a:chOff x="0" y="0"/>
          <a:chExt cx="0" cy="0"/>
        </a:xfrm>
      </p:grpSpPr>
      <p:sp>
        <p:nvSpPr>
          <p:cNvPr id="14" name="Bildplatzhalter 13">
            <a:extLst>
              <a:ext uri="{FF2B5EF4-FFF2-40B4-BE49-F238E27FC236}">
                <a16:creationId xmlns:a16="http://schemas.microsoft.com/office/drawing/2014/main" id="{1974DA36-F6FF-4071-9FE9-C71612DFE914}"/>
              </a:ext>
            </a:extLst>
          </p:cNvPr>
          <p:cNvSpPr>
            <a:spLocks noGrp="1"/>
          </p:cNvSpPr>
          <p:nvPr>
            <p:ph type="pic" sz="quarter" idx="11"/>
          </p:nvPr>
        </p:nvSpPr>
        <p:spPr>
          <a:xfrm>
            <a:off x="0" y="0"/>
            <a:ext cx="12192000" cy="6858000"/>
          </a:xfrm>
          <a:prstGeom prst="rect">
            <a:avLst/>
          </a:prstGeom>
          <a:solidFill>
            <a:schemeClr val="accent2">
              <a:lumMod val="20000"/>
              <a:lumOff val="80000"/>
            </a:schemeClr>
          </a:solidFill>
        </p:spPr>
        <p:txBody>
          <a:bodyPr/>
          <a:lstStyle/>
          <a:p>
            <a:endParaRPr lang="de-DE"/>
          </a:p>
        </p:txBody>
      </p:sp>
      <p:pic>
        <p:nvPicPr>
          <p:cNvPr id="6" name="Grafik 5">
            <a:extLst>
              <a:ext uri="{FF2B5EF4-FFF2-40B4-BE49-F238E27FC236}">
                <a16:creationId xmlns:a16="http://schemas.microsoft.com/office/drawing/2014/main" id="{FED2FBAC-C92F-4FEA-8170-E94EC94CC14C}"/>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3500000">
            <a:off x="-4681402" y="-7532589"/>
            <a:ext cx="21582744" cy="21582744"/>
          </a:xfrm>
          <a:prstGeom prst="rect">
            <a:avLst/>
          </a:prstGeom>
        </p:spPr>
      </p:pic>
      <p:pic>
        <p:nvPicPr>
          <p:cNvPr id="4" name="Grafik 3" descr="Logo der TUD: einfarbig blau, Bildelement (punktsymetrische Anordnung zweier gleicher flächiger Winkelelemente) rechts daneben dreizeiliger Text: Technische Universität Dresden">
            <a:extLst>
              <a:ext uri="{FF2B5EF4-FFF2-40B4-BE49-F238E27FC236}">
                <a16:creationId xmlns:a16="http://schemas.microsoft.com/office/drawing/2014/main" id="{79C7FCDB-8A5F-4D8C-B998-2CC83B8C890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609601" y="404813"/>
            <a:ext cx="1981199" cy="660400"/>
          </a:xfrm>
          <a:prstGeom prst="rect">
            <a:avLst/>
          </a:prstGeom>
        </p:spPr>
      </p:pic>
      <p:sp>
        <p:nvSpPr>
          <p:cNvPr id="5" name="Textplatzhalter 6">
            <a:extLst>
              <a:ext uri="{FF2B5EF4-FFF2-40B4-BE49-F238E27FC236}">
                <a16:creationId xmlns:a16="http://schemas.microsoft.com/office/drawing/2014/main" id="{FFB4AAEC-A7C5-4365-B424-8E68D40435BC}"/>
              </a:ext>
            </a:extLst>
          </p:cNvPr>
          <p:cNvSpPr>
            <a:spLocks noGrp="1"/>
          </p:cNvSpPr>
          <p:nvPr>
            <p:ph type="body" sz="quarter" idx="19" hasCustomPrompt="1"/>
          </p:nvPr>
        </p:nvSpPr>
        <p:spPr>
          <a:xfrm>
            <a:off x="1558926" y="6177280"/>
            <a:ext cx="5581650" cy="316548"/>
          </a:xfrm>
        </p:spPr>
        <p:txBody>
          <a:bodyPr anchor="b" anchorCtr="0"/>
          <a:lstStyle>
            <a:lvl1pPr>
              <a:defRPr sz="1200" i="0">
                <a:solidFill>
                  <a:schemeClr val="tx2"/>
                </a:solidFill>
                <a:latin typeface="Noto Serif (Textkörper)"/>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53565763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elseite_vV + Bild_3">
    <p:spTree>
      <p:nvGrpSpPr>
        <p:cNvPr id="1" name=""/>
        <p:cNvGrpSpPr/>
        <p:nvPr/>
      </p:nvGrpSpPr>
      <p:grpSpPr>
        <a:xfrm>
          <a:off x="0" y="0"/>
          <a:ext cx="0" cy="0"/>
          <a:chOff x="0" y="0"/>
          <a:chExt cx="0" cy="0"/>
        </a:xfrm>
      </p:grpSpPr>
      <p:sp>
        <p:nvSpPr>
          <p:cNvPr id="7" name="Rechteck 6">
            <a:extLst>
              <a:ext uri="{FF2B5EF4-FFF2-40B4-BE49-F238E27FC236}">
                <a16:creationId xmlns:a16="http://schemas.microsoft.com/office/drawing/2014/main" id="{8DD5EDA3-D92A-4B08-8595-D60EA53E8AB5}"/>
              </a:ext>
              <a:ext uri="{C183D7F6-B498-43B3-948B-1728B52AA6E4}">
                <adec:decorative xmlns:adec="http://schemas.microsoft.com/office/drawing/2017/decorative" val="1"/>
              </a:ext>
            </a:extLst>
          </p:cNvPr>
          <p:cNvSpPr/>
          <p:nvPr userDrawn="1"/>
        </p:nvSpPr>
        <p:spPr>
          <a:xfrm>
            <a:off x="0" y="0"/>
            <a:ext cx="12192000" cy="685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8" name="Titel 1">
            <a:extLst>
              <a:ext uri="{FF2B5EF4-FFF2-40B4-BE49-F238E27FC236}">
                <a16:creationId xmlns:a16="http://schemas.microsoft.com/office/drawing/2014/main" id="{FA055B95-2710-46A2-8317-9CAA31D48D9C}"/>
              </a:ext>
            </a:extLst>
          </p:cNvPr>
          <p:cNvSpPr>
            <a:spLocks noGrp="1"/>
          </p:cNvSpPr>
          <p:nvPr>
            <p:ph type="title"/>
          </p:nvPr>
        </p:nvSpPr>
        <p:spPr>
          <a:xfrm>
            <a:off x="609600" y="873124"/>
            <a:ext cx="3506788" cy="1382897"/>
          </a:xfrm>
          <a:prstGeom prst="rect">
            <a:avLst/>
          </a:prstGeom>
        </p:spPr>
        <p:txBody>
          <a:bodyPr tIns="0"/>
          <a:lstStyle>
            <a:lvl1pPr>
              <a:defRPr lang="de-DE" dirty="0">
                <a:solidFill>
                  <a:schemeClr val="bg1"/>
                </a:solidFill>
                <a:latin typeface="+mj-lt"/>
              </a:defRPr>
            </a:lvl1pPr>
          </a:lstStyle>
          <a:p>
            <a:r>
              <a:rPr lang="de-DE" dirty="0"/>
              <a:t>Mastertitelformat bearbeiten</a:t>
            </a:r>
          </a:p>
        </p:txBody>
      </p:sp>
      <p:sp>
        <p:nvSpPr>
          <p:cNvPr id="9" name="Textplatzhalter 8">
            <a:extLst>
              <a:ext uri="{FF2B5EF4-FFF2-40B4-BE49-F238E27FC236}">
                <a16:creationId xmlns:a16="http://schemas.microsoft.com/office/drawing/2014/main" id="{6A522852-F16F-46A0-B72D-3039550F8A39}"/>
              </a:ext>
            </a:extLst>
          </p:cNvPr>
          <p:cNvSpPr>
            <a:spLocks noGrp="1"/>
          </p:cNvSpPr>
          <p:nvPr>
            <p:ph type="body" sz="quarter" idx="10"/>
          </p:nvPr>
        </p:nvSpPr>
        <p:spPr>
          <a:xfrm>
            <a:off x="609600" y="2997200"/>
            <a:ext cx="3506788" cy="2844800"/>
          </a:xfrm>
          <a:prstGeom prst="rect">
            <a:avLst/>
          </a:prstGeom>
        </p:spPr>
        <p:txBody>
          <a:bodyPr anchor="b" anchorCtr="0"/>
          <a:lstStyle>
            <a:lvl1pPr>
              <a:defRPr lang="de-DE" dirty="0">
                <a:solidFill>
                  <a:schemeClr val="bg1"/>
                </a:solidFill>
              </a:defRPr>
            </a:lvl1pPr>
          </a:lstStyle>
          <a:p>
            <a:pPr lvl="0"/>
            <a:r>
              <a:rPr lang="de-DE" dirty="0"/>
              <a:t>Mastertextformat bearbeiten</a:t>
            </a:r>
          </a:p>
        </p:txBody>
      </p:sp>
      <p:pic>
        <p:nvPicPr>
          <p:cNvPr id="10" name="Grafik 9">
            <a:extLst>
              <a:ext uri="{FF2B5EF4-FFF2-40B4-BE49-F238E27FC236}">
                <a16:creationId xmlns:a16="http://schemas.microsoft.com/office/drawing/2014/main" id="{5144DEC0-CBFA-4BDA-A78C-86ED757F727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
        <p:nvSpPr>
          <p:cNvPr id="19" name="Bildplatzhalter 18">
            <a:extLst>
              <a:ext uri="{FF2B5EF4-FFF2-40B4-BE49-F238E27FC236}">
                <a16:creationId xmlns:a16="http://schemas.microsoft.com/office/drawing/2014/main" id="{7B07D508-A251-41EA-8DE7-638920575915}"/>
              </a:ext>
            </a:extLst>
          </p:cNvPr>
          <p:cNvSpPr>
            <a:spLocks noGrp="1"/>
          </p:cNvSpPr>
          <p:nvPr>
            <p:ph type="pic" sz="quarter" idx="20"/>
          </p:nvPr>
        </p:nvSpPr>
        <p:spPr>
          <a:xfrm>
            <a:off x="4343400" y="0"/>
            <a:ext cx="10255588" cy="6858000"/>
          </a:xfrm>
          <a:custGeom>
            <a:avLst/>
            <a:gdLst>
              <a:gd name="connsiteX0" fmla="*/ 0 w 10255588"/>
              <a:gd name="connsiteY0" fmla="*/ 0 h 6858000"/>
              <a:gd name="connsiteX1" fmla="*/ 10255588 w 10255588"/>
              <a:gd name="connsiteY1" fmla="*/ 0 h 6858000"/>
              <a:gd name="connsiteX2" fmla="*/ 10255588 w 10255588"/>
              <a:gd name="connsiteY2" fmla="*/ 6858000 h 6858000"/>
              <a:gd name="connsiteX3" fmla="*/ 1215823 w 102555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255588" h="6858000">
                <a:moveTo>
                  <a:pt x="0" y="0"/>
                </a:moveTo>
                <a:lnTo>
                  <a:pt x="10255588" y="0"/>
                </a:lnTo>
                <a:lnTo>
                  <a:pt x="10255588" y="6858000"/>
                </a:lnTo>
                <a:lnTo>
                  <a:pt x="1215823" y="6858000"/>
                </a:lnTo>
                <a:close/>
              </a:path>
            </a:pathLst>
          </a:custGeom>
          <a:solidFill>
            <a:schemeClr val="bg1">
              <a:lumMod val="95000"/>
            </a:schemeClr>
          </a:solidFill>
        </p:spPr>
        <p:txBody>
          <a:bodyPr wrap="square">
            <a:noAutofit/>
          </a:bodyPr>
          <a:lstStyle/>
          <a:p>
            <a:endParaRPr lang="en-US"/>
          </a:p>
        </p:txBody>
      </p:sp>
      <p:sp>
        <p:nvSpPr>
          <p:cNvPr id="21" name="Textplatzhalter 6">
            <a:extLst>
              <a:ext uri="{FF2B5EF4-FFF2-40B4-BE49-F238E27FC236}">
                <a16:creationId xmlns:a16="http://schemas.microsoft.com/office/drawing/2014/main" id="{15365122-AA94-4D9A-8BDB-BC7E3297FDE7}"/>
              </a:ext>
            </a:extLst>
          </p:cNvPr>
          <p:cNvSpPr>
            <a:spLocks noGrp="1"/>
          </p:cNvSpPr>
          <p:nvPr>
            <p:ph type="body" sz="quarter" idx="19" hasCustomPrompt="1"/>
          </p:nvPr>
        </p:nvSpPr>
        <p:spPr>
          <a:xfrm>
            <a:off x="8796338" y="6057900"/>
            <a:ext cx="2786062" cy="435928"/>
          </a:xfrm>
        </p:spPr>
        <p:txBody>
          <a:bodyPr anchor="b" anchorCtr="0"/>
          <a:lstStyle>
            <a:lvl1pPr algn="r">
              <a:defRPr sz="1200" i="0">
                <a:solidFill>
                  <a:schemeClr val="tx2"/>
                </a:solidFill>
                <a:latin typeface="Noto Serif (Textkörper)"/>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253116511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Zwei Inhalte_60-3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4"/>
            <a:ext cx="72009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599" y="1736725"/>
            <a:ext cx="7250113"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8075613" y="0"/>
            <a:ext cx="4116387" cy="6858000"/>
          </a:xfrm>
          <a:solidFill>
            <a:schemeClr val="accent2">
              <a:lumMod val="20000"/>
              <a:lumOff val="80000"/>
            </a:schemeClr>
          </a:solidFill>
        </p:spPr>
        <p:txBody>
          <a:bodyPr/>
          <a:lstStyle/>
          <a:p>
            <a:endParaRPr lang="de-DE" dirty="0"/>
          </a:p>
        </p:txBody>
      </p:sp>
      <p:sp>
        <p:nvSpPr>
          <p:cNvPr id="8" name="Textplatzhalter 6">
            <a:extLst>
              <a:ext uri="{FF2B5EF4-FFF2-40B4-BE49-F238E27FC236}">
                <a16:creationId xmlns:a16="http://schemas.microsoft.com/office/drawing/2014/main" id="{49D69647-48F8-4B90-9CC3-E65255E92C6A}"/>
              </a:ext>
            </a:extLst>
          </p:cNvPr>
          <p:cNvSpPr>
            <a:spLocks noGrp="1"/>
          </p:cNvSpPr>
          <p:nvPr>
            <p:ph type="body" sz="quarter" idx="19" hasCustomPrompt="1"/>
          </p:nvPr>
        </p:nvSpPr>
        <p:spPr>
          <a:xfrm>
            <a:off x="8796338" y="6057900"/>
            <a:ext cx="2786062" cy="43592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3657337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Zwei Inhalte_50-5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5378450" cy="1331912"/>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537845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6203950" y="-1"/>
            <a:ext cx="5988050" cy="6858001"/>
          </a:xfrm>
          <a:solidFill>
            <a:schemeClr val="accent2">
              <a:lumMod val="20000"/>
              <a:lumOff val="80000"/>
            </a:schemeClr>
          </a:solidFill>
        </p:spPr>
        <p:txBody>
          <a:bodyPr/>
          <a:lstStyle/>
          <a:p>
            <a:endParaRPr lang="de-DE"/>
          </a:p>
        </p:txBody>
      </p:sp>
      <p:sp>
        <p:nvSpPr>
          <p:cNvPr id="8" name="Textplatzhalter 6">
            <a:extLst>
              <a:ext uri="{FF2B5EF4-FFF2-40B4-BE49-F238E27FC236}">
                <a16:creationId xmlns:a16="http://schemas.microsoft.com/office/drawing/2014/main" id="{3EF372E1-253E-419E-B4D6-7D0068DC7FAE}"/>
              </a:ext>
            </a:extLst>
          </p:cNvPr>
          <p:cNvSpPr>
            <a:spLocks noGrp="1"/>
          </p:cNvSpPr>
          <p:nvPr>
            <p:ph type="body" sz="quarter" idx="19" hasCustomPrompt="1"/>
          </p:nvPr>
        </p:nvSpPr>
        <p:spPr>
          <a:xfrm>
            <a:off x="6924675" y="6057900"/>
            <a:ext cx="4657725" cy="43592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5573557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Zwei Inhalte_30-6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3"/>
            <a:ext cx="3506788" cy="1331912"/>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3506788"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4343400" y="0"/>
            <a:ext cx="7848600" cy="6858000"/>
          </a:xfrm>
          <a:solidFill>
            <a:schemeClr val="accent2">
              <a:lumMod val="20000"/>
              <a:lumOff val="80000"/>
            </a:schemeClr>
          </a:solidFill>
        </p:spPr>
        <p:txBody>
          <a:bodyPr/>
          <a:lstStyle/>
          <a:p>
            <a:endParaRPr lang="de-DE"/>
          </a:p>
        </p:txBody>
      </p:sp>
      <p:sp>
        <p:nvSpPr>
          <p:cNvPr id="5" name="Textplatzhalter 6">
            <a:extLst>
              <a:ext uri="{FF2B5EF4-FFF2-40B4-BE49-F238E27FC236}">
                <a16:creationId xmlns:a16="http://schemas.microsoft.com/office/drawing/2014/main" id="{507C9BA0-A1AB-441D-8DBE-C0CF26A821D5}"/>
              </a:ext>
            </a:extLst>
          </p:cNvPr>
          <p:cNvSpPr>
            <a:spLocks noGrp="1"/>
          </p:cNvSpPr>
          <p:nvPr>
            <p:ph type="body" sz="quarter" idx="19" hasCustomPrompt="1"/>
          </p:nvPr>
        </p:nvSpPr>
        <p:spPr>
          <a:xfrm>
            <a:off x="5051425" y="6057900"/>
            <a:ext cx="6530975" cy="43592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spTree>
    <p:extLst>
      <p:ext uri="{BB962C8B-B14F-4D97-AF65-F5344CB8AC3E}">
        <p14:creationId xmlns:p14="http://schemas.microsoft.com/office/powerpoint/2010/main" val="5404788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_Zwei Inhalte_30-6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4343400" y="404814"/>
            <a:ext cx="72390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4343400" y="1736725"/>
            <a:ext cx="723900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0" y="0"/>
            <a:ext cx="4116388" cy="6858000"/>
          </a:xfrm>
          <a:solidFill>
            <a:schemeClr val="accent2">
              <a:lumMod val="20000"/>
              <a:lumOff val="80000"/>
            </a:schemeClr>
          </a:solidFill>
        </p:spPr>
        <p:txBody>
          <a:bodyPr/>
          <a:lstStyle/>
          <a:p>
            <a:endParaRPr lang="de-DE"/>
          </a:p>
        </p:txBody>
      </p:sp>
      <p:sp>
        <p:nvSpPr>
          <p:cNvPr id="7" name="Textplatzhalter 6">
            <a:extLst>
              <a:ext uri="{FF2B5EF4-FFF2-40B4-BE49-F238E27FC236}">
                <a16:creationId xmlns:a16="http://schemas.microsoft.com/office/drawing/2014/main" id="{530BC2D8-9972-4382-AB9E-D0E258B13AFC}"/>
              </a:ext>
            </a:extLst>
          </p:cNvPr>
          <p:cNvSpPr>
            <a:spLocks noGrp="1"/>
          </p:cNvSpPr>
          <p:nvPr>
            <p:ph type="body" sz="quarter" idx="19" hasCustomPrompt="1"/>
          </p:nvPr>
        </p:nvSpPr>
        <p:spPr>
          <a:xfrm>
            <a:off x="4343400" y="6057900"/>
            <a:ext cx="7239000" cy="435928"/>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pic>
        <p:nvPicPr>
          <p:cNvPr id="5" name="Grafik 4">
            <a:extLst>
              <a:ext uri="{FF2B5EF4-FFF2-40B4-BE49-F238E27FC236}">
                <a16:creationId xmlns:a16="http://schemas.microsoft.com/office/drawing/2014/main" id="{97DF051B-43FA-419C-8BC2-E0F70D76FC3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83711845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Zwei Inhalte_50-5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203950" y="404814"/>
            <a:ext cx="537845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203950" y="1736725"/>
            <a:ext cx="5378450"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0" y="0"/>
            <a:ext cx="5988050" cy="6858000"/>
          </a:xfrm>
          <a:solidFill>
            <a:schemeClr val="accent2">
              <a:lumMod val="20000"/>
              <a:lumOff val="80000"/>
            </a:schemeClr>
          </a:solidFill>
        </p:spPr>
        <p:txBody>
          <a:bodyPr/>
          <a:lstStyle/>
          <a:p>
            <a:endParaRPr lang="de-DE"/>
          </a:p>
        </p:txBody>
      </p:sp>
      <p:sp>
        <p:nvSpPr>
          <p:cNvPr id="7" name="Textplatzhalter 6">
            <a:extLst>
              <a:ext uri="{FF2B5EF4-FFF2-40B4-BE49-F238E27FC236}">
                <a16:creationId xmlns:a16="http://schemas.microsoft.com/office/drawing/2014/main" id="{5D763E79-9848-472D-A208-36D6724914CF}"/>
              </a:ext>
            </a:extLst>
          </p:cNvPr>
          <p:cNvSpPr>
            <a:spLocks noGrp="1"/>
          </p:cNvSpPr>
          <p:nvPr>
            <p:ph type="body" sz="quarter" idx="19" hasCustomPrompt="1"/>
          </p:nvPr>
        </p:nvSpPr>
        <p:spPr>
          <a:xfrm>
            <a:off x="6203950" y="6057900"/>
            <a:ext cx="5378450" cy="435928"/>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pic>
        <p:nvPicPr>
          <p:cNvPr id="5" name="Grafik 4">
            <a:extLst>
              <a:ext uri="{FF2B5EF4-FFF2-40B4-BE49-F238E27FC236}">
                <a16:creationId xmlns:a16="http://schemas.microsoft.com/office/drawing/2014/main" id="{9DFCE1DD-45F2-4133-8BC5-E0BD70008AE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4918392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3_Zwei Inhalte_60-30">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8075613" y="404813"/>
            <a:ext cx="3506787" cy="824547"/>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8075613" y="1736725"/>
            <a:ext cx="3506787" cy="4105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1" y="0"/>
            <a:ext cx="7859713" cy="6858000"/>
          </a:xfrm>
          <a:solidFill>
            <a:schemeClr val="accent2">
              <a:lumMod val="20000"/>
              <a:lumOff val="80000"/>
            </a:schemeClr>
          </a:solidFill>
        </p:spPr>
        <p:txBody>
          <a:bodyPr/>
          <a:lstStyle/>
          <a:p>
            <a:endParaRPr lang="de-DE"/>
          </a:p>
        </p:txBody>
      </p:sp>
      <p:sp>
        <p:nvSpPr>
          <p:cNvPr id="7" name="Textplatzhalter 6">
            <a:extLst>
              <a:ext uri="{FF2B5EF4-FFF2-40B4-BE49-F238E27FC236}">
                <a16:creationId xmlns:a16="http://schemas.microsoft.com/office/drawing/2014/main" id="{DEE076A1-CD22-4F15-967A-BCBA15F42ED7}"/>
              </a:ext>
            </a:extLst>
          </p:cNvPr>
          <p:cNvSpPr>
            <a:spLocks noGrp="1"/>
          </p:cNvSpPr>
          <p:nvPr>
            <p:ph type="body" sz="quarter" idx="19" hasCustomPrompt="1"/>
          </p:nvPr>
        </p:nvSpPr>
        <p:spPr>
          <a:xfrm>
            <a:off x="8075612" y="6057900"/>
            <a:ext cx="3506787" cy="435928"/>
          </a:xfrm>
        </p:spPr>
        <p:txBody>
          <a:bodyPr anchor="b" anchorCtr="0"/>
          <a:lstStyle>
            <a:lvl1pP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pic>
        <p:nvPicPr>
          <p:cNvPr id="5" name="Grafik 4">
            <a:extLst>
              <a:ext uri="{FF2B5EF4-FFF2-40B4-BE49-F238E27FC236}">
                <a16:creationId xmlns:a16="http://schemas.microsoft.com/office/drawing/2014/main" id="{0B9E920F-1A3F-42B1-BCE6-1145087EBCCF}"/>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309301595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4_Zwei Inhalte + 1 Bild qu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4"/>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4"/>
            <a:ext cx="537845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Inhaltsplatzhalter 2">
            <a:extLst>
              <a:ext uri="{FF2B5EF4-FFF2-40B4-BE49-F238E27FC236}">
                <a16:creationId xmlns:a16="http://schemas.microsoft.com/office/drawing/2014/main" id="{B604590A-6975-42D1-908C-CE5FC455952D}"/>
              </a:ext>
            </a:extLst>
          </p:cNvPr>
          <p:cNvSpPr>
            <a:spLocks noGrp="1"/>
          </p:cNvSpPr>
          <p:nvPr>
            <p:ph sz="half" idx="11"/>
          </p:nvPr>
        </p:nvSpPr>
        <p:spPr>
          <a:xfrm>
            <a:off x="6203950" y="1736724"/>
            <a:ext cx="537845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0" y="3733800"/>
            <a:ext cx="12192000" cy="3124199"/>
          </a:xfrm>
          <a:solidFill>
            <a:schemeClr val="accent2">
              <a:lumMod val="20000"/>
              <a:lumOff val="80000"/>
            </a:schemeClr>
          </a:solidFill>
        </p:spPr>
        <p:txBody>
          <a:bodyPr/>
          <a:lstStyle/>
          <a:p>
            <a:endParaRPr lang="de-DE" dirty="0"/>
          </a:p>
        </p:txBody>
      </p:sp>
      <p:sp>
        <p:nvSpPr>
          <p:cNvPr id="10" name="Textplatzhalter 6">
            <a:extLst>
              <a:ext uri="{FF2B5EF4-FFF2-40B4-BE49-F238E27FC236}">
                <a16:creationId xmlns:a16="http://schemas.microsoft.com/office/drawing/2014/main" id="{4760AFB2-59A0-403C-8E84-5030275AE8B0}"/>
              </a:ext>
            </a:extLst>
          </p:cNvPr>
          <p:cNvSpPr>
            <a:spLocks noGrp="1"/>
          </p:cNvSpPr>
          <p:nvPr>
            <p:ph type="body" sz="quarter" idx="21" hasCustomPrompt="1"/>
          </p:nvPr>
        </p:nvSpPr>
        <p:spPr>
          <a:xfrm>
            <a:off x="11383645"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1</a:t>
            </a:r>
            <a:endParaRPr lang="en-US" dirty="0"/>
          </a:p>
        </p:txBody>
      </p:sp>
      <p:pic>
        <p:nvPicPr>
          <p:cNvPr id="7" name="Grafik 6">
            <a:extLst>
              <a:ext uri="{FF2B5EF4-FFF2-40B4-BE49-F238E27FC236}">
                <a16:creationId xmlns:a16="http://schemas.microsoft.com/office/drawing/2014/main" id="{FC9815EB-9327-48CD-96B3-43DC5F54907A}"/>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264527216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4_Zwei Inhalte + 2 Bilder qu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3009D3A-1DA9-42E3-BD19-D18DF18C7544}"/>
              </a:ext>
            </a:extLst>
          </p:cNvPr>
          <p:cNvSpPr>
            <a:spLocks noGrp="1"/>
          </p:cNvSpPr>
          <p:nvPr>
            <p:ph type="title"/>
          </p:nvPr>
        </p:nvSpPr>
        <p:spPr>
          <a:xfrm>
            <a:off x="609600" y="404814"/>
            <a:ext cx="10972800" cy="647700"/>
          </a:xfrm>
          <a:prstGeom prst="rect">
            <a:avLst/>
          </a:prstGeom>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4"/>
            <a:ext cx="537845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5" name="Inhaltsplatzhalter 2">
            <a:extLst>
              <a:ext uri="{FF2B5EF4-FFF2-40B4-BE49-F238E27FC236}">
                <a16:creationId xmlns:a16="http://schemas.microsoft.com/office/drawing/2014/main" id="{B604590A-6975-42D1-908C-CE5FC455952D}"/>
              </a:ext>
            </a:extLst>
          </p:cNvPr>
          <p:cNvSpPr>
            <a:spLocks noGrp="1"/>
          </p:cNvSpPr>
          <p:nvPr>
            <p:ph sz="half" idx="11"/>
          </p:nvPr>
        </p:nvSpPr>
        <p:spPr>
          <a:xfrm>
            <a:off x="6203950" y="1736724"/>
            <a:ext cx="537845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Bildplatzhalter 5">
            <a:extLst>
              <a:ext uri="{FF2B5EF4-FFF2-40B4-BE49-F238E27FC236}">
                <a16:creationId xmlns:a16="http://schemas.microsoft.com/office/drawing/2014/main" id="{BC227089-21FE-41A6-BC10-34BEFF1D472F}"/>
              </a:ext>
            </a:extLst>
          </p:cNvPr>
          <p:cNvSpPr>
            <a:spLocks noGrp="1"/>
          </p:cNvSpPr>
          <p:nvPr>
            <p:ph type="pic" sz="quarter" idx="10"/>
          </p:nvPr>
        </p:nvSpPr>
        <p:spPr>
          <a:xfrm>
            <a:off x="0" y="3733800"/>
            <a:ext cx="6062472" cy="3124199"/>
          </a:xfrm>
          <a:solidFill>
            <a:schemeClr val="accent2">
              <a:lumMod val="20000"/>
              <a:lumOff val="80000"/>
            </a:schemeClr>
          </a:solidFill>
        </p:spPr>
        <p:txBody>
          <a:bodyPr/>
          <a:lstStyle/>
          <a:p>
            <a:endParaRPr lang="de-DE" dirty="0"/>
          </a:p>
        </p:txBody>
      </p:sp>
      <p:sp>
        <p:nvSpPr>
          <p:cNvPr id="10" name="Textplatzhalter 6">
            <a:extLst>
              <a:ext uri="{FF2B5EF4-FFF2-40B4-BE49-F238E27FC236}">
                <a16:creationId xmlns:a16="http://schemas.microsoft.com/office/drawing/2014/main" id="{4C311CE4-AD5A-44B9-BD6C-84A8F5D94B35}"/>
              </a:ext>
            </a:extLst>
          </p:cNvPr>
          <p:cNvSpPr>
            <a:spLocks noGrp="1"/>
          </p:cNvSpPr>
          <p:nvPr>
            <p:ph type="body" sz="quarter" idx="20" hasCustomPrompt="1"/>
          </p:nvPr>
        </p:nvSpPr>
        <p:spPr>
          <a:xfrm>
            <a:off x="5267324" y="6057900"/>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1</a:t>
            </a:r>
            <a:endParaRPr lang="en-US" dirty="0"/>
          </a:p>
        </p:txBody>
      </p:sp>
      <p:sp>
        <p:nvSpPr>
          <p:cNvPr id="8" name="Bildplatzhalter 5">
            <a:extLst>
              <a:ext uri="{FF2B5EF4-FFF2-40B4-BE49-F238E27FC236}">
                <a16:creationId xmlns:a16="http://schemas.microsoft.com/office/drawing/2014/main" id="{BA061FE1-7C03-48BD-996F-3B2AE8580DA2}"/>
              </a:ext>
            </a:extLst>
          </p:cNvPr>
          <p:cNvSpPr>
            <a:spLocks noGrp="1"/>
          </p:cNvSpPr>
          <p:nvPr>
            <p:ph type="pic" sz="quarter" idx="12"/>
          </p:nvPr>
        </p:nvSpPr>
        <p:spPr>
          <a:xfrm>
            <a:off x="6129528" y="3733801"/>
            <a:ext cx="6062472" cy="3124199"/>
          </a:xfrm>
          <a:solidFill>
            <a:schemeClr val="accent2">
              <a:lumMod val="20000"/>
              <a:lumOff val="80000"/>
            </a:schemeClr>
          </a:solidFill>
        </p:spPr>
        <p:txBody>
          <a:bodyPr/>
          <a:lstStyle/>
          <a:p>
            <a:endParaRPr lang="de-DE" dirty="0"/>
          </a:p>
        </p:txBody>
      </p:sp>
      <p:sp>
        <p:nvSpPr>
          <p:cNvPr id="11" name="Textplatzhalter 6">
            <a:extLst>
              <a:ext uri="{FF2B5EF4-FFF2-40B4-BE49-F238E27FC236}">
                <a16:creationId xmlns:a16="http://schemas.microsoft.com/office/drawing/2014/main" id="{B58018AB-F062-405D-B819-907E0DB75315}"/>
              </a:ext>
            </a:extLst>
          </p:cNvPr>
          <p:cNvSpPr>
            <a:spLocks noGrp="1"/>
          </p:cNvSpPr>
          <p:nvPr>
            <p:ph type="body" sz="quarter" idx="21" hasCustomPrompt="1"/>
          </p:nvPr>
        </p:nvSpPr>
        <p:spPr>
          <a:xfrm>
            <a:off x="11383645"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2</a:t>
            </a:r>
            <a:endParaRPr lang="en-US" dirty="0"/>
          </a:p>
        </p:txBody>
      </p:sp>
      <p:pic>
        <p:nvPicPr>
          <p:cNvPr id="7" name="Grafik 6">
            <a:extLst>
              <a:ext uri="{FF2B5EF4-FFF2-40B4-BE49-F238E27FC236}">
                <a16:creationId xmlns:a16="http://schemas.microsoft.com/office/drawing/2014/main" id="{3D783A2B-51C5-4C95-9003-3F34826374B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22490022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Inhalt + 3 Bilder qu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D2D3B9-D281-41BC-9A6E-EBA632B80A6F}"/>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1097280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CBECC23C-3AC7-4872-8833-394650436FF1}"/>
              </a:ext>
            </a:extLst>
          </p:cNvPr>
          <p:cNvSpPr>
            <a:spLocks noGrp="1"/>
          </p:cNvSpPr>
          <p:nvPr>
            <p:ph type="pic" sz="quarter" idx="13"/>
          </p:nvPr>
        </p:nvSpPr>
        <p:spPr>
          <a:xfrm>
            <a:off x="0" y="3733800"/>
            <a:ext cx="4025053" cy="3124200"/>
          </a:xfrm>
          <a:solidFill>
            <a:schemeClr val="accent2">
              <a:lumMod val="20000"/>
              <a:lumOff val="80000"/>
            </a:schemeClr>
          </a:solidFill>
        </p:spPr>
        <p:txBody>
          <a:bodyPr/>
          <a:lstStyle/>
          <a:p>
            <a:endParaRPr lang="de-DE" dirty="0"/>
          </a:p>
        </p:txBody>
      </p:sp>
      <p:sp>
        <p:nvSpPr>
          <p:cNvPr id="15" name="Textplatzhalter 6">
            <a:extLst>
              <a:ext uri="{FF2B5EF4-FFF2-40B4-BE49-F238E27FC236}">
                <a16:creationId xmlns:a16="http://schemas.microsoft.com/office/drawing/2014/main" id="{1018B3E5-DFDA-4E50-80B0-8583C84118FE}"/>
              </a:ext>
            </a:extLst>
          </p:cNvPr>
          <p:cNvSpPr>
            <a:spLocks noGrp="1"/>
          </p:cNvSpPr>
          <p:nvPr>
            <p:ph type="body" sz="quarter" idx="20" hasCustomPrompt="1"/>
          </p:nvPr>
        </p:nvSpPr>
        <p:spPr>
          <a:xfrm>
            <a:off x="3216275" y="6057900"/>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1</a:t>
            </a:r>
            <a:endParaRPr lang="en-US" dirty="0"/>
          </a:p>
        </p:txBody>
      </p:sp>
      <p:sp>
        <p:nvSpPr>
          <p:cNvPr id="10" name="Bildplatzhalter 5">
            <a:extLst>
              <a:ext uri="{FF2B5EF4-FFF2-40B4-BE49-F238E27FC236}">
                <a16:creationId xmlns:a16="http://schemas.microsoft.com/office/drawing/2014/main" id="{F2458F30-68A9-4380-94A9-377AD7D48740}"/>
              </a:ext>
            </a:extLst>
          </p:cNvPr>
          <p:cNvSpPr>
            <a:spLocks noGrp="1"/>
          </p:cNvSpPr>
          <p:nvPr>
            <p:ph type="pic" sz="quarter" idx="14"/>
          </p:nvPr>
        </p:nvSpPr>
        <p:spPr>
          <a:xfrm>
            <a:off x="4083473" y="3733800"/>
            <a:ext cx="4025053" cy="3124200"/>
          </a:xfrm>
          <a:solidFill>
            <a:schemeClr val="accent2">
              <a:lumMod val="20000"/>
              <a:lumOff val="80000"/>
            </a:schemeClr>
          </a:solidFill>
        </p:spPr>
        <p:txBody>
          <a:bodyPr/>
          <a:lstStyle/>
          <a:p>
            <a:endParaRPr lang="de-DE" dirty="0"/>
          </a:p>
        </p:txBody>
      </p:sp>
      <p:sp>
        <p:nvSpPr>
          <p:cNvPr id="17" name="Textplatzhalter 6">
            <a:extLst>
              <a:ext uri="{FF2B5EF4-FFF2-40B4-BE49-F238E27FC236}">
                <a16:creationId xmlns:a16="http://schemas.microsoft.com/office/drawing/2014/main" id="{72791F6B-95C8-49BE-B8B9-8F04CE1AC969}"/>
              </a:ext>
            </a:extLst>
          </p:cNvPr>
          <p:cNvSpPr>
            <a:spLocks noGrp="1"/>
          </p:cNvSpPr>
          <p:nvPr>
            <p:ph type="body" sz="quarter" idx="22" hasCustomPrompt="1"/>
          </p:nvPr>
        </p:nvSpPr>
        <p:spPr>
          <a:xfrm>
            <a:off x="7267258"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2</a:t>
            </a:r>
            <a:endParaRPr lang="en-US" dirty="0"/>
          </a:p>
        </p:txBody>
      </p:sp>
      <p:sp>
        <p:nvSpPr>
          <p:cNvPr id="11" name="Bildplatzhalter 5">
            <a:extLst>
              <a:ext uri="{FF2B5EF4-FFF2-40B4-BE49-F238E27FC236}">
                <a16:creationId xmlns:a16="http://schemas.microsoft.com/office/drawing/2014/main" id="{43B9AAEC-8800-42FB-8E44-B81C048BC768}"/>
              </a:ext>
            </a:extLst>
          </p:cNvPr>
          <p:cNvSpPr>
            <a:spLocks noGrp="1"/>
          </p:cNvSpPr>
          <p:nvPr>
            <p:ph type="pic" sz="quarter" idx="15"/>
          </p:nvPr>
        </p:nvSpPr>
        <p:spPr>
          <a:xfrm>
            <a:off x="8166947" y="3733800"/>
            <a:ext cx="4025053" cy="3124200"/>
          </a:xfrm>
          <a:solidFill>
            <a:schemeClr val="accent2">
              <a:lumMod val="20000"/>
              <a:lumOff val="80000"/>
            </a:schemeClr>
          </a:solidFill>
        </p:spPr>
        <p:txBody>
          <a:bodyPr/>
          <a:lstStyle/>
          <a:p>
            <a:endParaRPr lang="de-DE" dirty="0"/>
          </a:p>
        </p:txBody>
      </p:sp>
      <p:sp>
        <p:nvSpPr>
          <p:cNvPr id="16" name="Textplatzhalter 6">
            <a:extLst>
              <a:ext uri="{FF2B5EF4-FFF2-40B4-BE49-F238E27FC236}">
                <a16:creationId xmlns:a16="http://schemas.microsoft.com/office/drawing/2014/main" id="{C8A0F81A-CDA0-49D4-9423-A9300D95CF22}"/>
              </a:ext>
            </a:extLst>
          </p:cNvPr>
          <p:cNvSpPr>
            <a:spLocks noGrp="1"/>
          </p:cNvSpPr>
          <p:nvPr>
            <p:ph type="body" sz="quarter" idx="21" hasCustomPrompt="1"/>
          </p:nvPr>
        </p:nvSpPr>
        <p:spPr>
          <a:xfrm>
            <a:off x="11383645"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3</a:t>
            </a:r>
            <a:endParaRPr lang="en-US" dirty="0"/>
          </a:p>
        </p:txBody>
      </p:sp>
      <p:pic>
        <p:nvPicPr>
          <p:cNvPr id="7" name="Grafik 6">
            <a:extLst>
              <a:ext uri="{FF2B5EF4-FFF2-40B4-BE49-F238E27FC236}">
                <a16:creationId xmlns:a16="http://schemas.microsoft.com/office/drawing/2014/main" id="{521D2608-1818-4D42-B89A-D605C4F8422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19547909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4_Inhalt + 4 Bilder quer">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D2D3B9-D281-41BC-9A6E-EBA632B80A6F}"/>
              </a:ext>
            </a:extLst>
          </p:cNvPr>
          <p:cNvSpPr>
            <a:spLocks noGrp="1"/>
          </p:cNvSpPr>
          <p:nvPr>
            <p:ph type="title"/>
          </p:nvPr>
        </p:nvSpPr>
        <p:spPr/>
        <p:txBody>
          <a:bodyPr/>
          <a:lstStyle/>
          <a:p>
            <a:r>
              <a:rPr lang="de-DE" dirty="0"/>
              <a:t>Mastertitelformat bearbeiten</a:t>
            </a:r>
          </a:p>
        </p:txBody>
      </p:sp>
      <p:sp>
        <p:nvSpPr>
          <p:cNvPr id="3" name="Inhaltsplatzhalter 2">
            <a:extLst>
              <a:ext uri="{FF2B5EF4-FFF2-40B4-BE49-F238E27FC236}">
                <a16:creationId xmlns:a16="http://schemas.microsoft.com/office/drawing/2014/main" id="{9C712EFA-292C-4FDE-8669-ECF55A14AFF3}"/>
              </a:ext>
            </a:extLst>
          </p:cNvPr>
          <p:cNvSpPr>
            <a:spLocks noGrp="1"/>
          </p:cNvSpPr>
          <p:nvPr>
            <p:ph sz="half" idx="1"/>
          </p:nvPr>
        </p:nvSpPr>
        <p:spPr>
          <a:xfrm>
            <a:off x="609600" y="1736725"/>
            <a:ext cx="10972800" cy="1692275"/>
          </a:xfrm>
        </p:spPr>
        <p:txBody>
          <a:bodyPr/>
          <a:lstStyle/>
          <a:p>
            <a:pPr lvl="0"/>
            <a:r>
              <a:rPr lang="de-DE" dirty="0"/>
              <a:t>Mastertextformat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9" name="Bildplatzhalter 5">
            <a:extLst>
              <a:ext uri="{FF2B5EF4-FFF2-40B4-BE49-F238E27FC236}">
                <a16:creationId xmlns:a16="http://schemas.microsoft.com/office/drawing/2014/main" id="{CBECC23C-3AC7-4872-8833-394650436FF1}"/>
              </a:ext>
            </a:extLst>
          </p:cNvPr>
          <p:cNvSpPr>
            <a:spLocks noGrp="1"/>
          </p:cNvSpPr>
          <p:nvPr>
            <p:ph type="pic" sz="quarter" idx="13"/>
          </p:nvPr>
        </p:nvSpPr>
        <p:spPr>
          <a:xfrm>
            <a:off x="0" y="3733800"/>
            <a:ext cx="3007360" cy="3124200"/>
          </a:xfrm>
          <a:solidFill>
            <a:schemeClr val="accent2">
              <a:lumMod val="20000"/>
              <a:lumOff val="80000"/>
            </a:schemeClr>
          </a:solidFill>
        </p:spPr>
        <p:txBody>
          <a:bodyPr/>
          <a:lstStyle/>
          <a:p>
            <a:endParaRPr lang="de-DE" dirty="0"/>
          </a:p>
        </p:txBody>
      </p:sp>
      <p:sp>
        <p:nvSpPr>
          <p:cNvPr id="16" name="Textplatzhalter 6">
            <a:extLst>
              <a:ext uri="{FF2B5EF4-FFF2-40B4-BE49-F238E27FC236}">
                <a16:creationId xmlns:a16="http://schemas.microsoft.com/office/drawing/2014/main" id="{A413D657-1B5E-406D-8617-E2E725A52F9D}"/>
              </a:ext>
            </a:extLst>
          </p:cNvPr>
          <p:cNvSpPr>
            <a:spLocks noGrp="1"/>
          </p:cNvSpPr>
          <p:nvPr>
            <p:ph type="body" sz="quarter" idx="20" hasCustomPrompt="1"/>
          </p:nvPr>
        </p:nvSpPr>
        <p:spPr>
          <a:xfrm>
            <a:off x="2199005" y="6057900"/>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1</a:t>
            </a:r>
            <a:endParaRPr lang="en-US" dirty="0"/>
          </a:p>
        </p:txBody>
      </p:sp>
      <p:sp>
        <p:nvSpPr>
          <p:cNvPr id="10" name="Bildplatzhalter 5">
            <a:extLst>
              <a:ext uri="{FF2B5EF4-FFF2-40B4-BE49-F238E27FC236}">
                <a16:creationId xmlns:a16="http://schemas.microsoft.com/office/drawing/2014/main" id="{F2458F30-68A9-4380-94A9-377AD7D48740}"/>
              </a:ext>
            </a:extLst>
          </p:cNvPr>
          <p:cNvSpPr>
            <a:spLocks noGrp="1"/>
          </p:cNvSpPr>
          <p:nvPr>
            <p:ph type="pic" sz="quarter" idx="14"/>
          </p:nvPr>
        </p:nvSpPr>
        <p:spPr>
          <a:xfrm>
            <a:off x="3061547" y="3733800"/>
            <a:ext cx="3007360" cy="3124200"/>
          </a:xfrm>
          <a:solidFill>
            <a:schemeClr val="accent2">
              <a:lumMod val="20000"/>
              <a:lumOff val="80000"/>
            </a:schemeClr>
          </a:solidFill>
        </p:spPr>
        <p:txBody>
          <a:bodyPr/>
          <a:lstStyle/>
          <a:p>
            <a:endParaRPr lang="de-DE" dirty="0"/>
          </a:p>
        </p:txBody>
      </p:sp>
      <p:sp>
        <p:nvSpPr>
          <p:cNvPr id="18" name="Textplatzhalter 6">
            <a:extLst>
              <a:ext uri="{FF2B5EF4-FFF2-40B4-BE49-F238E27FC236}">
                <a16:creationId xmlns:a16="http://schemas.microsoft.com/office/drawing/2014/main" id="{0509D82A-4ACB-44BB-A6BC-2597416A1671}"/>
              </a:ext>
            </a:extLst>
          </p:cNvPr>
          <p:cNvSpPr>
            <a:spLocks noGrp="1"/>
          </p:cNvSpPr>
          <p:nvPr>
            <p:ph type="body" sz="quarter" idx="22" hasCustomPrompt="1"/>
          </p:nvPr>
        </p:nvSpPr>
        <p:spPr>
          <a:xfrm>
            <a:off x="5260552"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2</a:t>
            </a:r>
            <a:endParaRPr lang="en-US" dirty="0"/>
          </a:p>
        </p:txBody>
      </p:sp>
      <p:sp>
        <p:nvSpPr>
          <p:cNvPr id="11" name="Bildplatzhalter 5">
            <a:extLst>
              <a:ext uri="{FF2B5EF4-FFF2-40B4-BE49-F238E27FC236}">
                <a16:creationId xmlns:a16="http://schemas.microsoft.com/office/drawing/2014/main" id="{43B9AAEC-8800-42FB-8E44-B81C048BC768}"/>
              </a:ext>
            </a:extLst>
          </p:cNvPr>
          <p:cNvSpPr>
            <a:spLocks noGrp="1"/>
          </p:cNvSpPr>
          <p:nvPr>
            <p:ph type="pic" sz="quarter" idx="15"/>
          </p:nvPr>
        </p:nvSpPr>
        <p:spPr>
          <a:xfrm>
            <a:off x="6123094" y="3733800"/>
            <a:ext cx="3007360" cy="3124200"/>
          </a:xfrm>
          <a:solidFill>
            <a:schemeClr val="accent2">
              <a:lumMod val="20000"/>
              <a:lumOff val="80000"/>
            </a:schemeClr>
          </a:solidFill>
        </p:spPr>
        <p:txBody>
          <a:bodyPr/>
          <a:lstStyle/>
          <a:p>
            <a:endParaRPr lang="de-DE" dirty="0"/>
          </a:p>
        </p:txBody>
      </p:sp>
      <p:sp>
        <p:nvSpPr>
          <p:cNvPr id="19" name="Textplatzhalter 6">
            <a:extLst>
              <a:ext uri="{FF2B5EF4-FFF2-40B4-BE49-F238E27FC236}">
                <a16:creationId xmlns:a16="http://schemas.microsoft.com/office/drawing/2014/main" id="{21635FF8-DA1B-41D1-AFFE-F750A584CD47}"/>
              </a:ext>
            </a:extLst>
          </p:cNvPr>
          <p:cNvSpPr>
            <a:spLocks noGrp="1"/>
          </p:cNvSpPr>
          <p:nvPr>
            <p:ph type="body" sz="quarter" idx="23" hasCustomPrompt="1"/>
          </p:nvPr>
        </p:nvSpPr>
        <p:spPr>
          <a:xfrm>
            <a:off x="8318712"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3</a:t>
            </a:r>
            <a:endParaRPr lang="en-US" dirty="0"/>
          </a:p>
        </p:txBody>
      </p:sp>
      <p:sp>
        <p:nvSpPr>
          <p:cNvPr id="12" name="Bildplatzhalter 5">
            <a:extLst>
              <a:ext uri="{FF2B5EF4-FFF2-40B4-BE49-F238E27FC236}">
                <a16:creationId xmlns:a16="http://schemas.microsoft.com/office/drawing/2014/main" id="{A9BF99E2-F099-4BD6-8080-40827C91C321}"/>
              </a:ext>
            </a:extLst>
          </p:cNvPr>
          <p:cNvSpPr>
            <a:spLocks noGrp="1"/>
          </p:cNvSpPr>
          <p:nvPr>
            <p:ph type="pic" sz="quarter" idx="16"/>
          </p:nvPr>
        </p:nvSpPr>
        <p:spPr>
          <a:xfrm>
            <a:off x="9184640" y="3733800"/>
            <a:ext cx="3007360" cy="3124200"/>
          </a:xfrm>
          <a:solidFill>
            <a:schemeClr val="accent2">
              <a:lumMod val="20000"/>
              <a:lumOff val="80000"/>
            </a:schemeClr>
          </a:solidFill>
        </p:spPr>
        <p:txBody>
          <a:bodyPr/>
          <a:lstStyle/>
          <a:p>
            <a:endParaRPr lang="de-DE" dirty="0"/>
          </a:p>
        </p:txBody>
      </p:sp>
      <p:sp>
        <p:nvSpPr>
          <p:cNvPr id="17" name="Textplatzhalter 6">
            <a:extLst>
              <a:ext uri="{FF2B5EF4-FFF2-40B4-BE49-F238E27FC236}">
                <a16:creationId xmlns:a16="http://schemas.microsoft.com/office/drawing/2014/main" id="{CF308826-6824-4C9B-9041-059D7052D584}"/>
              </a:ext>
            </a:extLst>
          </p:cNvPr>
          <p:cNvSpPr>
            <a:spLocks noGrp="1"/>
          </p:cNvSpPr>
          <p:nvPr>
            <p:ph type="body" sz="quarter" idx="21" hasCustomPrompt="1"/>
          </p:nvPr>
        </p:nvSpPr>
        <p:spPr>
          <a:xfrm>
            <a:off x="11383645" y="6053138"/>
            <a:ext cx="808355" cy="800100"/>
          </a:xfrm>
        </p:spPr>
        <p:txBody>
          <a:bodyPr lIns="0" rIns="180000" bIns="360000"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4</a:t>
            </a:r>
            <a:endParaRPr lang="en-US" dirty="0"/>
          </a:p>
        </p:txBody>
      </p:sp>
      <p:pic>
        <p:nvPicPr>
          <p:cNvPr id="8" name="Grafik 7">
            <a:extLst>
              <a:ext uri="{FF2B5EF4-FFF2-40B4-BE49-F238E27FC236}">
                <a16:creationId xmlns:a16="http://schemas.microsoft.com/office/drawing/2014/main" id="{DF6BFEE9-F7EB-43C7-9F30-97F48E37289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41790404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5_nur Bild">
    <p:spTree>
      <p:nvGrpSpPr>
        <p:cNvPr id="1" name=""/>
        <p:cNvGrpSpPr/>
        <p:nvPr/>
      </p:nvGrpSpPr>
      <p:grpSpPr>
        <a:xfrm>
          <a:off x="0" y="0"/>
          <a:ext cx="0" cy="0"/>
          <a:chOff x="0" y="0"/>
          <a:chExt cx="0" cy="0"/>
        </a:xfrm>
      </p:grpSpPr>
      <p:sp>
        <p:nvSpPr>
          <p:cNvPr id="3" name="Bildplatzhalter 2">
            <a:extLst>
              <a:ext uri="{FF2B5EF4-FFF2-40B4-BE49-F238E27FC236}">
                <a16:creationId xmlns:a16="http://schemas.microsoft.com/office/drawing/2014/main" id="{007AA28B-E0BB-4588-9126-08A9723C34F7}"/>
              </a:ext>
            </a:extLst>
          </p:cNvPr>
          <p:cNvSpPr>
            <a:spLocks noGrp="1"/>
          </p:cNvSpPr>
          <p:nvPr>
            <p:ph type="pic" sz="quarter" idx="10"/>
          </p:nvPr>
        </p:nvSpPr>
        <p:spPr>
          <a:xfrm>
            <a:off x="0" y="0"/>
            <a:ext cx="12192000" cy="6858000"/>
          </a:xfrm>
          <a:solidFill>
            <a:schemeClr val="accent2">
              <a:lumMod val="20000"/>
              <a:lumOff val="80000"/>
            </a:schemeClr>
          </a:solidFill>
        </p:spPr>
        <p:txBody>
          <a:bodyPr/>
          <a:lstStyle/>
          <a:p>
            <a:endParaRPr lang="de-DE"/>
          </a:p>
        </p:txBody>
      </p:sp>
      <p:sp>
        <p:nvSpPr>
          <p:cNvPr id="5" name="Textplatzhalter 6">
            <a:extLst>
              <a:ext uri="{FF2B5EF4-FFF2-40B4-BE49-F238E27FC236}">
                <a16:creationId xmlns:a16="http://schemas.microsoft.com/office/drawing/2014/main" id="{40DD1341-867C-486E-884D-435F6D877CD2}"/>
              </a:ext>
            </a:extLst>
          </p:cNvPr>
          <p:cNvSpPr>
            <a:spLocks noGrp="1"/>
          </p:cNvSpPr>
          <p:nvPr>
            <p:ph type="body" sz="quarter" idx="19" hasCustomPrompt="1"/>
          </p:nvPr>
        </p:nvSpPr>
        <p:spPr>
          <a:xfrm>
            <a:off x="2476501" y="6057900"/>
            <a:ext cx="9105900" cy="435928"/>
          </a:xfrm>
        </p:spPr>
        <p:txBody>
          <a:bodyPr anchor="b" anchorCtr="0"/>
          <a:lstStyle>
            <a:lvl1pPr algn="r">
              <a:defRPr sz="1200" i="0">
                <a:solidFill>
                  <a:schemeClr val="tx2"/>
                </a:solidFill>
                <a:latin typeface="Noto Serif" panose="02020502060505020204" pitchFamily="18" charset="0"/>
                <a:ea typeface="Noto Serif" panose="02020502060505020204" pitchFamily="18" charset="0"/>
                <a:cs typeface="Noto Serif" panose="02020502060505020204" pitchFamily="18" charset="0"/>
              </a:defRPr>
            </a:lvl1pPr>
          </a:lstStyle>
          <a:p>
            <a:pPr lvl="0"/>
            <a:r>
              <a:rPr lang="de-DE" dirty="0"/>
              <a:t>Bildunterschrift und © Copyright</a:t>
            </a:r>
            <a:endParaRPr lang="en-US" dirty="0"/>
          </a:p>
        </p:txBody>
      </p:sp>
      <p:pic>
        <p:nvPicPr>
          <p:cNvPr id="4" name="Grafik 3">
            <a:extLst>
              <a:ext uri="{FF2B5EF4-FFF2-40B4-BE49-F238E27FC236}">
                <a16:creationId xmlns:a16="http://schemas.microsoft.com/office/drawing/2014/main" id="{49D899A4-C882-4DED-9C15-ACC467479FE2}"/>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15438196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image" Target="../media/image1.svg"/><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theme" Target="../theme/theme2.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image" Target="../media/image1.svg"/><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3.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6" name="Titelplatzhalter 25">
            <a:extLst>
              <a:ext uri="{FF2B5EF4-FFF2-40B4-BE49-F238E27FC236}">
                <a16:creationId xmlns:a16="http://schemas.microsoft.com/office/drawing/2014/main" id="{A5CE2D21-B81F-483B-9FE8-AF317984B749}"/>
              </a:ext>
            </a:extLst>
          </p:cNvPr>
          <p:cNvSpPr>
            <a:spLocks noGrp="1"/>
          </p:cNvSpPr>
          <p:nvPr>
            <p:ph type="title"/>
          </p:nvPr>
        </p:nvSpPr>
        <p:spPr>
          <a:xfrm>
            <a:off x="609600" y="404813"/>
            <a:ext cx="10972800" cy="647700"/>
          </a:xfrm>
          <a:prstGeom prst="rect">
            <a:avLst/>
          </a:prstGeom>
        </p:spPr>
        <p:txBody>
          <a:bodyPr vert="horz" lIns="0" tIns="10800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4C6FA640-4158-403C-98E2-E7FCEBC54000}"/>
              </a:ext>
            </a:extLst>
          </p:cNvPr>
          <p:cNvSpPr>
            <a:spLocks noGrp="1"/>
          </p:cNvSpPr>
          <p:nvPr>
            <p:ph type="body" idx="1"/>
          </p:nvPr>
        </p:nvSpPr>
        <p:spPr>
          <a:xfrm>
            <a:off x="609599" y="1736725"/>
            <a:ext cx="10972801" cy="4316835"/>
          </a:xfrm>
          <a:prstGeom prst="rect">
            <a:avLst/>
          </a:prstGeom>
        </p:spPr>
        <p:txBody>
          <a:bodyPr vert="horz" lIns="0" tIns="0" rIns="0" bIns="0" rtlCol="0">
            <a:noAutofit/>
          </a:bodyPr>
          <a:lstStyle/>
          <a:p>
            <a:pPr lvl="0"/>
            <a:r>
              <a:rPr lang="de-DE" dirty="0"/>
              <a:t>Mastertextformat bearbeiten 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pic>
        <p:nvPicPr>
          <p:cNvPr id="17" name="Grafik 16">
            <a:extLst>
              <a:ext uri="{FF2B5EF4-FFF2-40B4-BE49-F238E27FC236}">
                <a16:creationId xmlns:a16="http://schemas.microsoft.com/office/drawing/2014/main" id="{FF0A8DA4-796C-4D83-A511-7E33ECC195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609600" y="6288480"/>
            <a:ext cx="514349" cy="164708"/>
          </a:xfrm>
          <a:prstGeom prst="rect">
            <a:avLst/>
          </a:prstGeom>
        </p:spPr>
      </p:pic>
      <p:sp>
        <p:nvSpPr>
          <p:cNvPr id="5" name="Textfeld 4">
            <a:extLst>
              <a:ext uri="{FF2B5EF4-FFF2-40B4-BE49-F238E27FC236}">
                <a16:creationId xmlns:a16="http://schemas.microsoft.com/office/drawing/2014/main" id="{F5E54477-AC5B-4EB3-AE9F-0854A752BD2F}"/>
              </a:ext>
            </a:extLst>
          </p:cNvPr>
          <p:cNvSpPr txBox="1"/>
          <p:nvPr userDrawn="1"/>
        </p:nvSpPr>
        <p:spPr>
          <a:xfrm>
            <a:off x="1558925" y="6308279"/>
            <a:ext cx="7237413" cy="184666"/>
          </a:xfrm>
          <a:prstGeom prst="rect">
            <a:avLst/>
          </a:prstGeom>
          <a:noFill/>
        </p:spPr>
        <p:txBody>
          <a:bodyPr wrap="square" lIns="0" tIns="0" rIns="0" bIns="0" rtlCol="0">
            <a:spAutoFit/>
          </a:bodyPr>
          <a:lstStyle/>
          <a:p>
            <a:r>
              <a:rPr lang="de-DE" sz="1200" kern="1200" dirty="0">
                <a:solidFill>
                  <a:srgbClr val="00008C"/>
                </a:solidFill>
                <a:latin typeface="+mn-lt"/>
                <a:ea typeface="+mn-ea"/>
                <a:cs typeface="+mn-cs"/>
              </a:rPr>
              <a:t>OSAT SS2026 • Teilthema Ihrer Gruppe • Seite </a:t>
            </a:r>
            <a:fld id="{BB345A75-B580-4544-AA90-56924E4BB115}" type="slidenum">
              <a:rPr lang="de-DE" sz="1200" kern="1200" smtClean="0">
                <a:solidFill>
                  <a:srgbClr val="00008C"/>
                </a:solidFill>
                <a:latin typeface="+mn-lt"/>
                <a:ea typeface="+mn-ea"/>
                <a:cs typeface="+mn-cs"/>
              </a:rPr>
              <a:t>‹#›</a:t>
            </a:fld>
            <a:endParaRPr lang="en-US" sz="1200" kern="1200" dirty="0">
              <a:solidFill>
                <a:srgbClr val="00008C"/>
              </a:solidFill>
              <a:latin typeface="+mn-lt"/>
              <a:ea typeface="+mn-ea"/>
              <a:cs typeface="+mn-cs"/>
            </a:endParaRPr>
          </a:p>
        </p:txBody>
      </p:sp>
    </p:spTree>
    <p:extLst>
      <p:ext uri="{BB962C8B-B14F-4D97-AF65-F5344CB8AC3E}">
        <p14:creationId xmlns:p14="http://schemas.microsoft.com/office/powerpoint/2010/main" val="1712152019"/>
      </p:ext>
    </p:extLst>
  </p:cSld>
  <p:clrMap bg1="lt1" tx1="dk1" bg2="lt2" tx2="dk2" accent1="accent1" accent2="accent2" accent3="accent3" accent4="accent4" accent5="accent5" accent6="accent6" hlink="hlink" folHlink="folHlink"/>
  <p:sldLayoutIdLst>
    <p:sldLayoutId id="2147483649" r:id="rId1"/>
    <p:sldLayoutId id="2147483705" r:id="rId2"/>
    <p:sldLayoutId id="2147483706" r:id="rId3"/>
    <p:sldLayoutId id="2147483776" r:id="rId4"/>
    <p:sldLayoutId id="2147483769" r:id="rId5"/>
    <p:sldLayoutId id="2147483778" r:id="rId6"/>
    <p:sldLayoutId id="2147483650" r:id="rId7"/>
    <p:sldLayoutId id="2147483710" r:id="rId8"/>
    <p:sldLayoutId id="2147483709" r:id="rId9"/>
    <p:sldLayoutId id="2147483652" r:id="rId10"/>
    <p:sldLayoutId id="2147483779" r:id="rId11"/>
    <p:sldLayoutId id="2147483656" r:id="rId12"/>
    <p:sldLayoutId id="2147483665" r:id="rId13"/>
    <p:sldLayoutId id="2147483657" r:id="rId14"/>
    <p:sldLayoutId id="2147483666" r:id="rId15"/>
    <p:sldLayoutId id="2147483654" r:id="rId16"/>
    <p:sldLayoutId id="2147483655" r:id="rId17"/>
    <p:sldLayoutId id="2147483694" r:id="rId18"/>
    <p:sldLayoutId id="2147483695" r:id="rId19"/>
    <p:sldLayoutId id="2147483696" r:id="rId20"/>
    <p:sldLayoutId id="2147483777" r:id="rId21"/>
    <p:sldLayoutId id="2147483771" r:id="rId22"/>
    <p:sldLayoutId id="2147483772" r:id="rId23"/>
    <p:sldLayoutId id="2147483773" r:id="rId24"/>
    <p:sldLayoutId id="2147483775" r:id="rId25"/>
    <p:sldLayoutId id="2147483774" r:id="rId26"/>
    <p:sldLayoutId id="2147483780" r:id="rId27"/>
  </p:sldLayoutIdLst>
  <p:hf sldNum="0" hdr="0" ftr="0" dt="0"/>
  <p:txStyles>
    <p:titleStyle>
      <a:lvl1pPr algn="l" defTabSz="914400"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233363" indent="-173038"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457200"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690563"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342900" indent="-342900" algn="l" defTabSz="914400" rtl="0" eaLnBrk="1" latinLnBrk="0" hangingPunct="1">
        <a:lnSpc>
          <a:spcPct val="100000"/>
        </a:lnSpc>
        <a:spcBef>
          <a:spcPts val="1200"/>
        </a:spcBef>
        <a:buFont typeface="Open Sans" panose="020B0606030504020204" pitchFamily="34" charset="0"/>
        <a:buChar char="—"/>
        <a:defRPr sz="2000" kern="1200">
          <a:solidFill>
            <a:schemeClr val="tx1"/>
          </a:solidFill>
          <a:latin typeface="+mn-lt"/>
          <a:ea typeface="+mn-ea"/>
          <a:cs typeface="+mn-cs"/>
        </a:defRPr>
      </a:lvl6pPr>
      <a:lvl7pPr marL="514350" indent="-171450" algn="l" defTabSz="914400" rtl="0" eaLnBrk="1" latinLnBrk="0" hangingPunct="1">
        <a:lnSpc>
          <a:spcPct val="100000"/>
        </a:lnSpc>
        <a:spcBef>
          <a:spcPts val="500"/>
        </a:spcBef>
        <a:buFont typeface="Symbol" panose="05050102010706020507" pitchFamily="18" charset="2"/>
        <a:buChar char="-"/>
        <a:defRPr sz="1600" kern="1200">
          <a:solidFill>
            <a:schemeClr val="tx1"/>
          </a:solidFill>
          <a:latin typeface="+mn-lt"/>
          <a:ea typeface="+mn-ea"/>
          <a:cs typeface="+mn-cs"/>
        </a:defRPr>
      </a:lvl7pPr>
      <a:lvl8pPr marL="685800" indent="-114300" algn="l" defTabSz="914400" rtl="0" eaLnBrk="1" latinLnBrk="0" hangingPunct="1">
        <a:lnSpc>
          <a:spcPct val="100000"/>
        </a:lnSpc>
        <a:spcBef>
          <a:spcPts val="500"/>
        </a:spcBef>
        <a:buFont typeface="Open Sans" panose="020B0606030504020204" pitchFamily="34" charset="0"/>
        <a:buChar char="­"/>
        <a:defRPr sz="1600" kern="1200">
          <a:solidFill>
            <a:schemeClr val="tx1"/>
          </a:solidFill>
          <a:latin typeface="+mn-lt"/>
          <a:ea typeface="+mn-ea"/>
          <a:cs typeface="+mn-cs"/>
        </a:defRPr>
      </a:lvl8pPr>
      <a:lvl9pPr marL="800100" indent="-1143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3" pos="384" userDrawn="1">
          <p15:clr>
            <a:srgbClr val="F26B43"/>
          </p15:clr>
        </p15:guide>
        <p15:guide id="4" pos="7296" userDrawn="1">
          <p15:clr>
            <a:srgbClr val="F26B43"/>
          </p15:clr>
        </p15:guide>
        <p15:guide id="5" pos="846" userDrawn="1">
          <p15:clr>
            <a:srgbClr val="F26B43"/>
          </p15:clr>
        </p15:guide>
        <p15:guide id="6" pos="982" userDrawn="1">
          <p15:clr>
            <a:srgbClr val="F26B43"/>
          </p15:clr>
        </p15:guide>
        <p15:guide id="7" pos="1436" userDrawn="1">
          <p15:clr>
            <a:srgbClr val="F26B43"/>
          </p15:clr>
        </p15:guide>
        <p15:guide id="8" pos="1560" userDrawn="1">
          <p15:clr>
            <a:srgbClr val="F26B43"/>
          </p15:clr>
        </p15:guide>
        <p15:guide id="9" pos="2026" userDrawn="1">
          <p15:clr>
            <a:srgbClr val="F26B43"/>
          </p15:clr>
        </p15:guide>
        <p15:guide id="10" pos="2139" userDrawn="1">
          <p15:clr>
            <a:srgbClr val="F26B43"/>
          </p15:clr>
        </p15:guide>
        <p15:guide id="11" pos="2593" userDrawn="1">
          <p15:clr>
            <a:srgbClr val="F26B43"/>
          </p15:clr>
        </p15:guide>
        <p15:guide id="12" pos="2736" userDrawn="1">
          <p15:clr>
            <a:srgbClr val="F26B43"/>
          </p15:clr>
        </p15:guide>
        <p15:guide id="13" pos="3182" userDrawn="1">
          <p15:clr>
            <a:srgbClr val="F26B43"/>
          </p15:clr>
        </p15:guide>
        <p15:guide id="14" pos="3318" userDrawn="1">
          <p15:clr>
            <a:srgbClr val="F26B43"/>
          </p15:clr>
        </p15:guide>
        <p15:guide id="15" pos="3772" userDrawn="1">
          <p15:clr>
            <a:srgbClr val="F26B43"/>
          </p15:clr>
        </p15:guide>
        <p15:guide id="16" pos="3908" userDrawn="1">
          <p15:clr>
            <a:srgbClr val="F26B43"/>
          </p15:clr>
        </p15:guide>
        <p15:guide id="17" pos="4362" userDrawn="1">
          <p15:clr>
            <a:srgbClr val="F26B43"/>
          </p15:clr>
        </p15:guide>
        <p15:guide id="18" pos="4498" userDrawn="1">
          <p15:clr>
            <a:srgbClr val="F26B43"/>
          </p15:clr>
        </p15:guide>
        <p15:guide id="19" pos="4951" userDrawn="1">
          <p15:clr>
            <a:srgbClr val="F26B43"/>
          </p15:clr>
        </p15:guide>
        <p15:guide id="20" pos="5087" userDrawn="1">
          <p15:clr>
            <a:srgbClr val="F26B43"/>
          </p15:clr>
        </p15:guide>
        <p15:guide id="21" pos="5541" userDrawn="1">
          <p15:clr>
            <a:srgbClr val="F26B43"/>
          </p15:clr>
        </p15:guide>
        <p15:guide id="22" pos="5654" userDrawn="1">
          <p15:clr>
            <a:srgbClr val="F26B43"/>
          </p15:clr>
        </p15:guide>
        <p15:guide id="23" pos="6120" userDrawn="1">
          <p15:clr>
            <a:srgbClr val="F26B43"/>
          </p15:clr>
        </p15:guide>
        <p15:guide id="24" pos="6244" userDrawn="1">
          <p15:clr>
            <a:srgbClr val="F26B43"/>
          </p15:clr>
        </p15:guide>
        <p15:guide id="25" pos="6698" userDrawn="1">
          <p15:clr>
            <a:srgbClr val="F26B43"/>
          </p15:clr>
        </p15:guide>
        <p15:guide id="26" pos="6834" userDrawn="1">
          <p15:clr>
            <a:srgbClr val="F26B43"/>
          </p15:clr>
        </p15:guide>
        <p15:guide id="27" orient="horz" pos="2160" userDrawn="1">
          <p15:clr>
            <a:srgbClr val="F26B43"/>
          </p15:clr>
        </p15:guide>
        <p15:guide id="28" orient="horz" pos="4065" userDrawn="1">
          <p15:clr>
            <a:srgbClr val="F26B43"/>
          </p15:clr>
        </p15:guide>
        <p15:guide id="29" orient="horz" pos="3816" userDrawn="1">
          <p15:clr>
            <a:srgbClr val="F26B43"/>
          </p15:clr>
        </p15:guide>
        <p15:guide id="30" orient="horz" pos="663" userDrawn="1">
          <p15:clr>
            <a:srgbClr val="F26B43"/>
          </p15:clr>
        </p15:guide>
        <p15:guide id="31" orient="horz" pos="550" userDrawn="1">
          <p15:clr>
            <a:srgbClr val="F26B43"/>
          </p15:clr>
        </p15:guide>
        <p15:guide id="32" orient="horz" pos="2341" userDrawn="1">
          <p15:clr>
            <a:srgbClr val="F26B43"/>
          </p15:clr>
        </p15:guide>
        <p15:guide id="34" orient="horz" pos="3680" userDrawn="1">
          <p15:clr>
            <a:srgbClr val="F26B43"/>
          </p15:clr>
        </p15:guide>
        <p15:guide id="35" orient="horz" pos="1094" userDrawn="1">
          <p15:clr>
            <a:srgbClr val="F26B43"/>
          </p15:clr>
        </p15:guide>
        <p15:guide id="36" orient="horz" pos="3543" userDrawn="1">
          <p15:clr>
            <a:srgbClr val="F26B43"/>
          </p15:clr>
        </p15:guide>
        <p15:guide id="37" orient="horz" pos="19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6" name="Titelplatzhalter 25">
            <a:extLst>
              <a:ext uri="{FF2B5EF4-FFF2-40B4-BE49-F238E27FC236}">
                <a16:creationId xmlns:a16="http://schemas.microsoft.com/office/drawing/2014/main" id="{A5CE2D21-B81F-483B-9FE8-AF317984B749}"/>
              </a:ext>
            </a:extLst>
          </p:cNvPr>
          <p:cNvSpPr>
            <a:spLocks noGrp="1"/>
          </p:cNvSpPr>
          <p:nvPr>
            <p:ph type="title"/>
          </p:nvPr>
        </p:nvSpPr>
        <p:spPr>
          <a:xfrm>
            <a:off x="609600" y="404813"/>
            <a:ext cx="10972800" cy="647700"/>
          </a:xfrm>
          <a:prstGeom prst="rect">
            <a:avLst/>
          </a:prstGeom>
        </p:spPr>
        <p:txBody>
          <a:bodyPr vert="horz" lIns="0" tIns="10800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4C6FA640-4158-403C-98E2-E7FCEBC54000}"/>
              </a:ext>
            </a:extLst>
          </p:cNvPr>
          <p:cNvSpPr>
            <a:spLocks noGrp="1"/>
          </p:cNvSpPr>
          <p:nvPr>
            <p:ph type="body" idx="1"/>
          </p:nvPr>
        </p:nvSpPr>
        <p:spPr>
          <a:xfrm>
            <a:off x="609599" y="1736725"/>
            <a:ext cx="10972801" cy="4316835"/>
          </a:xfrm>
          <a:prstGeom prst="rect">
            <a:avLst/>
          </a:prstGeom>
        </p:spPr>
        <p:txBody>
          <a:bodyPr vert="horz" lIns="0" tIns="0" rIns="0" bIns="0" rtlCol="0">
            <a:noAutofit/>
          </a:bodyPr>
          <a:lstStyle/>
          <a:p>
            <a:pPr lvl="0"/>
            <a:r>
              <a:rPr lang="de-DE" dirty="0"/>
              <a:t>Mastertextformat bearbeiten 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pic>
        <p:nvPicPr>
          <p:cNvPr id="17" name="Grafik 16">
            <a:extLst>
              <a:ext uri="{FF2B5EF4-FFF2-40B4-BE49-F238E27FC236}">
                <a16:creationId xmlns:a16="http://schemas.microsoft.com/office/drawing/2014/main" id="{FF0A8DA4-796C-4D83-A511-7E33ECC195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4070313116"/>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7" r:id="rId8"/>
    <p:sldLayoutId id="2147483768" r:id="rId9"/>
    <p:sldLayoutId id="2147483770" r:id="rId10"/>
  </p:sldLayoutIdLst>
  <p:hf sldNum="0" hdr="0" ftr="0" dt="0"/>
  <p:txStyles>
    <p:titleStyle>
      <a:lvl1pPr algn="l" defTabSz="914400"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233363" indent="-173038"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457200"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690563"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342900" indent="-342900" algn="l" defTabSz="914400" rtl="0" eaLnBrk="1" latinLnBrk="0" hangingPunct="1">
        <a:lnSpc>
          <a:spcPct val="100000"/>
        </a:lnSpc>
        <a:spcBef>
          <a:spcPts val="1200"/>
        </a:spcBef>
        <a:buFont typeface="Open Sans" panose="020B0606030504020204" pitchFamily="34" charset="0"/>
        <a:buChar char="—"/>
        <a:defRPr sz="2000" kern="1200">
          <a:solidFill>
            <a:schemeClr val="tx1"/>
          </a:solidFill>
          <a:latin typeface="+mn-lt"/>
          <a:ea typeface="+mn-ea"/>
          <a:cs typeface="+mn-cs"/>
        </a:defRPr>
      </a:lvl6pPr>
      <a:lvl7pPr marL="514350" indent="-171450" algn="l" defTabSz="914400" rtl="0" eaLnBrk="1" latinLnBrk="0" hangingPunct="1">
        <a:lnSpc>
          <a:spcPct val="100000"/>
        </a:lnSpc>
        <a:spcBef>
          <a:spcPts val="500"/>
        </a:spcBef>
        <a:buFont typeface="Symbol" panose="05050102010706020507" pitchFamily="18" charset="2"/>
        <a:buChar char="-"/>
        <a:defRPr sz="1600" kern="1200">
          <a:solidFill>
            <a:schemeClr val="tx1"/>
          </a:solidFill>
          <a:latin typeface="+mn-lt"/>
          <a:ea typeface="+mn-ea"/>
          <a:cs typeface="+mn-cs"/>
        </a:defRPr>
      </a:lvl7pPr>
      <a:lvl8pPr marL="685800" indent="-114300" algn="l" defTabSz="914400" rtl="0" eaLnBrk="1" latinLnBrk="0" hangingPunct="1">
        <a:lnSpc>
          <a:spcPct val="100000"/>
        </a:lnSpc>
        <a:spcBef>
          <a:spcPts val="500"/>
        </a:spcBef>
        <a:buFont typeface="Open Sans" panose="020B0606030504020204" pitchFamily="34" charset="0"/>
        <a:buChar char="­"/>
        <a:defRPr sz="1600" kern="1200">
          <a:solidFill>
            <a:schemeClr val="tx1"/>
          </a:solidFill>
          <a:latin typeface="+mn-lt"/>
          <a:ea typeface="+mn-ea"/>
          <a:cs typeface="+mn-cs"/>
        </a:defRPr>
      </a:lvl8pPr>
      <a:lvl9pPr marL="800100" indent="-1143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3" pos="384" userDrawn="1">
          <p15:clr>
            <a:srgbClr val="F26B43"/>
          </p15:clr>
        </p15:guide>
        <p15:guide id="4" pos="7296" userDrawn="1">
          <p15:clr>
            <a:srgbClr val="F26B43"/>
          </p15:clr>
        </p15:guide>
        <p15:guide id="5" pos="846" userDrawn="1">
          <p15:clr>
            <a:srgbClr val="F26B43"/>
          </p15:clr>
        </p15:guide>
        <p15:guide id="6" pos="982" userDrawn="1">
          <p15:clr>
            <a:srgbClr val="F26B43"/>
          </p15:clr>
        </p15:guide>
        <p15:guide id="7" pos="1436" userDrawn="1">
          <p15:clr>
            <a:srgbClr val="F26B43"/>
          </p15:clr>
        </p15:guide>
        <p15:guide id="8" pos="1560" userDrawn="1">
          <p15:clr>
            <a:srgbClr val="F26B43"/>
          </p15:clr>
        </p15:guide>
        <p15:guide id="9" pos="2026" userDrawn="1">
          <p15:clr>
            <a:srgbClr val="F26B43"/>
          </p15:clr>
        </p15:guide>
        <p15:guide id="10" pos="2139" userDrawn="1">
          <p15:clr>
            <a:srgbClr val="F26B43"/>
          </p15:clr>
        </p15:guide>
        <p15:guide id="11" pos="2593" userDrawn="1">
          <p15:clr>
            <a:srgbClr val="F26B43"/>
          </p15:clr>
        </p15:guide>
        <p15:guide id="12" pos="2736" userDrawn="1">
          <p15:clr>
            <a:srgbClr val="F26B43"/>
          </p15:clr>
        </p15:guide>
        <p15:guide id="13" pos="3182" userDrawn="1">
          <p15:clr>
            <a:srgbClr val="F26B43"/>
          </p15:clr>
        </p15:guide>
        <p15:guide id="14" pos="3318" userDrawn="1">
          <p15:clr>
            <a:srgbClr val="F26B43"/>
          </p15:clr>
        </p15:guide>
        <p15:guide id="15" pos="3772" userDrawn="1">
          <p15:clr>
            <a:srgbClr val="F26B43"/>
          </p15:clr>
        </p15:guide>
        <p15:guide id="16" pos="3908" userDrawn="1">
          <p15:clr>
            <a:srgbClr val="F26B43"/>
          </p15:clr>
        </p15:guide>
        <p15:guide id="17" pos="4362" userDrawn="1">
          <p15:clr>
            <a:srgbClr val="F26B43"/>
          </p15:clr>
        </p15:guide>
        <p15:guide id="18" pos="4498" userDrawn="1">
          <p15:clr>
            <a:srgbClr val="F26B43"/>
          </p15:clr>
        </p15:guide>
        <p15:guide id="19" pos="4951" userDrawn="1">
          <p15:clr>
            <a:srgbClr val="F26B43"/>
          </p15:clr>
        </p15:guide>
        <p15:guide id="20" pos="5087" userDrawn="1">
          <p15:clr>
            <a:srgbClr val="F26B43"/>
          </p15:clr>
        </p15:guide>
        <p15:guide id="21" pos="5541" userDrawn="1">
          <p15:clr>
            <a:srgbClr val="F26B43"/>
          </p15:clr>
        </p15:guide>
        <p15:guide id="22" pos="5654" userDrawn="1">
          <p15:clr>
            <a:srgbClr val="F26B43"/>
          </p15:clr>
        </p15:guide>
        <p15:guide id="23" pos="6120" userDrawn="1">
          <p15:clr>
            <a:srgbClr val="F26B43"/>
          </p15:clr>
        </p15:guide>
        <p15:guide id="24" pos="6244" userDrawn="1">
          <p15:clr>
            <a:srgbClr val="F26B43"/>
          </p15:clr>
        </p15:guide>
        <p15:guide id="25" pos="6698" userDrawn="1">
          <p15:clr>
            <a:srgbClr val="F26B43"/>
          </p15:clr>
        </p15:guide>
        <p15:guide id="26" pos="6834" userDrawn="1">
          <p15:clr>
            <a:srgbClr val="F26B43"/>
          </p15:clr>
        </p15:guide>
        <p15:guide id="27" orient="horz" pos="2160" userDrawn="1">
          <p15:clr>
            <a:srgbClr val="F26B43"/>
          </p15:clr>
        </p15:guide>
        <p15:guide id="28" orient="horz" pos="4065" userDrawn="1">
          <p15:clr>
            <a:srgbClr val="F26B43"/>
          </p15:clr>
        </p15:guide>
        <p15:guide id="29" orient="horz" pos="3816" userDrawn="1">
          <p15:clr>
            <a:srgbClr val="F26B43"/>
          </p15:clr>
        </p15:guide>
        <p15:guide id="30" orient="horz" pos="663" userDrawn="1">
          <p15:clr>
            <a:srgbClr val="F26B43"/>
          </p15:clr>
        </p15:guide>
        <p15:guide id="31" orient="horz" pos="550" userDrawn="1">
          <p15:clr>
            <a:srgbClr val="F26B43"/>
          </p15:clr>
        </p15:guide>
        <p15:guide id="32" orient="horz" pos="2341" userDrawn="1">
          <p15:clr>
            <a:srgbClr val="F26B43"/>
          </p15:clr>
        </p15:guide>
        <p15:guide id="33" orient="horz" pos="1888" userDrawn="1">
          <p15:clr>
            <a:srgbClr val="F26B43"/>
          </p15:clr>
        </p15:guide>
        <p15:guide id="34" orient="horz" pos="3680" userDrawn="1">
          <p15:clr>
            <a:srgbClr val="F26B43"/>
          </p15:clr>
        </p15:guide>
        <p15:guide id="35" orient="horz" pos="109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6" name="Titelplatzhalter 25">
            <a:extLst>
              <a:ext uri="{FF2B5EF4-FFF2-40B4-BE49-F238E27FC236}">
                <a16:creationId xmlns:a16="http://schemas.microsoft.com/office/drawing/2014/main" id="{A5CE2D21-B81F-483B-9FE8-AF317984B749}"/>
              </a:ext>
            </a:extLst>
          </p:cNvPr>
          <p:cNvSpPr>
            <a:spLocks noGrp="1"/>
          </p:cNvSpPr>
          <p:nvPr>
            <p:ph type="title"/>
          </p:nvPr>
        </p:nvSpPr>
        <p:spPr>
          <a:xfrm>
            <a:off x="609600" y="404813"/>
            <a:ext cx="10972800" cy="647700"/>
          </a:xfrm>
          <a:prstGeom prst="rect">
            <a:avLst/>
          </a:prstGeom>
        </p:spPr>
        <p:txBody>
          <a:bodyPr vert="horz" lIns="0" tIns="108000" rIns="0" bIns="0" rtlCol="0" anchor="t">
            <a:noAutofit/>
          </a:bodyPr>
          <a:lstStyle/>
          <a:p>
            <a:r>
              <a:rPr lang="de-DE" dirty="0"/>
              <a:t>Mastertitelformat bearbeiten</a:t>
            </a:r>
          </a:p>
        </p:txBody>
      </p:sp>
      <p:sp>
        <p:nvSpPr>
          <p:cNvPr id="3" name="Textplatzhalter 2">
            <a:extLst>
              <a:ext uri="{FF2B5EF4-FFF2-40B4-BE49-F238E27FC236}">
                <a16:creationId xmlns:a16="http://schemas.microsoft.com/office/drawing/2014/main" id="{4C6FA640-4158-403C-98E2-E7FCEBC54000}"/>
              </a:ext>
            </a:extLst>
          </p:cNvPr>
          <p:cNvSpPr>
            <a:spLocks noGrp="1"/>
          </p:cNvSpPr>
          <p:nvPr>
            <p:ph type="body" idx="1"/>
          </p:nvPr>
        </p:nvSpPr>
        <p:spPr>
          <a:xfrm>
            <a:off x="609599" y="1736725"/>
            <a:ext cx="10972801" cy="4316835"/>
          </a:xfrm>
          <a:prstGeom prst="rect">
            <a:avLst/>
          </a:prstGeom>
        </p:spPr>
        <p:txBody>
          <a:bodyPr vert="horz" lIns="0" tIns="0" rIns="0" bIns="0" rtlCol="0">
            <a:noAutofit/>
          </a:bodyPr>
          <a:lstStyle/>
          <a:p>
            <a:pPr lvl="0"/>
            <a:r>
              <a:rPr lang="de-DE" dirty="0"/>
              <a:t>Mastertextformat bearbeiten erste Ebene</a:t>
            </a:r>
          </a:p>
          <a:p>
            <a:pPr lvl="1"/>
            <a:r>
              <a:rPr lang="de-DE" dirty="0"/>
              <a:t>Zweite Ebene</a:t>
            </a:r>
          </a:p>
          <a:p>
            <a:pPr lvl="2"/>
            <a:r>
              <a:rPr lang="de-DE" dirty="0"/>
              <a:t>Dritte Ebene</a:t>
            </a:r>
          </a:p>
          <a:p>
            <a:pPr lvl="3"/>
            <a:r>
              <a:rPr lang="de-DE" dirty="0"/>
              <a:t>Vierte Ebene</a:t>
            </a:r>
          </a:p>
          <a:p>
            <a:pPr lvl="4"/>
            <a:r>
              <a:rPr lang="de-DE" dirty="0"/>
              <a:t>Fünfte Ebene</a:t>
            </a:r>
          </a:p>
          <a:p>
            <a:pPr lvl="5"/>
            <a:r>
              <a:rPr lang="de-DE" dirty="0"/>
              <a:t>Sechste Ebene</a:t>
            </a:r>
          </a:p>
          <a:p>
            <a:pPr lvl="6"/>
            <a:r>
              <a:rPr lang="de-DE" dirty="0"/>
              <a:t>Siebte Ebene</a:t>
            </a:r>
          </a:p>
          <a:p>
            <a:pPr lvl="7"/>
            <a:r>
              <a:rPr lang="de-DE" dirty="0"/>
              <a:t>Achte Ebene</a:t>
            </a:r>
          </a:p>
          <a:p>
            <a:pPr lvl="8"/>
            <a:r>
              <a:rPr lang="de-DE" dirty="0"/>
              <a:t>Neunte Ebene</a:t>
            </a:r>
          </a:p>
        </p:txBody>
      </p:sp>
      <p:pic>
        <p:nvPicPr>
          <p:cNvPr id="17" name="Grafik 16">
            <a:extLst>
              <a:ext uri="{FF2B5EF4-FFF2-40B4-BE49-F238E27FC236}">
                <a16:creationId xmlns:a16="http://schemas.microsoft.com/office/drawing/2014/main" id="{FF0A8DA4-796C-4D83-A511-7E33ECC19533}"/>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609600" y="6288480"/>
            <a:ext cx="514349" cy="164708"/>
          </a:xfrm>
          <a:prstGeom prst="rect">
            <a:avLst/>
          </a:prstGeom>
        </p:spPr>
      </p:pic>
    </p:spTree>
    <p:extLst>
      <p:ext uri="{BB962C8B-B14F-4D97-AF65-F5344CB8AC3E}">
        <p14:creationId xmlns:p14="http://schemas.microsoft.com/office/powerpoint/2010/main" val="531252304"/>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6" r:id="rId11"/>
  </p:sldLayoutIdLst>
  <p:hf sldNum="0" hdr="0" ftr="0" dt="0"/>
  <p:txStyles>
    <p:titleStyle>
      <a:lvl1pPr algn="l" defTabSz="914400" rtl="0" eaLnBrk="1" latinLnBrk="0" hangingPunct="1">
        <a:lnSpc>
          <a:spcPct val="90000"/>
        </a:lnSpc>
        <a:spcBef>
          <a:spcPct val="0"/>
        </a:spcBef>
        <a:buNone/>
        <a:defRPr sz="3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000" b="0" kern="1200">
          <a:solidFill>
            <a:schemeClr val="tx1"/>
          </a:solidFill>
          <a:latin typeface="+mn-lt"/>
          <a:ea typeface="+mn-ea"/>
          <a:cs typeface="+mn-cs"/>
        </a:defRPr>
      </a:lvl1pPr>
      <a:lvl2pPr marL="0" indent="0" algn="l" defTabSz="914400" rtl="0" eaLnBrk="1" latinLnBrk="0" hangingPunct="1">
        <a:lnSpc>
          <a:spcPct val="100000"/>
        </a:lnSpc>
        <a:spcBef>
          <a:spcPts val="1200"/>
        </a:spcBef>
        <a:buFont typeface="Arial" panose="020B0604020202020204" pitchFamily="34" charset="0"/>
        <a:buNone/>
        <a:defRPr sz="2000" kern="1200">
          <a:solidFill>
            <a:schemeClr val="tx1"/>
          </a:solidFill>
          <a:latin typeface="+mn-lt"/>
          <a:ea typeface="+mn-ea"/>
          <a:cs typeface="+mn-cs"/>
        </a:defRPr>
      </a:lvl2pPr>
      <a:lvl3pPr marL="233363" indent="-173038"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457200"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690563" indent="-173038"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342900" indent="-342900" algn="l" defTabSz="914400" rtl="0" eaLnBrk="1" latinLnBrk="0" hangingPunct="1">
        <a:lnSpc>
          <a:spcPct val="100000"/>
        </a:lnSpc>
        <a:spcBef>
          <a:spcPts val="1200"/>
        </a:spcBef>
        <a:buFont typeface="Open Sans" panose="020B0606030504020204" pitchFamily="34" charset="0"/>
        <a:buChar char="—"/>
        <a:defRPr sz="2000" kern="1200">
          <a:solidFill>
            <a:schemeClr val="tx1"/>
          </a:solidFill>
          <a:latin typeface="+mn-lt"/>
          <a:ea typeface="+mn-ea"/>
          <a:cs typeface="+mn-cs"/>
        </a:defRPr>
      </a:lvl6pPr>
      <a:lvl7pPr marL="514350" indent="-171450" algn="l" defTabSz="914400" rtl="0" eaLnBrk="1" latinLnBrk="0" hangingPunct="1">
        <a:lnSpc>
          <a:spcPct val="100000"/>
        </a:lnSpc>
        <a:spcBef>
          <a:spcPts val="500"/>
        </a:spcBef>
        <a:buFont typeface="Symbol" panose="05050102010706020507" pitchFamily="18" charset="2"/>
        <a:buChar char="-"/>
        <a:defRPr sz="1600" kern="1200">
          <a:solidFill>
            <a:schemeClr val="tx1"/>
          </a:solidFill>
          <a:latin typeface="+mn-lt"/>
          <a:ea typeface="+mn-ea"/>
          <a:cs typeface="+mn-cs"/>
        </a:defRPr>
      </a:lvl7pPr>
      <a:lvl8pPr marL="685800" indent="-114300" algn="l" defTabSz="914400" rtl="0" eaLnBrk="1" latinLnBrk="0" hangingPunct="1">
        <a:lnSpc>
          <a:spcPct val="100000"/>
        </a:lnSpc>
        <a:spcBef>
          <a:spcPts val="500"/>
        </a:spcBef>
        <a:buFont typeface="Open Sans" panose="020B0606030504020204" pitchFamily="34" charset="0"/>
        <a:buChar char="­"/>
        <a:defRPr sz="1600" kern="1200">
          <a:solidFill>
            <a:schemeClr val="tx1"/>
          </a:solidFill>
          <a:latin typeface="+mn-lt"/>
          <a:ea typeface="+mn-ea"/>
          <a:cs typeface="+mn-cs"/>
        </a:defRPr>
      </a:lvl8pPr>
      <a:lvl9pPr marL="800100" indent="-1143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5" userDrawn="1">
          <p15:clr>
            <a:srgbClr val="F26B43"/>
          </p15:clr>
        </p15:guide>
        <p15:guide id="3" pos="384" userDrawn="1">
          <p15:clr>
            <a:srgbClr val="F26B43"/>
          </p15:clr>
        </p15:guide>
        <p15:guide id="4" pos="7296" userDrawn="1">
          <p15:clr>
            <a:srgbClr val="F26B43"/>
          </p15:clr>
        </p15:guide>
        <p15:guide id="5" pos="846" userDrawn="1">
          <p15:clr>
            <a:srgbClr val="F26B43"/>
          </p15:clr>
        </p15:guide>
        <p15:guide id="6" pos="982" userDrawn="1">
          <p15:clr>
            <a:srgbClr val="F26B43"/>
          </p15:clr>
        </p15:guide>
        <p15:guide id="7" pos="1436" userDrawn="1">
          <p15:clr>
            <a:srgbClr val="F26B43"/>
          </p15:clr>
        </p15:guide>
        <p15:guide id="8" pos="1560" userDrawn="1">
          <p15:clr>
            <a:srgbClr val="F26B43"/>
          </p15:clr>
        </p15:guide>
        <p15:guide id="9" pos="2026" userDrawn="1">
          <p15:clr>
            <a:srgbClr val="F26B43"/>
          </p15:clr>
        </p15:guide>
        <p15:guide id="10" pos="2139" userDrawn="1">
          <p15:clr>
            <a:srgbClr val="F26B43"/>
          </p15:clr>
        </p15:guide>
        <p15:guide id="11" pos="2593" userDrawn="1">
          <p15:clr>
            <a:srgbClr val="F26B43"/>
          </p15:clr>
        </p15:guide>
        <p15:guide id="12" pos="2736" userDrawn="1">
          <p15:clr>
            <a:srgbClr val="F26B43"/>
          </p15:clr>
        </p15:guide>
        <p15:guide id="13" pos="3182" userDrawn="1">
          <p15:clr>
            <a:srgbClr val="F26B43"/>
          </p15:clr>
        </p15:guide>
        <p15:guide id="14" pos="3318" userDrawn="1">
          <p15:clr>
            <a:srgbClr val="F26B43"/>
          </p15:clr>
        </p15:guide>
        <p15:guide id="15" pos="3772" userDrawn="1">
          <p15:clr>
            <a:srgbClr val="F26B43"/>
          </p15:clr>
        </p15:guide>
        <p15:guide id="16" pos="3908" userDrawn="1">
          <p15:clr>
            <a:srgbClr val="F26B43"/>
          </p15:clr>
        </p15:guide>
        <p15:guide id="17" pos="4362" userDrawn="1">
          <p15:clr>
            <a:srgbClr val="F26B43"/>
          </p15:clr>
        </p15:guide>
        <p15:guide id="18" pos="4498" userDrawn="1">
          <p15:clr>
            <a:srgbClr val="F26B43"/>
          </p15:clr>
        </p15:guide>
        <p15:guide id="19" pos="4951" userDrawn="1">
          <p15:clr>
            <a:srgbClr val="F26B43"/>
          </p15:clr>
        </p15:guide>
        <p15:guide id="20" pos="5087" userDrawn="1">
          <p15:clr>
            <a:srgbClr val="F26B43"/>
          </p15:clr>
        </p15:guide>
        <p15:guide id="21" pos="5541" userDrawn="1">
          <p15:clr>
            <a:srgbClr val="F26B43"/>
          </p15:clr>
        </p15:guide>
        <p15:guide id="22" pos="5654" userDrawn="1">
          <p15:clr>
            <a:srgbClr val="F26B43"/>
          </p15:clr>
        </p15:guide>
        <p15:guide id="23" pos="6120" userDrawn="1">
          <p15:clr>
            <a:srgbClr val="F26B43"/>
          </p15:clr>
        </p15:guide>
        <p15:guide id="24" pos="6244" userDrawn="1">
          <p15:clr>
            <a:srgbClr val="F26B43"/>
          </p15:clr>
        </p15:guide>
        <p15:guide id="25" pos="6698" userDrawn="1">
          <p15:clr>
            <a:srgbClr val="F26B43"/>
          </p15:clr>
        </p15:guide>
        <p15:guide id="26" pos="6834" userDrawn="1">
          <p15:clr>
            <a:srgbClr val="F26B43"/>
          </p15:clr>
        </p15:guide>
        <p15:guide id="27" orient="horz" pos="2160" userDrawn="1">
          <p15:clr>
            <a:srgbClr val="F26B43"/>
          </p15:clr>
        </p15:guide>
        <p15:guide id="28" orient="horz" pos="4065" userDrawn="1">
          <p15:clr>
            <a:srgbClr val="F26B43"/>
          </p15:clr>
        </p15:guide>
        <p15:guide id="29" orient="horz" pos="3816" userDrawn="1">
          <p15:clr>
            <a:srgbClr val="F26B43"/>
          </p15:clr>
        </p15:guide>
        <p15:guide id="30" orient="horz" pos="663" userDrawn="1">
          <p15:clr>
            <a:srgbClr val="F26B43"/>
          </p15:clr>
        </p15:guide>
        <p15:guide id="31" orient="horz" pos="550" userDrawn="1">
          <p15:clr>
            <a:srgbClr val="F26B43"/>
          </p15:clr>
        </p15:guide>
        <p15:guide id="32" orient="horz" pos="2341" userDrawn="1">
          <p15:clr>
            <a:srgbClr val="F26B43"/>
          </p15:clr>
        </p15:guide>
        <p15:guide id="33" orient="horz" pos="1888" userDrawn="1">
          <p15:clr>
            <a:srgbClr val="F26B43"/>
          </p15:clr>
        </p15:guide>
        <p15:guide id="34" orient="horz" pos="3680" userDrawn="1">
          <p15:clr>
            <a:srgbClr val="F26B43"/>
          </p15:clr>
        </p15:guide>
        <p15:guide id="35" orient="horz" pos="1094"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microsoft.com/office/2018/10/relationships/comments" Target="../comments/modernComment_122_DB2860B6.xml"/><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3" Type="http://schemas.openxmlformats.org/officeDocument/2006/relationships/image" Target="../media/image27.svg"/><Relationship Id="rId18" Type="http://schemas.openxmlformats.org/officeDocument/2006/relationships/image" Target="../media/image32.svg"/><Relationship Id="rId26" Type="http://schemas.openxmlformats.org/officeDocument/2006/relationships/image" Target="../media/image40.svg"/><Relationship Id="rId39" Type="http://schemas.openxmlformats.org/officeDocument/2006/relationships/image" Target="../media/image53.svg"/><Relationship Id="rId21" Type="http://schemas.openxmlformats.org/officeDocument/2006/relationships/image" Target="../media/image35.svg"/><Relationship Id="rId34" Type="http://schemas.openxmlformats.org/officeDocument/2006/relationships/image" Target="../media/image48.svg"/><Relationship Id="rId42" Type="http://schemas.openxmlformats.org/officeDocument/2006/relationships/image" Target="../media/image56.svg"/><Relationship Id="rId47" Type="http://schemas.openxmlformats.org/officeDocument/2006/relationships/image" Target="../media/image61.svg"/><Relationship Id="rId50" Type="http://schemas.openxmlformats.org/officeDocument/2006/relationships/image" Target="../media/image64.svg"/><Relationship Id="rId7" Type="http://schemas.openxmlformats.org/officeDocument/2006/relationships/image" Target="../media/image21.svg"/><Relationship Id="rId2" Type="http://schemas.openxmlformats.org/officeDocument/2006/relationships/notesSlide" Target="../notesSlides/notesSlide13.xml"/><Relationship Id="rId16" Type="http://schemas.openxmlformats.org/officeDocument/2006/relationships/image" Target="../media/image30.svg"/><Relationship Id="rId29" Type="http://schemas.openxmlformats.org/officeDocument/2006/relationships/image" Target="../media/image43.svg"/><Relationship Id="rId11" Type="http://schemas.openxmlformats.org/officeDocument/2006/relationships/image" Target="../media/image25.svg"/><Relationship Id="rId24" Type="http://schemas.openxmlformats.org/officeDocument/2006/relationships/image" Target="../media/image38.svg"/><Relationship Id="rId32" Type="http://schemas.openxmlformats.org/officeDocument/2006/relationships/image" Target="../media/image46.svg"/><Relationship Id="rId37" Type="http://schemas.openxmlformats.org/officeDocument/2006/relationships/image" Target="../media/image51.svg"/><Relationship Id="rId40" Type="http://schemas.openxmlformats.org/officeDocument/2006/relationships/image" Target="../media/image54.svg"/><Relationship Id="rId45" Type="http://schemas.openxmlformats.org/officeDocument/2006/relationships/image" Target="../media/image59.svg"/><Relationship Id="rId5" Type="http://schemas.openxmlformats.org/officeDocument/2006/relationships/image" Target="../media/image19.svg"/><Relationship Id="rId15" Type="http://schemas.openxmlformats.org/officeDocument/2006/relationships/image" Target="../media/image29.svg"/><Relationship Id="rId23" Type="http://schemas.openxmlformats.org/officeDocument/2006/relationships/image" Target="../media/image37.svg"/><Relationship Id="rId28" Type="http://schemas.openxmlformats.org/officeDocument/2006/relationships/image" Target="../media/image42.svg"/><Relationship Id="rId36" Type="http://schemas.openxmlformats.org/officeDocument/2006/relationships/image" Target="../media/image50.svg"/><Relationship Id="rId49" Type="http://schemas.openxmlformats.org/officeDocument/2006/relationships/image" Target="../media/image63.svg"/><Relationship Id="rId10" Type="http://schemas.openxmlformats.org/officeDocument/2006/relationships/image" Target="../media/image24.svg"/><Relationship Id="rId19" Type="http://schemas.openxmlformats.org/officeDocument/2006/relationships/image" Target="../media/image33.svg"/><Relationship Id="rId31" Type="http://schemas.openxmlformats.org/officeDocument/2006/relationships/image" Target="../media/image45.svg"/><Relationship Id="rId44" Type="http://schemas.openxmlformats.org/officeDocument/2006/relationships/image" Target="../media/image58.svg"/><Relationship Id="rId4" Type="http://schemas.openxmlformats.org/officeDocument/2006/relationships/image" Target="../media/image18.svg"/><Relationship Id="rId9" Type="http://schemas.openxmlformats.org/officeDocument/2006/relationships/image" Target="../media/image23.svg"/><Relationship Id="rId14" Type="http://schemas.openxmlformats.org/officeDocument/2006/relationships/image" Target="../media/image28.svg"/><Relationship Id="rId22" Type="http://schemas.openxmlformats.org/officeDocument/2006/relationships/image" Target="../media/image36.svg"/><Relationship Id="rId27" Type="http://schemas.openxmlformats.org/officeDocument/2006/relationships/image" Target="../media/image41.svg"/><Relationship Id="rId30" Type="http://schemas.openxmlformats.org/officeDocument/2006/relationships/image" Target="../media/image44.svg"/><Relationship Id="rId35" Type="http://schemas.openxmlformats.org/officeDocument/2006/relationships/image" Target="../media/image49.svg"/><Relationship Id="rId43" Type="http://schemas.openxmlformats.org/officeDocument/2006/relationships/image" Target="../media/image57.svg"/><Relationship Id="rId48" Type="http://schemas.openxmlformats.org/officeDocument/2006/relationships/image" Target="../media/image62.svg"/><Relationship Id="rId8" Type="http://schemas.openxmlformats.org/officeDocument/2006/relationships/image" Target="../media/image22.svg"/><Relationship Id="rId3" Type="http://schemas.openxmlformats.org/officeDocument/2006/relationships/image" Target="../media/image17.svg"/><Relationship Id="rId12" Type="http://schemas.openxmlformats.org/officeDocument/2006/relationships/image" Target="../media/image26.svg"/><Relationship Id="rId17" Type="http://schemas.openxmlformats.org/officeDocument/2006/relationships/image" Target="../media/image31.svg"/><Relationship Id="rId25" Type="http://schemas.openxmlformats.org/officeDocument/2006/relationships/image" Target="../media/image39.svg"/><Relationship Id="rId33" Type="http://schemas.openxmlformats.org/officeDocument/2006/relationships/image" Target="../media/image47.svg"/><Relationship Id="rId38" Type="http://schemas.openxmlformats.org/officeDocument/2006/relationships/image" Target="../media/image52.svg"/><Relationship Id="rId46" Type="http://schemas.openxmlformats.org/officeDocument/2006/relationships/image" Target="../media/image60.svg"/><Relationship Id="rId20" Type="http://schemas.openxmlformats.org/officeDocument/2006/relationships/image" Target="../media/image34.svg"/><Relationship Id="rId41" Type="http://schemas.openxmlformats.org/officeDocument/2006/relationships/image" Target="../media/image55.svg"/><Relationship Id="rId1" Type="http://schemas.openxmlformats.org/officeDocument/2006/relationships/slideLayout" Target="../slideLayouts/slideLayout17.xml"/><Relationship Id="rId6" Type="http://schemas.openxmlformats.org/officeDocument/2006/relationships/image" Target="../media/image20.svg"/></Relationships>
</file>

<file path=ppt/slides/_rels/slide24.xml.rels><?xml version="1.0" encoding="UTF-8" standalone="yes"?>
<Relationships xmlns="http://schemas.openxmlformats.org/package/2006/relationships"><Relationship Id="rId26" Type="http://schemas.openxmlformats.org/officeDocument/2006/relationships/image" Target="../media/image88.svg"/><Relationship Id="rId21" Type="http://schemas.openxmlformats.org/officeDocument/2006/relationships/image" Target="../media/image83.svg"/><Relationship Id="rId34" Type="http://schemas.openxmlformats.org/officeDocument/2006/relationships/image" Target="../media/image96.svg"/><Relationship Id="rId42" Type="http://schemas.openxmlformats.org/officeDocument/2006/relationships/image" Target="../media/image104.svg"/><Relationship Id="rId47" Type="http://schemas.openxmlformats.org/officeDocument/2006/relationships/image" Target="../media/image109.svg"/><Relationship Id="rId50" Type="http://schemas.openxmlformats.org/officeDocument/2006/relationships/image" Target="../media/image112.svg"/><Relationship Id="rId55" Type="http://schemas.openxmlformats.org/officeDocument/2006/relationships/image" Target="../media/image117.svg"/><Relationship Id="rId63" Type="http://schemas.openxmlformats.org/officeDocument/2006/relationships/image" Target="../media/image125.svg"/><Relationship Id="rId7" Type="http://schemas.openxmlformats.org/officeDocument/2006/relationships/image" Target="../media/image69.svg"/><Relationship Id="rId2" Type="http://schemas.openxmlformats.org/officeDocument/2006/relationships/notesSlide" Target="../notesSlides/notesSlide14.xml"/><Relationship Id="rId16" Type="http://schemas.openxmlformats.org/officeDocument/2006/relationships/image" Target="../media/image78.svg"/><Relationship Id="rId29" Type="http://schemas.openxmlformats.org/officeDocument/2006/relationships/image" Target="../media/image91.svg"/><Relationship Id="rId11" Type="http://schemas.openxmlformats.org/officeDocument/2006/relationships/image" Target="../media/image73.svg"/><Relationship Id="rId24" Type="http://schemas.openxmlformats.org/officeDocument/2006/relationships/image" Target="../media/image86.svg"/><Relationship Id="rId32" Type="http://schemas.openxmlformats.org/officeDocument/2006/relationships/image" Target="../media/image94.svg"/><Relationship Id="rId37" Type="http://schemas.openxmlformats.org/officeDocument/2006/relationships/image" Target="../media/image99.svg"/><Relationship Id="rId40" Type="http://schemas.openxmlformats.org/officeDocument/2006/relationships/image" Target="../media/image102.svg"/><Relationship Id="rId45" Type="http://schemas.openxmlformats.org/officeDocument/2006/relationships/image" Target="../media/image107.svg"/><Relationship Id="rId53" Type="http://schemas.openxmlformats.org/officeDocument/2006/relationships/image" Target="../media/image115.svg"/><Relationship Id="rId58" Type="http://schemas.openxmlformats.org/officeDocument/2006/relationships/image" Target="../media/image120.svg"/><Relationship Id="rId5" Type="http://schemas.openxmlformats.org/officeDocument/2006/relationships/image" Target="../media/image67.wmf"/><Relationship Id="rId61" Type="http://schemas.openxmlformats.org/officeDocument/2006/relationships/image" Target="../media/image123.svg"/><Relationship Id="rId19" Type="http://schemas.openxmlformats.org/officeDocument/2006/relationships/image" Target="../media/image81.svg"/><Relationship Id="rId14" Type="http://schemas.openxmlformats.org/officeDocument/2006/relationships/image" Target="../media/image76.svg"/><Relationship Id="rId22" Type="http://schemas.openxmlformats.org/officeDocument/2006/relationships/image" Target="../media/image84.svg"/><Relationship Id="rId27" Type="http://schemas.openxmlformats.org/officeDocument/2006/relationships/image" Target="../media/image89.svg"/><Relationship Id="rId30" Type="http://schemas.openxmlformats.org/officeDocument/2006/relationships/image" Target="../media/image92.svg"/><Relationship Id="rId35" Type="http://schemas.openxmlformats.org/officeDocument/2006/relationships/image" Target="../media/image97.svg"/><Relationship Id="rId43" Type="http://schemas.openxmlformats.org/officeDocument/2006/relationships/image" Target="../media/image105.svg"/><Relationship Id="rId48" Type="http://schemas.openxmlformats.org/officeDocument/2006/relationships/image" Target="../media/image110.svg"/><Relationship Id="rId56" Type="http://schemas.openxmlformats.org/officeDocument/2006/relationships/image" Target="../media/image118.svg"/><Relationship Id="rId64" Type="http://schemas.openxmlformats.org/officeDocument/2006/relationships/image" Target="../media/image126.svg"/><Relationship Id="rId8" Type="http://schemas.openxmlformats.org/officeDocument/2006/relationships/image" Target="../media/image70.svg"/><Relationship Id="rId51" Type="http://schemas.openxmlformats.org/officeDocument/2006/relationships/image" Target="../media/image113.svg"/><Relationship Id="rId3" Type="http://schemas.openxmlformats.org/officeDocument/2006/relationships/image" Target="../media/image65.wmf"/><Relationship Id="rId12" Type="http://schemas.openxmlformats.org/officeDocument/2006/relationships/image" Target="../media/image74.svg"/><Relationship Id="rId17" Type="http://schemas.openxmlformats.org/officeDocument/2006/relationships/image" Target="../media/image79.svg"/><Relationship Id="rId25" Type="http://schemas.openxmlformats.org/officeDocument/2006/relationships/image" Target="../media/image87.svg"/><Relationship Id="rId33" Type="http://schemas.openxmlformats.org/officeDocument/2006/relationships/image" Target="../media/image95.svg"/><Relationship Id="rId38" Type="http://schemas.openxmlformats.org/officeDocument/2006/relationships/image" Target="../media/image100.svg"/><Relationship Id="rId46" Type="http://schemas.openxmlformats.org/officeDocument/2006/relationships/image" Target="../media/image108.svg"/><Relationship Id="rId59" Type="http://schemas.openxmlformats.org/officeDocument/2006/relationships/image" Target="../media/image121.svg"/><Relationship Id="rId20" Type="http://schemas.openxmlformats.org/officeDocument/2006/relationships/image" Target="../media/image82.svg"/><Relationship Id="rId41" Type="http://schemas.openxmlformats.org/officeDocument/2006/relationships/image" Target="../media/image103.svg"/><Relationship Id="rId54" Type="http://schemas.openxmlformats.org/officeDocument/2006/relationships/image" Target="../media/image116.svg"/><Relationship Id="rId62" Type="http://schemas.openxmlformats.org/officeDocument/2006/relationships/image" Target="../media/image124.svg"/><Relationship Id="rId1" Type="http://schemas.openxmlformats.org/officeDocument/2006/relationships/slideLayout" Target="../slideLayouts/slideLayout17.xml"/><Relationship Id="rId6" Type="http://schemas.openxmlformats.org/officeDocument/2006/relationships/image" Target="../media/image68.svg"/><Relationship Id="rId15" Type="http://schemas.openxmlformats.org/officeDocument/2006/relationships/image" Target="../media/image77.svg"/><Relationship Id="rId23" Type="http://schemas.openxmlformats.org/officeDocument/2006/relationships/image" Target="../media/image85.svg"/><Relationship Id="rId28" Type="http://schemas.openxmlformats.org/officeDocument/2006/relationships/image" Target="../media/image90.svg"/><Relationship Id="rId36" Type="http://schemas.openxmlformats.org/officeDocument/2006/relationships/image" Target="../media/image98.svg"/><Relationship Id="rId49" Type="http://schemas.openxmlformats.org/officeDocument/2006/relationships/image" Target="../media/image111.svg"/><Relationship Id="rId57" Type="http://schemas.openxmlformats.org/officeDocument/2006/relationships/image" Target="../media/image119.svg"/><Relationship Id="rId10" Type="http://schemas.openxmlformats.org/officeDocument/2006/relationships/image" Target="../media/image72.svg"/><Relationship Id="rId31" Type="http://schemas.openxmlformats.org/officeDocument/2006/relationships/image" Target="../media/image93.svg"/><Relationship Id="rId44" Type="http://schemas.openxmlformats.org/officeDocument/2006/relationships/image" Target="../media/image106.svg"/><Relationship Id="rId52" Type="http://schemas.openxmlformats.org/officeDocument/2006/relationships/image" Target="../media/image114.svg"/><Relationship Id="rId60" Type="http://schemas.openxmlformats.org/officeDocument/2006/relationships/image" Target="../media/image122.svg"/><Relationship Id="rId65" Type="http://schemas.openxmlformats.org/officeDocument/2006/relationships/image" Target="../media/image127.svg"/><Relationship Id="rId4" Type="http://schemas.openxmlformats.org/officeDocument/2006/relationships/image" Target="../media/image66.wmf"/><Relationship Id="rId9" Type="http://schemas.openxmlformats.org/officeDocument/2006/relationships/image" Target="../media/image71.svg"/><Relationship Id="rId13" Type="http://schemas.openxmlformats.org/officeDocument/2006/relationships/image" Target="../media/image75.svg"/><Relationship Id="rId18" Type="http://schemas.openxmlformats.org/officeDocument/2006/relationships/image" Target="../media/image80.svg"/><Relationship Id="rId39" Type="http://schemas.openxmlformats.org/officeDocument/2006/relationships/image" Target="../media/image101.svg"/></Relationships>
</file>

<file path=ppt/slides/_rels/slide25.xml.rels><?xml version="1.0" encoding="UTF-8" standalone="yes"?>
<Relationships xmlns="http://schemas.openxmlformats.org/package/2006/relationships"><Relationship Id="rId26" Type="http://schemas.openxmlformats.org/officeDocument/2006/relationships/image" Target="../media/image151.svg"/><Relationship Id="rId21" Type="http://schemas.openxmlformats.org/officeDocument/2006/relationships/image" Target="../media/image146.svg"/><Relationship Id="rId42" Type="http://schemas.openxmlformats.org/officeDocument/2006/relationships/image" Target="../media/image167.svg"/><Relationship Id="rId47" Type="http://schemas.openxmlformats.org/officeDocument/2006/relationships/image" Target="../media/image172.svg"/><Relationship Id="rId63" Type="http://schemas.openxmlformats.org/officeDocument/2006/relationships/image" Target="../media/image188.svg"/><Relationship Id="rId68" Type="http://schemas.openxmlformats.org/officeDocument/2006/relationships/image" Target="../media/image193.svg"/><Relationship Id="rId2" Type="http://schemas.openxmlformats.org/officeDocument/2006/relationships/notesSlide" Target="../notesSlides/notesSlide15.xml"/><Relationship Id="rId16" Type="http://schemas.openxmlformats.org/officeDocument/2006/relationships/image" Target="../media/image141.svg"/><Relationship Id="rId29" Type="http://schemas.openxmlformats.org/officeDocument/2006/relationships/image" Target="../media/image154.svg"/><Relationship Id="rId11" Type="http://schemas.openxmlformats.org/officeDocument/2006/relationships/image" Target="../media/image136.svg"/><Relationship Id="rId24" Type="http://schemas.openxmlformats.org/officeDocument/2006/relationships/image" Target="../media/image149.svg"/><Relationship Id="rId32" Type="http://schemas.openxmlformats.org/officeDocument/2006/relationships/image" Target="../media/image157.svg"/><Relationship Id="rId37" Type="http://schemas.openxmlformats.org/officeDocument/2006/relationships/image" Target="../media/image162.svg"/><Relationship Id="rId40" Type="http://schemas.openxmlformats.org/officeDocument/2006/relationships/image" Target="../media/image165.svg"/><Relationship Id="rId45" Type="http://schemas.openxmlformats.org/officeDocument/2006/relationships/image" Target="../media/image170.svg"/><Relationship Id="rId53" Type="http://schemas.openxmlformats.org/officeDocument/2006/relationships/image" Target="../media/image178.svg"/><Relationship Id="rId58" Type="http://schemas.openxmlformats.org/officeDocument/2006/relationships/image" Target="../media/image183.svg"/><Relationship Id="rId66" Type="http://schemas.openxmlformats.org/officeDocument/2006/relationships/image" Target="../media/image191.svg"/><Relationship Id="rId74" Type="http://schemas.openxmlformats.org/officeDocument/2006/relationships/image" Target="../media/image199.svg"/><Relationship Id="rId5" Type="http://schemas.openxmlformats.org/officeDocument/2006/relationships/image" Target="../media/image130.svg"/><Relationship Id="rId61" Type="http://schemas.openxmlformats.org/officeDocument/2006/relationships/image" Target="../media/image186.svg"/><Relationship Id="rId19" Type="http://schemas.openxmlformats.org/officeDocument/2006/relationships/image" Target="../media/image144.svg"/><Relationship Id="rId14" Type="http://schemas.openxmlformats.org/officeDocument/2006/relationships/image" Target="../media/image139.svg"/><Relationship Id="rId22" Type="http://schemas.openxmlformats.org/officeDocument/2006/relationships/image" Target="../media/image147.svg"/><Relationship Id="rId27" Type="http://schemas.openxmlformats.org/officeDocument/2006/relationships/image" Target="../media/image152.svg"/><Relationship Id="rId30" Type="http://schemas.openxmlformats.org/officeDocument/2006/relationships/image" Target="../media/image155.svg"/><Relationship Id="rId35" Type="http://schemas.openxmlformats.org/officeDocument/2006/relationships/image" Target="../media/image160.svg"/><Relationship Id="rId43" Type="http://schemas.openxmlformats.org/officeDocument/2006/relationships/image" Target="../media/image168.svg"/><Relationship Id="rId48" Type="http://schemas.openxmlformats.org/officeDocument/2006/relationships/image" Target="../media/image173.svg"/><Relationship Id="rId56" Type="http://schemas.openxmlformats.org/officeDocument/2006/relationships/image" Target="../media/image181.svg"/><Relationship Id="rId64" Type="http://schemas.openxmlformats.org/officeDocument/2006/relationships/image" Target="../media/image189.svg"/><Relationship Id="rId69" Type="http://schemas.openxmlformats.org/officeDocument/2006/relationships/image" Target="../media/image194.svg"/><Relationship Id="rId8" Type="http://schemas.openxmlformats.org/officeDocument/2006/relationships/image" Target="../media/image133.svg"/><Relationship Id="rId51" Type="http://schemas.openxmlformats.org/officeDocument/2006/relationships/image" Target="../media/image176.svg"/><Relationship Id="rId72" Type="http://schemas.openxmlformats.org/officeDocument/2006/relationships/image" Target="../media/image197.svg"/><Relationship Id="rId3" Type="http://schemas.openxmlformats.org/officeDocument/2006/relationships/image" Target="../media/image128.svg"/><Relationship Id="rId12" Type="http://schemas.openxmlformats.org/officeDocument/2006/relationships/image" Target="../media/image137.svg"/><Relationship Id="rId17" Type="http://schemas.openxmlformats.org/officeDocument/2006/relationships/image" Target="../media/image142.svg"/><Relationship Id="rId25" Type="http://schemas.openxmlformats.org/officeDocument/2006/relationships/image" Target="../media/image150.svg"/><Relationship Id="rId33" Type="http://schemas.openxmlformats.org/officeDocument/2006/relationships/image" Target="../media/image158.svg"/><Relationship Id="rId38" Type="http://schemas.openxmlformats.org/officeDocument/2006/relationships/image" Target="../media/image163.svg"/><Relationship Id="rId46" Type="http://schemas.openxmlformats.org/officeDocument/2006/relationships/image" Target="../media/image171.svg"/><Relationship Id="rId59" Type="http://schemas.openxmlformats.org/officeDocument/2006/relationships/image" Target="../media/image184.svg"/><Relationship Id="rId67" Type="http://schemas.openxmlformats.org/officeDocument/2006/relationships/image" Target="../media/image192.svg"/><Relationship Id="rId20" Type="http://schemas.openxmlformats.org/officeDocument/2006/relationships/image" Target="../media/image145.svg"/><Relationship Id="rId41" Type="http://schemas.openxmlformats.org/officeDocument/2006/relationships/image" Target="../media/image166.svg"/><Relationship Id="rId54" Type="http://schemas.openxmlformats.org/officeDocument/2006/relationships/image" Target="../media/image179.svg"/><Relationship Id="rId62" Type="http://schemas.openxmlformats.org/officeDocument/2006/relationships/image" Target="../media/image187.svg"/><Relationship Id="rId70" Type="http://schemas.openxmlformats.org/officeDocument/2006/relationships/image" Target="../media/image195.svg"/><Relationship Id="rId75" Type="http://schemas.openxmlformats.org/officeDocument/2006/relationships/image" Target="../media/image200.svg"/><Relationship Id="rId1" Type="http://schemas.openxmlformats.org/officeDocument/2006/relationships/slideLayout" Target="../slideLayouts/slideLayout17.xml"/><Relationship Id="rId6" Type="http://schemas.openxmlformats.org/officeDocument/2006/relationships/image" Target="../media/image131.svg"/><Relationship Id="rId15" Type="http://schemas.openxmlformats.org/officeDocument/2006/relationships/image" Target="../media/image140.svg"/><Relationship Id="rId23" Type="http://schemas.openxmlformats.org/officeDocument/2006/relationships/image" Target="../media/image148.svg"/><Relationship Id="rId28" Type="http://schemas.openxmlformats.org/officeDocument/2006/relationships/image" Target="../media/image153.svg"/><Relationship Id="rId36" Type="http://schemas.openxmlformats.org/officeDocument/2006/relationships/image" Target="../media/image161.svg"/><Relationship Id="rId49" Type="http://schemas.openxmlformats.org/officeDocument/2006/relationships/image" Target="../media/image174.svg"/><Relationship Id="rId57" Type="http://schemas.openxmlformats.org/officeDocument/2006/relationships/image" Target="../media/image182.svg"/><Relationship Id="rId10" Type="http://schemas.openxmlformats.org/officeDocument/2006/relationships/image" Target="../media/image135.svg"/><Relationship Id="rId31" Type="http://schemas.openxmlformats.org/officeDocument/2006/relationships/image" Target="../media/image156.svg"/><Relationship Id="rId44" Type="http://schemas.openxmlformats.org/officeDocument/2006/relationships/image" Target="../media/image169.svg"/><Relationship Id="rId52" Type="http://schemas.openxmlformats.org/officeDocument/2006/relationships/image" Target="../media/image177.svg"/><Relationship Id="rId60" Type="http://schemas.openxmlformats.org/officeDocument/2006/relationships/image" Target="../media/image185.svg"/><Relationship Id="rId65" Type="http://schemas.openxmlformats.org/officeDocument/2006/relationships/image" Target="../media/image190.svg"/><Relationship Id="rId73" Type="http://schemas.openxmlformats.org/officeDocument/2006/relationships/image" Target="../media/image198.svg"/><Relationship Id="rId4" Type="http://schemas.openxmlformats.org/officeDocument/2006/relationships/image" Target="../media/image129.svg"/><Relationship Id="rId9" Type="http://schemas.openxmlformats.org/officeDocument/2006/relationships/image" Target="../media/image134.svg"/><Relationship Id="rId13" Type="http://schemas.openxmlformats.org/officeDocument/2006/relationships/image" Target="../media/image138.svg"/><Relationship Id="rId18" Type="http://schemas.openxmlformats.org/officeDocument/2006/relationships/image" Target="../media/image143.svg"/><Relationship Id="rId39" Type="http://schemas.openxmlformats.org/officeDocument/2006/relationships/image" Target="../media/image164.svg"/><Relationship Id="rId34" Type="http://schemas.openxmlformats.org/officeDocument/2006/relationships/image" Target="../media/image159.svg"/><Relationship Id="rId50" Type="http://schemas.openxmlformats.org/officeDocument/2006/relationships/image" Target="../media/image175.svg"/><Relationship Id="rId55" Type="http://schemas.openxmlformats.org/officeDocument/2006/relationships/image" Target="../media/image180.svg"/><Relationship Id="rId76" Type="http://schemas.openxmlformats.org/officeDocument/2006/relationships/image" Target="../media/image201.svg"/><Relationship Id="rId7" Type="http://schemas.openxmlformats.org/officeDocument/2006/relationships/image" Target="../media/image132.svg"/><Relationship Id="rId71" Type="http://schemas.openxmlformats.org/officeDocument/2006/relationships/image" Target="../media/image196.svg"/></Relationships>
</file>

<file path=ppt/slides/_rels/slide26.xml.rels><?xml version="1.0" encoding="UTF-8" standalone="yes"?>
<Relationships xmlns="http://schemas.openxmlformats.org/package/2006/relationships"><Relationship Id="rId13" Type="http://schemas.openxmlformats.org/officeDocument/2006/relationships/image" Target="../media/image212.svg"/><Relationship Id="rId18" Type="http://schemas.openxmlformats.org/officeDocument/2006/relationships/image" Target="../media/image217.svg"/><Relationship Id="rId26" Type="http://schemas.openxmlformats.org/officeDocument/2006/relationships/image" Target="../media/image225.svg"/><Relationship Id="rId39" Type="http://schemas.openxmlformats.org/officeDocument/2006/relationships/image" Target="../media/image238.svg"/><Relationship Id="rId21" Type="http://schemas.openxmlformats.org/officeDocument/2006/relationships/image" Target="../media/image220.svg"/><Relationship Id="rId34" Type="http://schemas.openxmlformats.org/officeDocument/2006/relationships/image" Target="../media/image233.svg"/><Relationship Id="rId42" Type="http://schemas.openxmlformats.org/officeDocument/2006/relationships/image" Target="../media/image241.svg"/><Relationship Id="rId47" Type="http://schemas.openxmlformats.org/officeDocument/2006/relationships/image" Target="../media/image246.svg"/><Relationship Id="rId50" Type="http://schemas.openxmlformats.org/officeDocument/2006/relationships/image" Target="../media/image249.svg"/><Relationship Id="rId7" Type="http://schemas.openxmlformats.org/officeDocument/2006/relationships/image" Target="../media/image206.svg"/><Relationship Id="rId2" Type="http://schemas.openxmlformats.org/officeDocument/2006/relationships/notesSlide" Target="../notesSlides/notesSlide16.xml"/><Relationship Id="rId16" Type="http://schemas.openxmlformats.org/officeDocument/2006/relationships/image" Target="../media/image215.svg"/><Relationship Id="rId29" Type="http://schemas.openxmlformats.org/officeDocument/2006/relationships/image" Target="../media/image228.svg"/><Relationship Id="rId11" Type="http://schemas.openxmlformats.org/officeDocument/2006/relationships/image" Target="../media/image210.svg"/><Relationship Id="rId24" Type="http://schemas.openxmlformats.org/officeDocument/2006/relationships/image" Target="../media/image223.svg"/><Relationship Id="rId32" Type="http://schemas.openxmlformats.org/officeDocument/2006/relationships/image" Target="../media/image231.svg"/><Relationship Id="rId37" Type="http://schemas.openxmlformats.org/officeDocument/2006/relationships/image" Target="../media/image236.svg"/><Relationship Id="rId40" Type="http://schemas.openxmlformats.org/officeDocument/2006/relationships/image" Target="../media/image239.svg"/><Relationship Id="rId45" Type="http://schemas.openxmlformats.org/officeDocument/2006/relationships/image" Target="../media/image244.svg"/><Relationship Id="rId5" Type="http://schemas.openxmlformats.org/officeDocument/2006/relationships/image" Target="../media/image204.svg"/><Relationship Id="rId15" Type="http://schemas.openxmlformats.org/officeDocument/2006/relationships/image" Target="../media/image214.svg"/><Relationship Id="rId23" Type="http://schemas.openxmlformats.org/officeDocument/2006/relationships/image" Target="../media/image222.svg"/><Relationship Id="rId28" Type="http://schemas.openxmlformats.org/officeDocument/2006/relationships/image" Target="../media/image227.svg"/><Relationship Id="rId36" Type="http://schemas.openxmlformats.org/officeDocument/2006/relationships/image" Target="../media/image235.svg"/><Relationship Id="rId49" Type="http://schemas.openxmlformats.org/officeDocument/2006/relationships/image" Target="../media/image248.svg"/><Relationship Id="rId10" Type="http://schemas.openxmlformats.org/officeDocument/2006/relationships/image" Target="../media/image209.svg"/><Relationship Id="rId19" Type="http://schemas.openxmlformats.org/officeDocument/2006/relationships/image" Target="../media/image218.svg"/><Relationship Id="rId31" Type="http://schemas.openxmlformats.org/officeDocument/2006/relationships/image" Target="../media/image230.svg"/><Relationship Id="rId44" Type="http://schemas.openxmlformats.org/officeDocument/2006/relationships/image" Target="../media/image243.svg"/><Relationship Id="rId4" Type="http://schemas.openxmlformats.org/officeDocument/2006/relationships/image" Target="../media/image203.svg"/><Relationship Id="rId9" Type="http://schemas.openxmlformats.org/officeDocument/2006/relationships/image" Target="../media/image208.svg"/><Relationship Id="rId14" Type="http://schemas.openxmlformats.org/officeDocument/2006/relationships/image" Target="../media/image213.svg"/><Relationship Id="rId22" Type="http://schemas.openxmlformats.org/officeDocument/2006/relationships/image" Target="../media/image221.svg"/><Relationship Id="rId27" Type="http://schemas.openxmlformats.org/officeDocument/2006/relationships/image" Target="../media/image226.svg"/><Relationship Id="rId30" Type="http://schemas.openxmlformats.org/officeDocument/2006/relationships/image" Target="../media/image229.svg"/><Relationship Id="rId35" Type="http://schemas.openxmlformats.org/officeDocument/2006/relationships/image" Target="../media/image234.svg"/><Relationship Id="rId43" Type="http://schemas.openxmlformats.org/officeDocument/2006/relationships/image" Target="../media/image242.svg"/><Relationship Id="rId48" Type="http://schemas.openxmlformats.org/officeDocument/2006/relationships/image" Target="../media/image247.svg"/><Relationship Id="rId8" Type="http://schemas.openxmlformats.org/officeDocument/2006/relationships/image" Target="../media/image207.svg"/><Relationship Id="rId3" Type="http://schemas.openxmlformats.org/officeDocument/2006/relationships/image" Target="../media/image202.svg"/><Relationship Id="rId12" Type="http://schemas.openxmlformats.org/officeDocument/2006/relationships/image" Target="../media/image211.svg"/><Relationship Id="rId17" Type="http://schemas.openxmlformats.org/officeDocument/2006/relationships/image" Target="../media/image216.svg"/><Relationship Id="rId25" Type="http://schemas.openxmlformats.org/officeDocument/2006/relationships/image" Target="../media/image224.svg"/><Relationship Id="rId33" Type="http://schemas.openxmlformats.org/officeDocument/2006/relationships/image" Target="../media/image232.svg"/><Relationship Id="rId38" Type="http://schemas.openxmlformats.org/officeDocument/2006/relationships/image" Target="../media/image237.svg"/><Relationship Id="rId46" Type="http://schemas.openxmlformats.org/officeDocument/2006/relationships/image" Target="../media/image245.svg"/><Relationship Id="rId20" Type="http://schemas.openxmlformats.org/officeDocument/2006/relationships/image" Target="../media/image219.svg"/><Relationship Id="rId41" Type="http://schemas.openxmlformats.org/officeDocument/2006/relationships/image" Target="../media/image240.svg"/><Relationship Id="rId1" Type="http://schemas.openxmlformats.org/officeDocument/2006/relationships/slideLayout" Target="../slideLayouts/slideLayout17.xml"/><Relationship Id="rId6" Type="http://schemas.openxmlformats.org/officeDocument/2006/relationships/image" Target="../media/image205.svg"/></Relationships>
</file>

<file path=ppt/slides/_rels/slide27.xml.rels><?xml version="1.0" encoding="UTF-8" standalone="yes"?>
<Relationships xmlns="http://schemas.openxmlformats.org/package/2006/relationships"><Relationship Id="rId26" Type="http://schemas.openxmlformats.org/officeDocument/2006/relationships/image" Target="../media/image273.svg"/><Relationship Id="rId21" Type="http://schemas.openxmlformats.org/officeDocument/2006/relationships/image" Target="../media/image268.svg"/><Relationship Id="rId42" Type="http://schemas.openxmlformats.org/officeDocument/2006/relationships/image" Target="../media/image289.svg"/><Relationship Id="rId47" Type="http://schemas.openxmlformats.org/officeDocument/2006/relationships/image" Target="../media/image294.svg"/><Relationship Id="rId63" Type="http://schemas.openxmlformats.org/officeDocument/2006/relationships/image" Target="../media/image310.svg"/><Relationship Id="rId68" Type="http://schemas.openxmlformats.org/officeDocument/2006/relationships/image" Target="../media/image315.svg"/><Relationship Id="rId2" Type="http://schemas.openxmlformats.org/officeDocument/2006/relationships/notesSlide" Target="../notesSlides/notesSlide17.xml"/><Relationship Id="rId16" Type="http://schemas.openxmlformats.org/officeDocument/2006/relationships/image" Target="../media/image263.svg"/><Relationship Id="rId29" Type="http://schemas.openxmlformats.org/officeDocument/2006/relationships/image" Target="../media/image276.svg"/><Relationship Id="rId11" Type="http://schemas.openxmlformats.org/officeDocument/2006/relationships/image" Target="../media/image258.svg"/><Relationship Id="rId24" Type="http://schemas.openxmlformats.org/officeDocument/2006/relationships/image" Target="../media/image271.svg"/><Relationship Id="rId32" Type="http://schemas.openxmlformats.org/officeDocument/2006/relationships/image" Target="../media/image279.svg"/><Relationship Id="rId37" Type="http://schemas.openxmlformats.org/officeDocument/2006/relationships/image" Target="../media/image284.svg"/><Relationship Id="rId40" Type="http://schemas.openxmlformats.org/officeDocument/2006/relationships/image" Target="../media/image287.svg"/><Relationship Id="rId45" Type="http://schemas.openxmlformats.org/officeDocument/2006/relationships/image" Target="../media/image292.svg"/><Relationship Id="rId53" Type="http://schemas.openxmlformats.org/officeDocument/2006/relationships/image" Target="../media/image300.svg"/><Relationship Id="rId58" Type="http://schemas.openxmlformats.org/officeDocument/2006/relationships/image" Target="../media/image305.svg"/><Relationship Id="rId66" Type="http://schemas.openxmlformats.org/officeDocument/2006/relationships/image" Target="../media/image313.svg"/><Relationship Id="rId5" Type="http://schemas.openxmlformats.org/officeDocument/2006/relationships/image" Target="../media/image252.svg"/><Relationship Id="rId61" Type="http://schemas.openxmlformats.org/officeDocument/2006/relationships/image" Target="../media/image308.svg"/><Relationship Id="rId19" Type="http://schemas.openxmlformats.org/officeDocument/2006/relationships/image" Target="../media/image266.svg"/><Relationship Id="rId14" Type="http://schemas.openxmlformats.org/officeDocument/2006/relationships/image" Target="../media/image261.svg"/><Relationship Id="rId22" Type="http://schemas.openxmlformats.org/officeDocument/2006/relationships/image" Target="../media/image269.svg"/><Relationship Id="rId27" Type="http://schemas.openxmlformats.org/officeDocument/2006/relationships/image" Target="../media/image274.svg"/><Relationship Id="rId30" Type="http://schemas.openxmlformats.org/officeDocument/2006/relationships/image" Target="../media/image277.svg"/><Relationship Id="rId35" Type="http://schemas.openxmlformats.org/officeDocument/2006/relationships/image" Target="../media/image282.svg"/><Relationship Id="rId43" Type="http://schemas.openxmlformats.org/officeDocument/2006/relationships/image" Target="../media/image290.svg"/><Relationship Id="rId48" Type="http://schemas.openxmlformats.org/officeDocument/2006/relationships/image" Target="../media/image295.svg"/><Relationship Id="rId56" Type="http://schemas.openxmlformats.org/officeDocument/2006/relationships/image" Target="../media/image303.svg"/><Relationship Id="rId64" Type="http://schemas.openxmlformats.org/officeDocument/2006/relationships/image" Target="../media/image311.svg"/><Relationship Id="rId69" Type="http://schemas.openxmlformats.org/officeDocument/2006/relationships/image" Target="../media/image316.svg"/><Relationship Id="rId8" Type="http://schemas.openxmlformats.org/officeDocument/2006/relationships/image" Target="../media/image255.svg"/><Relationship Id="rId51" Type="http://schemas.openxmlformats.org/officeDocument/2006/relationships/image" Target="../media/image298.svg"/><Relationship Id="rId72" Type="http://schemas.openxmlformats.org/officeDocument/2006/relationships/image" Target="../media/image319.svg"/><Relationship Id="rId3" Type="http://schemas.openxmlformats.org/officeDocument/2006/relationships/image" Target="../media/image250.svg"/><Relationship Id="rId12" Type="http://schemas.openxmlformats.org/officeDocument/2006/relationships/image" Target="../media/image259.svg"/><Relationship Id="rId17" Type="http://schemas.openxmlformats.org/officeDocument/2006/relationships/image" Target="../media/image264.svg"/><Relationship Id="rId25" Type="http://schemas.openxmlformats.org/officeDocument/2006/relationships/image" Target="../media/image272.svg"/><Relationship Id="rId33" Type="http://schemas.openxmlformats.org/officeDocument/2006/relationships/image" Target="../media/image280.svg"/><Relationship Id="rId38" Type="http://schemas.openxmlformats.org/officeDocument/2006/relationships/image" Target="../media/image285.svg"/><Relationship Id="rId46" Type="http://schemas.openxmlformats.org/officeDocument/2006/relationships/image" Target="../media/image293.svg"/><Relationship Id="rId59" Type="http://schemas.openxmlformats.org/officeDocument/2006/relationships/image" Target="../media/image306.svg"/><Relationship Id="rId67" Type="http://schemas.openxmlformats.org/officeDocument/2006/relationships/image" Target="../media/image314.svg"/><Relationship Id="rId20" Type="http://schemas.openxmlformats.org/officeDocument/2006/relationships/image" Target="../media/image267.svg"/><Relationship Id="rId41" Type="http://schemas.openxmlformats.org/officeDocument/2006/relationships/image" Target="../media/image288.svg"/><Relationship Id="rId54" Type="http://schemas.openxmlformats.org/officeDocument/2006/relationships/image" Target="../media/image301.svg"/><Relationship Id="rId62" Type="http://schemas.openxmlformats.org/officeDocument/2006/relationships/image" Target="../media/image309.svg"/><Relationship Id="rId70" Type="http://schemas.openxmlformats.org/officeDocument/2006/relationships/image" Target="../media/image317.svg"/><Relationship Id="rId1" Type="http://schemas.openxmlformats.org/officeDocument/2006/relationships/slideLayout" Target="../slideLayouts/slideLayout17.xml"/><Relationship Id="rId6" Type="http://schemas.openxmlformats.org/officeDocument/2006/relationships/image" Target="../media/image253.svg"/><Relationship Id="rId15" Type="http://schemas.openxmlformats.org/officeDocument/2006/relationships/image" Target="../media/image262.svg"/><Relationship Id="rId23" Type="http://schemas.openxmlformats.org/officeDocument/2006/relationships/image" Target="../media/image270.svg"/><Relationship Id="rId28" Type="http://schemas.openxmlformats.org/officeDocument/2006/relationships/image" Target="../media/image275.svg"/><Relationship Id="rId36" Type="http://schemas.openxmlformats.org/officeDocument/2006/relationships/image" Target="../media/image283.svg"/><Relationship Id="rId49" Type="http://schemas.openxmlformats.org/officeDocument/2006/relationships/image" Target="../media/image296.svg"/><Relationship Id="rId57" Type="http://schemas.openxmlformats.org/officeDocument/2006/relationships/image" Target="../media/image304.svg"/><Relationship Id="rId10" Type="http://schemas.openxmlformats.org/officeDocument/2006/relationships/image" Target="../media/image257.svg"/><Relationship Id="rId31" Type="http://schemas.openxmlformats.org/officeDocument/2006/relationships/image" Target="../media/image278.svg"/><Relationship Id="rId44" Type="http://schemas.openxmlformats.org/officeDocument/2006/relationships/image" Target="../media/image291.svg"/><Relationship Id="rId52" Type="http://schemas.openxmlformats.org/officeDocument/2006/relationships/image" Target="../media/image299.svg"/><Relationship Id="rId60" Type="http://schemas.openxmlformats.org/officeDocument/2006/relationships/image" Target="../media/image307.svg"/><Relationship Id="rId65" Type="http://schemas.openxmlformats.org/officeDocument/2006/relationships/image" Target="../media/image312.svg"/><Relationship Id="rId73" Type="http://schemas.openxmlformats.org/officeDocument/2006/relationships/image" Target="../media/image320.svg"/><Relationship Id="rId4" Type="http://schemas.openxmlformats.org/officeDocument/2006/relationships/image" Target="../media/image251.svg"/><Relationship Id="rId9" Type="http://schemas.openxmlformats.org/officeDocument/2006/relationships/image" Target="../media/image256.svg"/><Relationship Id="rId13" Type="http://schemas.openxmlformats.org/officeDocument/2006/relationships/image" Target="../media/image260.svg"/><Relationship Id="rId18" Type="http://schemas.openxmlformats.org/officeDocument/2006/relationships/image" Target="../media/image265.svg"/><Relationship Id="rId39" Type="http://schemas.openxmlformats.org/officeDocument/2006/relationships/image" Target="../media/image286.svg"/><Relationship Id="rId34" Type="http://schemas.openxmlformats.org/officeDocument/2006/relationships/image" Target="../media/image281.svg"/><Relationship Id="rId50" Type="http://schemas.openxmlformats.org/officeDocument/2006/relationships/image" Target="../media/image297.svg"/><Relationship Id="rId55" Type="http://schemas.openxmlformats.org/officeDocument/2006/relationships/image" Target="../media/image302.svg"/><Relationship Id="rId7" Type="http://schemas.openxmlformats.org/officeDocument/2006/relationships/image" Target="../media/image254.svg"/><Relationship Id="rId71" Type="http://schemas.openxmlformats.org/officeDocument/2006/relationships/image" Target="../media/image318.svg"/></Relationships>
</file>

<file path=ppt/slides/_rels/slide28.xml.rels><?xml version="1.0" encoding="UTF-8" standalone="yes"?>
<Relationships xmlns="http://schemas.openxmlformats.org/package/2006/relationships"><Relationship Id="rId26" Type="http://schemas.openxmlformats.org/officeDocument/2006/relationships/image" Target="../media/image345.svg"/><Relationship Id="rId21" Type="http://schemas.openxmlformats.org/officeDocument/2006/relationships/image" Target="../media/image340.svg"/><Relationship Id="rId42" Type="http://schemas.openxmlformats.org/officeDocument/2006/relationships/image" Target="../media/image361.svg"/><Relationship Id="rId47" Type="http://schemas.openxmlformats.org/officeDocument/2006/relationships/image" Target="../media/image366.svg"/><Relationship Id="rId63" Type="http://schemas.openxmlformats.org/officeDocument/2006/relationships/image" Target="../media/image382.svg"/><Relationship Id="rId68" Type="http://schemas.openxmlformats.org/officeDocument/2006/relationships/image" Target="../media/image387.svg"/><Relationship Id="rId84" Type="http://schemas.openxmlformats.org/officeDocument/2006/relationships/image" Target="../media/image403.svg"/><Relationship Id="rId16" Type="http://schemas.openxmlformats.org/officeDocument/2006/relationships/image" Target="../media/image335.svg"/><Relationship Id="rId11" Type="http://schemas.openxmlformats.org/officeDocument/2006/relationships/image" Target="../media/image330.svg"/><Relationship Id="rId32" Type="http://schemas.openxmlformats.org/officeDocument/2006/relationships/image" Target="../media/image351.svg"/><Relationship Id="rId37" Type="http://schemas.openxmlformats.org/officeDocument/2006/relationships/image" Target="../media/image356.svg"/><Relationship Id="rId53" Type="http://schemas.openxmlformats.org/officeDocument/2006/relationships/image" Target="../media/image372.svg"/><Relationship Id="rId58" Type="http://schemas.openxmlformats.org/officeDocument/2006/relationships/image" Target="../media/image377.svg"/><Relationship Id="rId74" Type="http://schemas.openxmlformats.org/officeDocument/2006/relationships/image" Target="../media/image393.svg"/><Relationship Id="rId79" Type="http://schemas.openxmlformats.org/officeDocument/2006/relationships/image" Target="../media/image398.svg"/><Relationship Id="rId5" Type="http://schemas.openxmlformats.org/officeDocument/2006/relationships/image" Target="../media/image324.svg"/><Relationship Id="rId19" Type="http://schemas.openxmlformats.org/officeDocument/2006/relationships/image" Target="../media/image338.svg"/><Relationship Id="rId14" Type="http://schemas.openxmlformats.org/officeDocument/2006/relationships/image" Target="../media/image333.svg"/><Relationship Id="rId22" Type="http://schemas.openxmlformats.org/officeDocument/2006/relationships/image" Target="../media/image341.svg"/><Relationship Id="rId27" Type="http://schemas.openxmlformats.org/officeDocument/2006/relationships/image" Target="../media/image346.svg"/><Relationship Id="rId30" Type="http://schemas.openxmlformats.org/officeDocument/2006/relationships/image" Target="../media/image349.svg"/><Relationship Id="rId35" Type="http://schemas.openxmlformats.org/officeDocument/2006/relationships/image" Target="../media/image354.svg"/><Relationship Id="rId43" Type="http://schemas.openxmlformats.org/officeDocument/2006/relationships/image" Target="../media/image362.svg"/><Relationship Id="rId48" Type="http://schemas.openxmlformats.org/officeDocument/2006/relationships/image" Target="../media/image367.svg"/><Relationship Id="rId56" Type="http://schemas.openxmlformats.org/officeDocument/2006/relationships/image" Target="../media/image375.svg"/><Relationship Id="rId64" Type="http://schemas.openxmlformats.org/officeDocument/2006/relationships/image" Target="../media/image383.svg"/><Relationship Id="rId69" Type="http://schemas.openxmlformats.org/officeDocument/2006/relationships/image" Target="../media/image388.svg"/><Relationship Id="rId77" Type="http://schemas.openxmlformats.org/officeDocument/2006/relationships/image" Target="../media/image396.svg"/><Relationship Id="rId8" Type="http://schemas.openxmlformats.org/officeDocument/2006/relationships/image" Target="../media/image327.svg"/><Relationship Id="rId51" Type="http://schemas.openxmlformats.org/officeDocument/2006/relationships/image" Target="../media/image370.svg"/><Relationship Id="rId72" Type="http://schemas.openxmlformats.org/officeDocument/2006/relationships/image" Target="../media/image391.svg"/><Relationship Id="rId80" Type="http://schemas.openxmlformats.org/officeDocument/2006/relationships/image" Target="../media/image399.svg"/><Relationship Id="rId85" Type="http://schemas.openxmlformats.org/officeDocument/2006/relationships/image" Target="../media/image404.svg"/><Relationship Id="rId3" Type="http://schemas.openxmlformats.org/officeDocument/2006/relationships/image" Target="../media/image322.svg"/><Relationship Id="rId12" Type="http://schemas.openxmlformats.org/officeDocument/2006/relationships/image" Target="../media/image331.svg"/><Relationship Id="rId17" Type="http://schemas.openxmlformats.org/officeDocument/2006/relationships/image" Target="../media/image336.svg"/><Relationship Id="rId25" Type="http://schemas.openxmlformats.org/officeDocument/2006/relationships/image" Target="../media/image344.svg"/><Relationship Id="rId33" Type="http://schemas.openxmlformats.org/officeDocument/2006/relationships/image" Target="../media/image352.svg"/><Relationship Id="rId38" Type="http://schemas.openxmlformats.org/officeDocument/2006/relationships/image" Target="../media/image357.svg"/><Relationship Id="rId46" Type="http://schemas.openxmlformats.org/officeDocument/2006/relationships/image" Target="../media/image365.svg"/><Relationship Id="rId59" Type="http://schemas.openxmlformats.org/officeDocument/2006/relationships/image" Target="../media/image378.svg"/><Relationship Id="rId67" Type="http://schemas.openxmlformats.org/officeDocument/2006/relationships/image" Target="../media/image386.svg"/><Relationship Id="rId20" Type="http://schemas.openxmlformats.org/officeDocument/2006/relationships/image" Target="../media/image339.svg"/><Relationship Id="rId41" Type="http://schemas.openxmlformats.org/officeDocument/2006/relationships/image" Target="../media/image360.svg"/><Relationship Id="rId54" Type="http://schemas.openxmlformats.org/officeDocument/2006/relationships/image" Target="../media/image373.svg"/><Relationship Id="rId62" Type="http://schemas.openxmlformats.org/officeDocument/2006/relationships/image" Target="../media/image381.svg"/><Relationship Id="rId70" Type="http://schemas.openxmlformats.org/officeDocument/2006/relationships/image" Target="../media/image389.svg"/><Relationship Id="rId75" Type="http://schemas.openxmlformats.org/officeDocument/2006/relationships/image" Target="../media/image394.svg"/><Relationship Id="rId83" Type="http://schemas.openxmlformats.org/officeDocument/2006/relationships/image" Target="../media/image402.svg"/><Relationship Id="rId1" Type="http://schemas.openxmlformats.org/officeDocument/2006/relationships/slideLayout" Target="../slideLayouts/slideLayout17.xml"/><Relationship Id="rId6" Type="http://schemas.openxmlformats.org/officeDocument/2006/relationships/image" Target="../media/image325.svg"/><Relationship Id="rId15" Type="http://schemas.openxmlformats.org/officeDocument/2006/relationships/image" Target="../media/image334.svg"/><Relationship Id="rId23" Type="http://schemas.openxmlformats.org/officeDocument/2006/relationships/image" Target="../media/image342.svg"/><Relationship Id="rId28" Type="http://schemas.openxmlformats.org/officeDocument/2006/relationships/image" Target="../media/image347.svg"/><Relationship Id="rId36" Type="http://schemas.openxmlformats.org/officeDocument/2006/relationships/image" Target="../media/image355.svg"/><Relationship Id="rId49" Type="http://schemas.openxmlformats.org/officeDocument/2006/relationships/image" Target="../media/image368.svg"/><Relationship Id="rId57" Type="http://schemas.openxmlformats.org/officeDocument/2006/relationships/image" Target="../media/image376.svg"/><Relationship Id="rId10" Type="http://schemas.openxmlformats.org/officeDocument/2006/relationships/image" Target="../media/image329.svg"/><Relationship Id="rId31" Type="http://schemas.openxmlformats.org/officeDocument/2006/relationships/image" Target="../media/image350.svg"/><Relationship Id="rId44" Type="http://schemas.openxmlformats.org/officeDocument/2006/relationships/image" Target="../media/image363.svg"/><Relationship Id="rId52" Type="http://schemas.openxmlformats.org/officeDocument/2006/relationships/image" Target="../media/image371.svg"/><Relationship Id="rId60" Type="http://schemas.openxmlformats.org/officeDocument/2006/relationships/image" Target="../media/image379.svg"/><Relationship Id="rId65" Type="http://schemas.openxmlformats.org/officeDocument/2006/relationships/image" Target="../media/image384.svg"/><Relationship Id="rId73" Type="http://schemas.openxmlformats.org/officeDocument/2006/relationships/image" Target="../media/image392.svg"/><Relationship Id="rId78" Type="http://schemas.openxmlformats.org/officeDocument/2006/relationships/image" Target="../media/image397.svg"/><Relationship Id="rId81" Type="http://schemas.openxmlformats.org/officeDocument/2006/relationships/image" Target="../media/image400.svg"/><Relationship Id="rId4" Type="http://schemas.openxmlformats.org/officeDocument/2006/relationships/image" Target="../media/image323.svg"/><Relationship Id="rId9" Type="http://schemas.openxmlformats.org/officeDocument/2006/relationships/image" Target="../media/image328.svg"/><Relationship Id="rId13" Type="http://schemas.openxmlformats.org/officeDocument/2006/relationships/image" Target="../media/image332.svg"/><Relationship Id="rId18" Type="http://schemas.openxmlformats.org/officeDocument/2006/relationships/image" Target="../media/image337.svg"/><Relationship Id="rId39" Type="http://schemas.openxmlformats.org/officeDocument/2006/relationships/image" Target="../media/image358.svg"/><Relationship Id="rId34" Type="http://schemas.openxmlformats.org/officeDocument/2006/relationships/image" Target="../media/image353.svg"/><Relationship Id="rId50" Type="http://schemas.openxmlformats.org/officeDocument/2006/relationships/image" Target="../media/image369.svg"/><Relationship Id="rId55" Type="http://schemas.openxmlformats.org/officeDocument/2006/relationships/image" Target="../media/image374.svg"/><Relationship Id="rId76" Type="http://schemas.openxmlformats.org/officeDocument/2006/relationships/image" Target="../media/image395.svg"/><Relationship Id="rId7" Type="http://schemas.openxmlformats.org/officeDocument/2006/relationships/image" Target="../media/image326.svg"/><Relationship Id="rId71" Type="http://schemas.openxmlformats.org/officeDocument/2006/relationships/image" Target="../media/image390.svg"/><Relationship Id="rId2" Type="http://schemas.openxmlformats.org/officeDocument/2006/relationships/image" Target="../media/image321.svg"/><Relationship Id="rId29" Type="http://schemas.openxmlformats.org/officeDocument/2006/relationships/image" Target="../media/image348.svg"/><Relationship Id="rId24" Type="http://schemas.openxmlformats.org/officeDocument/2006/relationships/image" Target="../media/image343.svg"/><Relationship Id="rId40" Type="http://schemas.openxmlformats.org/officeDocument/2006/relationships/image" Target="../media/image359.svg"/><Relationship Id="rId45" Type="http://schemas.openxmlformats.org/officeDocument/2006/relationships/image" Target="../media/image364.svg"/><Relationship Id="rId66" Type="http://schemas.openxmlformats.org/officeDocument/2006/relationships/image" Target="../media/image385.svg"/><Relationship Id="rId61" Type="http://schemas.openxmlformats.org/officeDocument/2006/relationships/image" Target="../media/image380.svg"/><Relationship Id="rId82" Type="http://schemas.openxmlformats.org/officeDocument/2006/relationships/image" Target="../media/image401.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1392127-A6D4-4DE7-B042-2AE843D73193}"/>
              </a:ext>
            </a:extLst>
          </p:cNvPr>
          <p:cNvSpPr>
            <a:spLocks noGrp="1"/>
          </p:cNvSpPr>
          <p:nvPr>
            <p:ph type="ctrTitle"/>
          </p:nvPr>
        </p:nvSpPr>
        <p:spPr>
          <a:xfrm>
            <a:off x="609600" y="1527048"/>
            <a:ext cx="10972800" cy="2196295"/>
          </a:xfrm>
        </p:spPr>
        <p:txBody>
          <a:bodyPr/>
          <a:lstStyle/>
          <a:p>
            <a:pPr>
              <a:lnSpc>
                <a:spcPct val="110000"/>
              </a:lnSpc>
            </a:pPr>
            <a:r>
              <a:rPr lang="en-US" sz="3500" b="1" dirty="0" err="1">
                <a:solidFill>
                  <a:srgbClr val="FFFFFF"/>
                </a:solidFill>
                <a:latin typeface="Cambria" pitchFamily="34" charset="0"/>
                <a:ea typeface="Cambria" pitchFamily="34" charset="-122"/>
                <a:cs typeface="Cambria" pitchFamily="34" charset="-120"/>
              </a:rPr>
              <a:t>Evidenzbasierte</a:t>
            </a:r>
            <a:r>
              <a:rPr lang="en-US" sz="3500" b="1" dirty="0">
                <a:solidFill>
                  <a:srgbClr val="FFFFFF"/>
                </a:solidFill>
                <a:latin typeface="Cambria" pitchFamily="34" charset="0"/>
                <a:ea typeface="Cambria" pitchFamily="34" charset="-122"/>
                <a:cs typeface="Cambria" pitchFamily="34" charset="-120"/>
              </a:rPr>
              <a:t> </a:t>
            </a:r>
            <a:r>
              <a:rPr lang="en-US" sz="3500" b="1" dirty="0" err="1">
                <a:solidFill>
                  <a:srgbClr val="FFFFFF"/>
                </a:solidFill>
                <a:latin typeface="Cambria" pitchFamily="34" charset="0"/>
                <a:ea typeface="Cambria" pitchFamily="34" charset="-122"/>
                <a:cs typeface="Cambria" pitchFamily="34" charset="-120"/>
              </a:rPr>
              <a:t>Unterstützung</a:t>
            </a:r>
            <a:r>
              <a:rPr lang="en-US" sz="3500" b="1" dirty="0">
                <a:solidFill>
                  <a:srgbClr val="FFFFFF"/>
                </a:solidFill>
                <a:latin typeface="Cambria" pitchFamily="34" charset="0"/>
                <a:ea typeface="Cambria" pitchFamily="34" charset="-122"/>
                <a:cs typeface="Cambria" pitchFamily="34" charset="-120"/>
              </a:rPr>
              <a:t> der HAZOP-</a:t>
            </a:r>
            <a:r>
              <a:rPr lang="en-US" sz="3500" b="1" dirty="0" err="1">
                <a:solidFill>
                  <a:srgbClr val="FFFFFF"/>
                </a:solidFill>
                <a:latin typeface="Cambria" pitchFamily="34" charset="0"/>
                <a:ea typeface="Cambria" pitchFamily="34" charset="-122"/>
                <a:cs typeface="Cambria" pitchFamily="34" charset="-120"/>
              </a:rPr>
              <a:t>Vorbereitung</a:t>
            </a:r>
            <a:r>
              <a:rPr lang="en-US" sz="3500" b="1" dirty="0">
                <a:solidFill>
                  <a:srgbClr val="FFFFFF"/>
                </a:solidFill>
                <a:latin typeface="Cambria" pitchFamily="34" charset="0"/>
                <a:ea typeface="Cambria" pitchFamily="34" charset="-122"/>
                <a:cs typeface="Cambria" pitchFamily="34" charset="-120"/>
              </a:rPr>
              <a:t> </a:t>
            </a:r>
            <a:r>
              <a:rPr lang="en-US" sz="3500" b="1" dirty="0" err="1">
                <a:solidFill>
                  <a:srgbClr val="FFFFFF"/>
                </a:solidFill>
                <a:latin typeface="Cambria" pitchFamily="34" charset="0"/>
                <a:ea typeface="Cambria" pitchFamily="34" charset="-122"/>
                <a:cs typeface="Cambria" pitchFamily="34" charset="-120"/>
              </a:rPr>
              <a:t>durch</a:t>
            </a:r>
            <a:r>
              <a:rPr lang="en-US" sz="3500" b="1" dirty="0">
                <a:solidFill>
                  <a:srgbClr val="FFFFFF"/>
                </a:solidFill>
                <a:latin typeface="Cambria" pitchFamily="34" charset="0"/>
                <a:ea typeface="Cambria" pitchFamily="34" charset="-122"/>
                <a:cs typeface="Cambria" pitchFamily="34" charset="-120"/>
              </a:rPr>
              <a:t> RDF/OWL-Knowledge-Graphen und LLM-</a:t>
            </a:r>
            <a:r>
              <a:rPr lang="en-US" sz="3500" b="1" dirty="0" err="1">
                <a:solidFill>
                  <a:srgbClr val="FFFFFF"/>
                </a:solidFill>
                <a:latin typeface="Cambria" pitchFamily="34" charset="0"/>
                <a:ea typeface="Cambria" pitchFamily="34" charset="-122"/>
                <a:cs typeface="Cambria" pitchFamily="34" charset="-120"/>
              </a:rPr>
              <a:t>Orchestrierung</a:t>
            </a:r>
            <a:endParaRPr lang="en-US" sz="3500" dirty="0"/>
          </a:p>
        </p:txBody>
      </p:sp>
      <p:sp>
        <p:nvSpPr>
          <p:cNvPr id="11" name="Text 12">
            <a:extLst>
              <a:ext uri="{FF2B5EF4-FFF2-40B4-BE49-F238E27FC236}">
                <a16:creationId xmlns:a16="http://schemas.microsoft.com/office/drawing/2014/main" id="{D948AA45-47E1-D77A-BBC4-3003B241532E}"/>
              </a:ext>
            </a:extLst>
          </p:cNvPr>
          <p:cNvSpPr/>
          <p:nvPr/>
        </p:nvSpPr>
        <p:spPr>
          <a:xfrm>
            <a:off x="609600" y="3540463"/>
            <a:ext cx="1005840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000" dirty="0">
                <a:solidFill>
                  <a:schemeClr val="bg1"/>
                </a:solidFill>
                <a:ea typeface="Calibri" pitchFamily="34" charset="-122"/>
                <a:cs typeface="Calibri" pitchFamily="34" charset="-120"/>
              </a:rPr>
              <a:t>Duc Hai, Nguyen </a:t>
            </a:r>
            <a:endParaRPr lang="en-US" sz="2000" dirty="0">
              <a:solidFill>
                <a:schemeClr val="bg1"/>
              </a:solidFill>
            </a:endParaRPr>
          </a:p>
        </p:txBody>
      </p:sp>
      <p:grpSp>
        <p:nvGrpSpPr>
          <p:cNvPr id="17" name="Group 16">
            <a:extLst>
              <a:ext uri="{FF2B5EF4-FFF2-40B4-BE49-F238E27FC236}">
                <a16:creationId xmlns:a16="http://schemas.microsoft.com/office/drawing/2014/main" id="{A4072F8A-2A0F-C293-1421-26A5548DF124}"/>
              </a:ext>
            </a:extLst>
          </p:cNvPr>
          <p:cNvGrpSpPr/>
          <p:nvPr/>
        </p:nvGrpSpPr>
        <p:grpSpPr>
          <a:xfrm>
            <a:off x="1251204" y="4150274"/>
            <a:ext cx="9689592" cy="1948774"/>
            <a:chOff x="1203960" y="3985682"/>
            <a:chExt cx="10058400" cy="2292054"/>
          </a:xfrm>
          <a:solidFill>
            <a:schemeClr val="accent4">
              <a:lumMod val="75000"/>
              <a:lumOff val="25000"/>
            </a:schemeClr>
          </a:solidFill>
        </p:grpSpPr>
        <p:sp>
          <p:nvSpPr>
            <p:cNvPr id="13" name="Shape 13">
              <a:extLst>
                <a:ext uri="{FF2B5EF4-FFF2-40B4-BE49-F238E27FC236}">
                  <a16:creationId xmlns:a16="http://schemas.microsoft.com/office/drawing/2014/main" id="{99E5A4EB-AA5E-DFA4-5B9E-35DEDBF4D7F8}"/>
                </a:ext>
              </a:extLst>
            </p:cNvPr>
            <p:cNvSpPr/>
            <p:nvPr/>
          </p:nvSpPr>
          <p:spPr>
            <a:xfrm>
              <a:off x="1203960" y="3985682"/>
              <a:ext cx="10058400" cy="2292054"/>
            </a:xfrm>
            <a:prstGeom prst="roundRect">
              <a:avLst>
                <a:gd name="adj" fmla="val 15384"/>
              </a:avLst>
            </a:prstGeom>
            <a:grpFill/>
            <a:ln/>
            <a:effectLst>
              <a:outerShdw blurRad="127000" dist="50800" dir="5400000" algn="bl" rotWithShape="0">
                <a:srgbClr val="0A0F1E">
                  <a:alpha val="25000"/>
                </a:srgbClr>
              </a:outerShdw>
            </a:effectLst>
          </p:spPr>
          <p:txBody>
            <a:bodyPr/>
            <a:lstStyle/>
            <a:p>
              <a:endParaRPr lang="en-DE" sz="2500" dirty="0">
                <a:highlight>
                  <a:srgbClr val="FFFF00"/>
                </a:highlight>
                <a:latin typeface="+mj-lt"/>
              </a:endParaRPr>
            </a:p>
          </p:txBody>
        </p:sp>
        <p:sp>
          <p:nvSpPr>
            <p:cNvPr id="14" name="Text 14">
              <a:extLst>
                <a:ext uri="{FF2B5EF4-FFF2-40B4-BE49-F238E27FC236}">
                  <a16:creationId xmlns:a16="http://schemas.microsoft.com/office/drawing/2014/main" id="{17EFAC1D-3B73-A70A-7A14-7DB52FDEC077}"/>
                </a:ext>
              </a:extLst>
            </p:cNvPr>
            <p:cNvSpPr/>
            <p:nvPr/>
          </p:nvSpPr>
          <p:spPr>
            <a:xfrm>
              <a:off x="1464517" y="4024575"/>
              <a:ext cx="680737" cy="509228"/>
            </a:xfrm>
            <a:prstGeom prst="rect">
              <a:avLst/>
            </a:prstGeom>
            <a:grp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500" b="1" dirty="0">
                  <a:solidFill>
                    <a:srgbClr val="E8A33D"/>
                  </a:solidFill>
                  <a:latin typeface="+mj-lt"/>
                  <a:ea typeface="Cambria" pitchFamily="34" charset="-122"/>
                  <a:cs typeface="Cambria" pitchFamily="34" charset="-120"/>
                </a:rPr>
                <a:t>“</a:t>
              </a:r>
              <a:endParaRPr lang="en-US" sz="2500" dirty="0">
                <a:latin typeface="+mj-lt"/>
              </a:endParaRPr>
            </a:p>
          </p:txBody>
        </p:sp>
        <p:sp>
          <p:nvSpPr>
            <p:cNvPr id="15" name="Text 15">
              <a:extLst>
                <a:ext uri="{FF2B5EF4-FFF2-40B4-BE49-F238E27FC236}">
                  <a16:creationId xmlns:a16="http://schemas.microsoft.com/office/drawing/2014/main" id="{B41B7451-413E-3F7D-94DC-0E64B7F8C79F}"/>
                </a:ext>
              </a:extLst>
            </p:cNvPr>
            <p:cNvSpPr/>
            <p:nvPr/>
          </p:nvSpPr>
          <p:spPr>
            <a:xfrm>
              <a:off x="1752600" y="4106735"/>
              <a:ext cx="5486400" cy="320040"/>
            </a:xfrm>
            <a:prstGeom prst="rect">
              <a:avLst/>
            </a:prstGeom>
            <a:grp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2100" b="1" kern="0" spc="150" dirty="0">
                  <a:solidFill>
                    <a:srgbClr val="E8A33D"/>
                  </a:solidFill>
                  <a:latin typeface="+mj-lt"/>
                  <a:ea typeface="Calibri" pitchFamily="34" charset="-122"/>
                  <a:cs typeface="Calibri" pitchFamily="34" charset="-120"/>
                </a:rPr>
                <a:t>FORSCHUNGSFRAGE</a:t>
              </a:r>
              <a:endParaRPr lang="en-US" sz="2100" dirty="0">
                <a:latin typeface="+mj-lt"/>
              </a:endParaRPr>
            </a:p>
          </p:txBody>
        </p:sp>
        <p:sp>
          <p:nvSpPr>
            <p:cNvPr id="16" name="Text 16">
              <a:extLst>
                <a:ext uri="{FF2B5EF4-FFF2-40B4-BE49-F238E27FC236}">
                  <a16:creationId xmlns:a16="http://schemas.microsoft.com/office/drawing/2014/main" id="{FAEE47DB-C38E-7488-9AE2-03221A0A8EBA}"/>
                </a:ext>
              </a:extLst>
            </p:cNvPr>
            <p:cNvSpPr/>
            <p:nvPr/>
          </p:nvSpPr>
          <p:spPr>
            <a:xfrm>
              <a:off x="1752600" y="4479715"/>
              <a:ext cx="9509760" cy="1371600"/>
            </a:xfrm>
            <a:prstGeom prst="rect">
              <a:avLst/>
            </a:prstGeom>
            <a:grp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5000"/>
                </a:lnSpc>
                <a:buNone/>
              </a:pPr>
              <a:r>
                <a:rPr lang="en-US" sz="2300" i="1" dirty="0">
                  <a:solidFill>
                    <a:srgbClr val="FFFFFF"/>
                  </a:solidFill>
                  <a:latin typeface="+mj-lt"/>
                  <a:ea typeface="Cambria" pitchFamily="34" charset="-122"/>
                  <a:cs typeface="Cambria" pitchFamily="34" charset="-120"/>
                </a:rPr>
                <a:t>Wie können natürlichsprachliche HAZOP-Fragen anhand nachvollziehbarer Anlagenevidenz beantwortet werden, ohne das Sprachmodell selbst als Wissensquelle zu verwenden?</a:t>
              </a:r>
              <a:endParaRPr lang="en-US" sz="2300" dirty="0">
                <a:latin typeface="+mj-lt"/>
              </a:endParaRPr>
            </a:p>
          </p:txBody>
        </p:sp>
      </p:grpSp>
    </p:spTree>
    <p:extLst>
      <p:ext uri="{BB962C8B-B14F-4D97-AF65-F5344CB8AC3E}">
        <p14:creationId xmlns:p14="http://schemas.microsoft.com/office/powerpoint/2010/main" val="2213360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F48BE-4E14-C81C-8522-BD359699A085}"/>
              </a:ext>
            </a:extLst>
          </p:cNvPr>
          <p:cNvSpPr>
            <a:spLocks noGrp="1"/>
          </p:cNvSpPr>
          <p:nvPr>
            <p:ph type="title"/>
          </p:nvPr>
        </p:nvSpPr>
        <p:spPr/>
        <p:txBody>
          <a:bodyPr/>
          <a:lstStyle/>
          <a:p>
            <a:r>
              <a:rPr lang="en-US" b="1" dirty="0">
                <a:solidFill>
                  <a:srgbClr val="474F5F"/>
                </a:solidFill>
              </a:rPr>
              <a:t>Agenda</a:t>
            </a:r>
            <a:endParaRPr lang="en-DE" b="1" dirty="0">
              <a:solidFill>
                <a:srgbClr val="474F5F"/>
              </a:solidFill>
            </a:endParaRPr>
          </a:p>
        </p:txBody>
      </p:sp>
      <p:sp>
        <p:nvSpPr>
          <p:cNvPr id="3" name="Content Placeholder 2">
            <a:extLst>
              <a:ext uri="{FF2B5EF4-FFF2-40B4-BE49-F238E27FC236}">
                <a16:creationId xmlns:a16="http://schemas.microsoft.com/office/drawing/2014/main" id="{E7C7FA09-F792-D4F8-0251-C0FEF31B940A}"/>
              </a:ext>
            </a:extLst>
          </p:cNvPr>
          <p:cNvSpPr>
            <a:spLocks noGrp="1"/>
          </p:cNvSpPr>
          <p:nvPr>
            <p:ph idx="1"/>
          </p:nvPr>
        </p:nvSpPr>
        <p:spPr/>
        <p:txBody>
          <a:bodyPr/>
          <a:lstStyle/>
          <a:p>
            <a:pPr marL="457200" indent="-457200">
              <a:buAutoNum type="arabicPeriod"/>
            </a:pPr>
            <a:r>
              <a:rPr lang="en-US" dirty="0"/>
              <a:t>Motivation</a:t>
            </a:r>
          </a:p>
          <a:p>
            <a:pPr marL="690563" lvl="2" indent="-457200"/>
            <a:r>
              <a:rPr lang="en-US" dirty="0" err="1"/>
              <a:t>Warum</a:t>
            </a:r>
            <a:r>
              <a:rPr lang="en-US" dirty="0"/>
              <a:t> </a:t>
            </a:r>
            <a:r>
              <a:rPr lang="en-US" dirty="0" err="1"/>
              <a:t>ist</a:t>
            </a:r>
            <a:r>
              <a:rPr lang="en-US" dirty="0"/>
              <a:t> HAZOP-</a:t>
            </a:r>
            <a:r>
              <a:rPr lang="en-US" dirty="0" err="1"/>
              <a:t>Vorbereitung</a:t>
            </a:r>
            <a:r>
              <a:rPr lang="en-US" dirty="0"/>
              <a:t> </a:t>
            </a:r>
            <a:r>
              <a:rPr lang="en-US" dirty="0" err="1"/>
              <a:t>aufwendig</a:t>
            </a:r>
            <a:r>
              <a:rPr lang="en-US" dirty="0"/>
              <a:t>?</a:t>
            </a:r>
          </a:p>
          <a:p>
            <a:pPr marL="690563" lvl="2" indent="-457200"/>
            <a:r>
              <a:rPr lang="en-US" dirty="0"/>
              <a:t>Ziel &amp; </a:t>
            </a:r>
            <a:r>
              <a:rPr lang="en-US" dirty="0" err="1"/>
              <a:t>Abgrenzung</a:t>
            </a:r>
            <a:endParaRPr lang="en-US" dirty="0"/>
          </a:p>
          <a:p>
            <a:pPr marL="457200" indent="-457200">
              <a:buAutoNum type="arabicPeriod"/>
            </a:pPr>
            <a:r>
              <a:rPr lang="en-US" dirty="0" err="1"/>
              <a:t>Architektur</a:t>
            </a:r>
            <a:endParaRPr lang="en-US" dirty="0"/>
          </a:p>
          <a:p>
            <a:pPr marL="690563" lvl="2" indent="-457200"/>
            <a:r>
              <a:rPr lang="en-US" dirty="0"/>
              <a:t>Reasoning-</a:t>
            </a:r>
            <a:r>
              <a:rPr lang="en-US" dirty="0" err="1"/>
              <a:t>Beispiel</a:t>
            </a:r>
            <a:endParaRPr lang="en-US" dirty="0"/>
          </a:p>
          <a:p>
            <a:pPr marL="690563" lvl="2" indent="-457200"/>
            <a:r>
              <a:rPr lang="en-US" dirty="0" err="1"/>
              <a:t>Architektur</a:t>
            </a:r>
            <a:endParaRPr lang="en-US" dirty="0"/>
          </a:p>
          <a:p>
            <a:pPr marL="457200" indent="-457200">
              <a:buAutoNum type="arabicPeriod"/>
            </a:pPr>
            <a:r>
              <a:rPr lang="en-US" dirty="0"/>
              <a:t>Evaluation</a:t>
            </a:r>
          </a:p>
          <a:p>
            <a:pPr marL="690563" lvl="2" indent="-457200"/>
            <a:r>
              <a:rPr lang="en-US" dirty="0" err="1"/>
              <a:t>Testaufbau</a:t>
            </a:r>
            <a:endParaRPr lang="en-US" dirty="0"/>
          </a:p>
          <a:p>
            <a:pPr marL="690563" lvl="2" indent="-457200"/>
            <a:r>
              <a:rPr lang="en-US" dirty="0" err="1"/>
              <a:t>Ergebnisse</a:t>
            </a:r>
            <a:endParaRPr lang="en-US" dirty="0"/>
          </a:p>
          <a:p>
            <a:pPr marL="457200" indent="-457200">
              <a:buAutoNum type="arabicPeriod"/>
            </a:pPr>
            <a:r>
              <a:rPr lang="en-US" dirty="0" err="1"/>
              <a:t>Fazit</a:t>
            </a:r>
            <a:r>
              <a:rPr lang="en-US" dirty="0"/>
              <a:t> und </a:t>
            </a:r>
            <a:r>
              <a:rPr lang="en-US" dirty="0" err="1"/>
              <a:t>Ausblick</a:t>
            </a:r>
            <a:endParaRPr lang="en-DE" dirty="0"/>
          </a:p>
        </p:txBody>
      </p:sp>
    </p:spTree>
    <p:extLst>
      <p:ext uri="{BB962C8B-B14F-4D97-AF65-F5344CB8AC3E}">
        <p14:creationId xmlns:p14="http://schemas.microsoft.com/office/powerpoint/2010/main" val="3396866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14BF398-A951-2B2B-004E-89A95FB1B1E8}"/>
              </a:ext>
            </a:extLst>
          </p:cNvPr>
          <p:cNvSpPr>
            <a:spLocks noGrp="1"/>
          </p:cNvSpPr>
          <p:nvPr>
            <p:ph type="title"/>
          </p:nvPr>
        </p:nvSpPr>
        <p:spPr/>
        <p:txBody>
          <a:bodyPr/>
          <a:lstStyle/>
          <a:p>
            <a:r>
              <a:rPr lang="de-DE" dirty="0"/>
              <a:t>Motivation</a:t>
            </a:r>
          </a:p>
        </p:txBody>
      </p:sp>
      <p:sp>
        <p:nvSpPr>
          <p:cNvPr id="3" name="Textplatzhalter 2">
            <a:extLst>
              <a:ext uri="{FF2B5EF4-FFF2-40B4-BE49-F238E27FC236}">
                <a16:creationId xmlns:a16="http://schemas.microsoft.com/office/drawing/2014/main" id="{B225B4D9-2A90-97D4-A06E-DFF997CE816A}"/>
              </a:ext>
            </a:extLst>
          </p:cNvPr>
          <p:cNvSpPr>
            <a:spLocks noGrp="1"/>
          </p:cNvSpPr>
          <p:nvPr>
            <p:ph type="body" sz="quarter" idx="10"/>
          </p:nvPr>
        </p:nvSpPr>
        <p:spPr/>
        <p:txBody>
          <a:bodyPr/>
          <a:lstStyle/>
          <a:p>
            <a:endParaRPr lang="de-DE"/>
          </a:p>
        </p:txBody>
      </p:sp>
    </p:spTree>
    <p:extLst>
      <p:ext uri="{BB962C8B-B14F-4D97-AF65-F5344CB8AC3E}">
        <p14:creationId xmlns:p14="http://schemas.microsoft.com/office/powerpoint/2010/main" val="25270266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5C0A3-5FD0-781D-4272-12C1F9D5FE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8A814-828A-7405-B1F3-02A03EF60853}"/>
              </a:ext>
            </a:extLst>
          </p:cNvPr>
          <p:cNvSpPr>
            <a:spLocks noGrp="1"/>
          </p:cNvSpPr>
          <p:nvPr>
            <p:ph type="title"/>
          </p:nvPr>
        </p:nvSpPr>
        <p:spPr/>
        <p:txBody>
          <a:bodyPr/>
          <a:lstStyle/>
          <a:p>
            <a:r>
              <a:rPr lang="en-US" b="1" dirty="0" err="1">
                <a:solidFill>
                  <a:srgbClr val="474F5F"/>
                </a:solidFill>
              </a:rPr>
              <a:t>Warum</a:t>
            </a:r>
            <a:r>
              <a:rPr lang="en-US" b="1" dirty="0">
                <a:solidFill>
                  <a:srgbClr val="474F5F"/>
                </a:solidFill>
              </a:rPr>
              <a:t> </a:t>
            </a:r>
            <a:r>
              <a:rPr lang="en-US" b="1" dirty="0" err="1">
                <a:solidFill>
                  <a:srgbClr val="474F5F"/>
                </a:solidFill>
              </a:rPr>
              <a:t>ist</a:t>
            </a:r>
            <a:r>
              <a:rPr lang="en-US" b="1" dirty="0">
                <a:solidFill>
                  <a:srgbClr val="474F5F"/>
                </a:solidFill>
              </a:rPr>
              <a:t> HAZOP-</a:t>
            </a:r>
            <a:r>
              <a:rPr lang="en-US" b="1" dirty="0" err="1">
                <a:solidFill>
                  <a:srgbClr val="474F5F"/>
                </a:solidFill>
              </a:rPr>
              <a:t>Vorbereitung</a:t>
            </a:r>
            <a:r>
              <a:rPr lang="en-US" b="1" dirty="0">
                <a:solidFill>
                  <a:srgbClr val="474F5F"/>
                </a:solidFill>
              </a:rPr>
              <a:t> </a:t>
            </a:r>
            <a:r>
              <a:rPr lang="en-US" b="1" dirty="0" err="1">
                <a:solidFill>
                  <a:srgbClr val="474F5F"/>
                </a:solidFill>
              </a:rPr>
              <a:t>aufwendig</a:t>
            </a:r>
            <a:r>
              <a:rPr lang="en-US" b="1" dirty="0">
                <a:solidFill>
                  <a:srgbClr val="474F5F"/>
                </a:solidFill>
              </a:rPr>
              <a:t>?</a:t>
            </a:r>
            <a:endParaRPr lang="en-DE" b="1" dirty="0">
              <a:solidFill>
                <a:srgbClr val="474F5F"/>
              </a:solidFill>
            </a:endParaRPr>
          </a:p>
        </p:txBody>
      </p:sp>
      <p:sp>
        <p:nvSpPr>
          <p:cNvPr id="3" name="Content Placeholder 2">
            <a:extLst>
              <a:ext uri="{FF2B5EF4-FFF2-40B4-BE49-F238E27FC236}">
                <a16:creationId xmlns:a16="http://schemas.microsoft.com/office/drawing/2014/main" id="{8CD2F7B1-CD72-DC7A-C15B-A91BC79E9355}"/>
              </a:ext>
            </a:extLst>
          </p:cNvPr>
          <p:cNvSpPr>
            <a:spLocks noGrp="1"/>
          </p:cNvSpPr>
          <p:nvPr>
            <p:ph idx="1"/>
          </p:nvPr>
        </p:nvSpPr>
        <p:spPr/>
        <p:txBody>
          <a:bodyPr/>
          <a:lstStyle/>
          <a:p>
            <a:r>
              <a:rPr lang="en-US" sz="1800" b="1" dirty="0">
                <a:solidFill>
                  <a:srgbClr val="1D2433"/>
                </a:solidFill>
                <a:ea typeface="Calibri" pitchFamily="34" charset="-122"/>
                <a:cs typeface="Calibri" pitchFamily="34" charset="-120"/>
              </a:rPr>
              <a:t>Problem:</a:t>
            </a:r>
          </a:p>
          <a:p>
            <a:pPr marL="285750" indent="-285750">
              <a:spcBef>
                <a:spcPts val="300"/>
              </a:spcBef>
              <a:buFont typeface="Arial" panose="020B0604020202020204" pitchFamily="34" charset="0"/>
              <a:buChar char="•"/>
            </a:pPr>
            <a:r>
              <a:rPr lang="en-DE" sz="1800" dirty="0"/>
              <a:t>Die HAZOP-</a:t>
            </a:r>
            <a:r>
              <a:rPr lang="en-DE" sz="1800" dirty="0" err="1"/>
              <a:t>Vorbereitung</a:t>
            </a:r>
            <a:r>
              <a:rPr lang="en-DE" sz="1800" dirty="0"/>
              <a:t> </a:t>
            </a:r>
            <a:r>
              <a:rPr lang="en-DE" sz="1800" dirty="0" err="1"/>
              <a:t>stützt</a:t>
            </a:r>
            <a:r>
              <a:rPr lang="en-DE" sz="1800" dirty="0"/>
              <a:t> </a:t>
            </a:r>
            <a:r>
              <a:rPr lang="en-DE" sz="1800" dirty="0" err="1"/>
              <a:t>sich</a:t>
            </a:r>
            <a:r>
              <a:rPr lang="en-DE" sz="1800" dirty="0"/>
              <a:t> </a:t>
            </a:r>
            <a:r>
              <a:rPr lang="en-DE" sz="1800" dirty="0" err="1"/>
              <a:t>wesentlich</a:t>
            </a:r>
            <a:r>
              <a:rPr lang="en-DE" sz="1800" dirty="0"/>
              <a:t> auf </a:t>
            </a:r>
            <a:r>
              <a:rPr lang="en-DE" sz="1800" dirty="0" err="1"/>
              <a:t>P&amp;IDs</a:t>
            </a:r>
            <a:r>
              <a:rPr lang="en-DE" sz="1800" dirty="0"/>
              <a:t> und </a:t>
            </a:r>
            <a:r>
              <a:rPr lang="en-DE" sz="1800" dirty="0" err="1"/>
              <a:t>Expertenwissen</a:t>
            </a:r>
            <a:r>
              <a:rPr lang="en-US" sz="1800" dirty="0"/>
              <a:t> </a:t>
            </a:r>
            <a:r>
              <a:rPr lang="en-DE" sz="1800" dirty="0"/>
              <a:t>[1]</a:t>
            </a:r>
            <a:r>
              <a:rPr lang="en-US" sz="1800" dirty="0"/>
              <a:t>.</a:t>
            </a:r>
          </a:p>
          <a:p>
            <a:pPr marL="285750" indent="-285750">
              <a:spcBef>
                <a:spcPts val="300"/>
              </a:spcBef>
              <a:buFont typeface="Arial" panose="020B0604020202020204" pitchFamily="34" charset="0"/>
              <a:buChar char="•"/>
            </a:pPr>
            <a:r>
              <a:rPr lang="en-DE" sz="1800" dirty="0" err="1"/>
              <a:t>Relevante</a:t>
            </a:r>
            <a:r>
              <a:rPr lang="en-DE" sz="1800" dirty="0"/>
              <a:t> </a:t>
            </a:r>
            <a:r>
              <a:rPr lang="en-DE" sz="1800" dirty="0" err="1"/>
              <a:t>Anlageninformationen</a:t>
            </a:r>
            <a:r>
              <a:rPr lang="en-DE" sz="1800" dirty="0"/>
              <a:t> </a:t>
            </a:r>
            <a:r>
              <a:rPr lang="en-DE" sz="1800" dirty="0" err="1"/>
              <a:t>müssen</a:t>
            </a:r>
            <a:r>
              <a:rPr lang="en-DE" sz="1800" dirty="0"/>
              <a:t> </a:t>
            </a:r>
            <a:r>
              <a:rPr lang="en-DE" sz="1800" dirty="0" err="1"/>
              <a:t>aus</a:t>
            </a:r>
            <a:r>
              <a:rPr lang="en-DE" sz="1800" dirty="0"/>
              <a:t> </a:t>
            </a:r>
            <a:r>
              <a:rPr lang="en-DE" sz="1800" dirty="0" err="1"/>
              <a:t>P&amp;IDs</a:t>
            </a:r>
            <a:r>
              <a:rPr lang="en-DE" sz="1800" dirty="0"/>
              <a:t> und </a:t>
            </a:r>
            <a:r>
              <a:rPr lang="en-DE" sz="1800" dirty="0" err="1"/>
              <a:t>weiteren</a:t>
            </a:r>
            <a:r>
              <a:rPr lang="en-DE" sz="1800" dirty="0"/>
              <a:t> Engineering-</a:t>
            </a:r>
            <a:r>
              <a:rPr lang="en-DE" sz="1800" dirty="0" err="1"/>
              <a:t>Daten</a:t>
            </a:r>
            <a:r>
              <a:rPr lang="en-DE" sz="1800" dirty="0"/>
              <a:t> </a:t>
            </a:r>
            <a:r>
              <a:rPr lang="en-DE" sz="1800" dirty="0" err="1"/>
              <a:t>manuell</a:t>
            </a:r>
            <a:r>
              <a:rPr lang="en-DE" sz="1800" dirty="0"/>
              <a:t> </a:t>
            </a:r>
            <a:r>
              <a:rPr lang="en-DE" sz="1800" dirty="0" err="1"/>
              <a:t>zusammengeführt</a:t>
            </a:r>
            <a:r>
              <a:rPr lang="en-DE" sz="1800" dirty="0"/>
              <a:t> </a:t>
            </a:r>
            <a:r>
              <a:rPr lang="en-DE" sz="1800" dirty="0" err="1"/>
              <a:t>werden</a:t>
            </a:r>
            <a:r>
              <a:rPr lang="en-DE" sz="1800" dirty="0"/>
              <a:t>.</a:t>
            </a:r>
            <a:endParaRPr lang="en-US" sz="1800" dirty="0"/>
          </a:p>
          <a:p>
            <a:pPr marL="285750" indent="-285750">
              <a:spcBef>
                <a:spcPts val="300"/>
              </a:spcBef>
              <a:buFont typeface="Arial" panose="020B0604020202020204" pitchFamily="34" charset="0"/>
              <a:buChar char="•"/>
            </a:pPr>
            <a:r>
              <a:rPr lang="en-DE" sz="1800" dirty="0" err="1"/>
              <a:t>Mehrstufige</a:t>
            </a:r>
            <a:r>
              <a:rPr lang="en-DE" sz="1800" dirty="0"/>
              <a:t> </a:t>
            </a:r>
            <a:r>
              <a:rPr lang="en-DE" sz="1800" dirty="0" err="1"/>
              <a:t>technische</a:t>
            </a:r>
            <a:r>
              <a:rPr lang="en-DE" sz="1800" dirty="0"/>
              <a:t> </a:t>
            </a:r>
            <a:r>
              <a:rPr lang="en-DE" sz="1800" dirty="0" err="1"/>
              <a:t>Beziehungen</a:t>
            </a:r>
            <a:r>
              <a:rPr lang="en-US" sz="1800" dirty="0"/>
              <a:t> </a:t>
            </a:r>
            <a:r>
              <a:rPr lang="en-DE" sz="1800" dirty="0" err="1"/>
              <a:t>zwischen</a:t>
            </a:r>
            <a:r>
              <a:rPr lang="en-DE" sz="1800" dirty="0"/>
              <a:t> </a:t>
            </a:r>
            <a:r>
              <a:rPr lang="en-DE" sz="1800" dirty="0" err="1"/>
              <a:t>sind</a:t>
            </a:r>
            <a:r>
              <a:rPr lang="en-DE" sz="1800" dirty="0"/>
              <a:t> </a:t>
            </a:r>
            <a:r>
              <a:rPr lang="en-DE" sz="1800" dirty="0" err="1"/>
              <a:t>im</a:t>
            </a:r>
            <a:r>
              <a:rPr lang="en-DE" sz="1800" dirty="0"/>
              <a:t> P&amp;ID nicht </a:t>
            </a:r>
            <a:r>
              <a:rPr lang="en-DE" sz="1800" dirty="0" err="1"/>
              <a:t>direkt</a:t>
            </a:r>
            <a:r>
              <a:rPr lang="en-DE" sz="1800" dirty="0"/>
              <a:t> </a:t>
            </a:r>
            <a:r>
              <a:rPr lang="en-DE" sz="1800" dirty="0" err="1"/>
              <a:t>ablesbar</a:t>
            </a:r>
            <a:r>
              <a:rPr lang="en-DE" sz="1800" dirty="0"/>
              <a:t>.</a:t>
            </a:r>
            <a:endParaRPr lang="en-US" sz="1800" dirty="0"/>
          </a:p>
          <a:p>
            <a:pPr>
              <a:spcBef>
                <a:spcPts val="300"/>
              </a:spcBef>
            </a:pPr>
            <a:r>
              <a:rPr lang="en-DE" sz="1800" b="1" dirty="0" err="1"/>
              <a:t>Digitale</a:t>
            </a:r>
            <a:r>
              <a:rPr lang="en-DE" sz="1800" b="1" dirty="0"/>
              <a:t> Chance und </a:t>
            </a:r>
            <a:r>
              <a:rPr lang="en-DE" sz="1800" b="1" dirty="0" err="1"/>
              <a:t>Herausforderung</a:t>
            </a:r>
            <a:r>
              <a:rPr lang="en-US" sz="1800" b="1" dirty="0"/>
              <a:t>:</a:t>
            </a:r>
          </a:p>
          <a:p>
            <a:pPr marL="285750" indent="-285750">
              <a:spcBef>
                <a:spcPts val="300"/>
              </a:spcBef>
              <a:buFont typeface="Arial" panose="020B0604020202020204" pitchFamily="34" charset="0"/>
              <a:buChar char="•"/>
            </a:pPr>
            <a:r>
              <a:rPr lang="en-DE" sz="1800" dirty="0"/>
              <a:t>DEXPI </a:t>
            </a:r>
            <a:r>
              <a:rPr lang="en-DE" sz="1800" dirty="0" err="1"/>
              <a:t>stellt</a:t>
            </a:r>
            <a:r>
              <a:rPr lang="en-DE" sz="1800" dirty="0"/>
              <a:t> P&amp;ID-</a:t>
            </a:r>
            <a:r>
              <a:rPr lang="en-DE" sz="1800" dirty="0" err="1"/>
              <a:t>Daten</a:t>
            </a:r>
            <a:r>
              <a:rPr lang="en-DE" sz="1800" dirty="0"/>
              <a:t> </a:t>
            </a:r>
            <a:r>
              <a:rPr lang="en-DE" sz="1800" dirty="0" err="1"/>
              <a:t>strukturiert</a:t>
            </a:r>
            <a:r>
              <a:rPr lang="en-DE" sz="1800" dirty="0"/>
              <a:t> und </a:t>
            </a:r>
            <a:r>
              <a:rPr lang="en-DE" sz="1800" dirty="0" err="1"/>
              <a:t>maschinenlesbar</a:t>
            </a:r>
            <a:r>
              <a:rPr lang="en-DE" sz="1800" dirty="0"/>
              <a:t> </a:t>
            </a:r>
            <a:r>
              <a:rPr lang="en-DE" sz="1800" dirty="0" err="1"/>
              <a:t>bereit</a:t>
            </a:r>
            <a:r>
              <a:rPr lang="en-US" sz="1800" dirty="0"/>
              <a:t>.</a:t>
            </a:r>
          </a:p>
          <a:p>
            <a:pPr marL="285750" indent="-285750">
              <a:spcBef>
                <a:spcPts val="300"/>
              </a:spcBef>
              <a:buFont typeface="Arial" panose="020B0604020202020204" pitchFamily="34" charset="0"/>
              <a:buChar char="•"/>
            </a:pPr>
            <a:r>
              <a:rPr lang="en-DE" sz="1800" dirty="0" err="1"/>
              <a:t>Sprachmodelle</a:t>
            </a:r>
            <a:r>
              <a:rPr lang="en-DE" sz="1800" dirty="0"/>
              <a:t> </a:t>
            </a:r>
            <a:r>
              <a:rPr lang="en-DE" sz="1800" dirty="0" err="1"/>
              <a:t>ermöglichen</a:t>
            </a:r>
            <a:r>
              <a:rPr lang="en-DE" sz="1800" dirty="0"/>
              <a:t> </a:t>
            </a:r>
            <a:r>
              <a:rPr lang="en-DE" sz="1800" dirty="0" err="1"/>
              <a:t>natürliche</a:t>
            </a:r>
            <a:r>
              <a:rPr lang="en-DE" sz="1800" dirty="0"/>
              <a:t> </a:t>
            </a:r>
            <a:r>
              <a:rPr lang="en-DE" sz="1800" dirty="0" err="1"/>
              <a:t>Abfragen</a:t>
            </a:r>
            <a:r>
              <a:rPr lang="en-DE" sz="1800" dirty="0"/>
              <a:t>, </a:t>
            </a:r>
            <a:r>
              <a:rPr lang="en-DE" sz="1800" dirty="0" err="1"/>
              <a:t>können</a:t>
            </a:r>
            <a:r>
              <a:rPr lang="en-DE" sz="1800" dirty="0"/>
              <a:t> </a:t>
            </a:r>
            <a:r>
              <a:rPr lang="en-DE" sz="1800" dirty="0" err="1"/>
              <a:t>aber</a:t>
            </a:r>
            <a:r>
              <a:rPr lang="en-DE" sz="1800" dirty="0"/>
              <a:t> </a:t>
            </a:r>
            <a:r>
              <a:rPr lang="en-DE" sz="1800" dirty="0" err="1"/>
              <a:t>unbelegte</a:t>
            </a:r>
            <a:r>
              <a:rPr lang="en-DE" sz="1800" dirty="0"/>
              <a:t> </a:t>
            </a:r>
            <a:r>
              <a:rPr lang="en-DE" sz="1800" dirty="0" err="1"/>
              <a:t>technische</a:t>
            </a:r>
            <a:r>
              <a:rPr lang="en-DE" sz="1800" dirty="0"/>
              <a:t> </a:t>
            </a:r>
            <a:r>
              <a:rPr lang="en-DE" sz="1800" dirty="0" err="1"/>
              <a:t>Aussagen</a:t>
            </a:r>
            <a:r>
              <a:rPr lang="en-DE" sz="1800" dirty="0"/>
              <a:t> </a:t>
            </a:r>
            <a:r>
              <a:rPr lang="en-DE" sz="1800" dirty="0" err="1"/>
              <a:t>erzeugen</a:t>
            </a:r>
            <a:r>
              <a:rPr lang="en-US" sz="1800" dirty="0"/>
              <a:t> </a:t>
            </a:r>
            <a:r>
              <a:rPr lang="en-DE" sz="1800" dirty="0"/>
              <a:t>[</a:t>
            </a:r>
            <a:r>
              <a:rPr lang="en-US" sz="1800" dirty="0"/>
              <a:t>2</a:t>
            </a:r>
            <a:r>
              <a:rPr lang="en-DE" sz="1800" dirty="0"/>
              <a:t>], [</a:t>
            </a:r>
            <a:r>
              <a:rPr lang="en-US" sz="1800" dirty="0"/>
              <a:t>3</a:t>
            </a:r>
            <a:r>
              <a:rPr lang="en-DE" sz="1800" dirty="0"/>
              <a:t>]</a:t>
            </a:r>
            <a:r>
              <a:rPr lang="en-US" sz="1800" dirty="0"/>
              <a:t>.</a:t>
            </a:r>
            <a:endParaRPr lang="en-US" sz="1800" dirty="0">
              <a:solidFill>
                <a:srgbClr val="1D2433"/>
              </a:solidFill>
              <a:ea typeface="Calibri" pitchFamily="34" charset="-122"/>
              <a:cs typeface="Calibri" pitchFamily="34" charset="-120"/>
            </a:endParaRPr>
          </a:p>
          <a:p>
            <a:endParaRPr lang="en-US" sz="1800" dirty="0"/>
          </a:p>
          <a:p>
            <a:endParaRPr lang="en-US" sz="1800" dirty="0"/>
          </a:p>
          <a:p>
            <a:endParaRPr lang="en-DE" sz="1800" dirty="0"/>
          </a:p>
        </p:txBody>
      </p:sp>
      <p:sp>
        <p:nvSpPr>
          <p:cNvPr id="5" name="Text 9">
            <a:extLst>
              <a:ext uri="{FF2B5EF4-FFF2-40B4-BE49-F238E27FC236}">
                <a16:creationId xmlns:a16="http://schemas.microsoft.com/office/drawing/2014/main" id="{5520DF76-EC28-EAB2-094A-08FC6095DCF4}"/>
              </a:ext>
            </a:extLst>
          </p:cNvPr>
          <p:cNvSpPr/>
          <p:nvPr/>
        </p:nvSpPr>
        <p:spPr>
          <a:xfrm>
            <a:off x="457200" y="1719072"/>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12">
            <a:extLst>
              <a:ext uri="{FF2B5EF4-FFF2-40B4-BE49-F238E27FC236}">
                <a16:creationId xmlns:a16="http://schemas.microsoft.com/office/drawing/2014/main" id="{53B44055-76B6-97C4-174A-D0CE4A3CB5AD}"/>
              </a:ext>
            </a:extLst>
          </p:cNvPr>
          <p:cNvSpPr/>
          <p:nvPr/>
        </p:nvSpPr>
        <p:spPr>
          <a:xfrm>
            <a:off x="457200" y="2231136"/>
            <a:ext cx="310896" cy="310896"/>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grpSp>
        <p:nvGrpSpPr>
          <p:cNvPr id="23" name="Group 22">
            <a:extLst>
              <a:ext uri="{FF2B5EF4-FFF2-40B4-BE49-F238E27FC236}">
                <a16:creationId xmlns:a16="http://schemas.microsoft.com/office/drawing/2014/main" id="{762718FF-2BE1-A727-FD35-B3620FE36E4F}"/>
              </a:ext>
            </a:extLst>
          </p:cNvPr>
          <p:cNvGrpSpPr/>
          <p:nvPr/>
        </p:nvGrpSpPr>
        <p:grpSpPr>
          <a:xfrm>
            <a:off x="609599" y="4992625"/>
            <a:ext cx="10972801" cy="1050543"/>
            <a:chOff x="609599" y="4764025"/>
            <a:chExt cx="10972801" cy="1050543"/>
          </a:xfrm>
        </p:grpSpPr>
        <p:sp>
          <p:nvSpPr>
            <p:cNvPr id="20" name="Rectangle: Rounded Corners 19">
              <a:extLst>
                <a:ext uri="{FF2B5EF4-FFF2-40B4-BE49-F238E27FC236}">
                  <a16:creationId xmlns:a16="http://schemas.microsoft.com/office/drawing/2014/main" id="{EB11D509-76D9-B581-D361-5FB299FBDE3E}"/>
                </a:ext>
              </a:extLst>
            </p:cNvPr>
            <p:cNvSpPr/>
            <p:nvPr/>
          </p:nvSpPr>
          <p:spPr>
            <a:xfrm>
              <a:off x="609599" y="4764025"/>
              <a:ext cx="10972801" cy="1050543"/>
            </a:xfrm>
            <a:prstGeom prst="roundRect">
              <a:avLst/>
            </a:prstGeom>
            <a:solidFill>
              <a:schemeClr val="accent4">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1" name="Rectangle: Rounded Corners 20">
              <a:extLst>
                <a:ext uri="{FF2B5EF4-FFF2-40B4-BE49-F238E27FC236}">
                  <a16:creationId xmlns:a16="http://schemas.microsoft.com/office/drawing/2014/main" id="{90456820-6151-D5C2-6A09-1C31B045CA90}"/>
                </a:ext>
              </a:extLst>
            </p:cNvPr>
            <p:cNvSpPr/>
            <p:nvPr/>
          </p:nvSpPr>
          <p:spPr>
            <a:xfrm>
              <a:off x="960122" y="4919473"/>
              <a:ext cx="109728" cy="78198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2" name="TextBox 21">
              <a:extLst>
                <a:ext uri="{FF2B5EF4-FFF2-40B4-BE49-F238E27FC236}">
                  <a16:creationId xmlns:a16="http://schemas.microsoft.com/office/drawing/2014/main" id="{1D276659-B263-B69B-87C5-5F1607206CDA}"/>
                </a:ext>
              </a:extLst>
            </p:cNvPr>
            <p:cNvSpPr txBox="1"/>
            <p:nvPr/>
          </p:nvSpPr>
          <p:spPr>
            <a:xfrm>
              <a:off x="1162598" y="4910330"/>
              <a:ext cx="9866804" cy="646331"/>
            </a:xfrm>
            <a:prstGeom prst="rect">
              <a:avLst/>
            </a:prstGeom>
            <a:noFill/>
          </p:spPr>
          <p:txBody>
            <a:bodyPr wrap="none" rtlCol="0">
              <a:spAutoFit/>
            </a:bodyPr>
            <a:lstStyle/>
            <a:p>
              <a:r>
                <a:rPr lang="en-US" b="1" dirty="0" err="1">
                  <a:solidFill>
                    <a:schemeClr val="bg1"/>
                  </a:solidFill>
                </a:rPr>
                <a:t>Bedarf</a:t>
              </a:r>
              <a:r>
                <a:rPr lang="en-US" b="1" dirty="0">
                  <a:solidFill>
                    <a:schemeClr val="bg1"/>
                  </a:solidFill>
                </a:rPr>
                <a:t>:</a:t>
              </a:r>
            </a:p>
            <a:p>
              <a:r>
                <a:rPr lang="en-US" i="1" dirty="0">
                  <a:solidFill>
                    <a:schemeClr val="bg1"/>
                  </a:solidFill>
                </a:rPr>
                <a:t>	</a:t>
              </a:r>
              <a:r>
                <a:rPr lang="en-DE" i="1" dirty="0" err="1">
                  <a:solidFill>
                    <a:schemeClr val="bg1"/>
                  </a:solidFill>
                </a:rPr>
                <a:t>Natürlichsprachliche</a:t>
              </a:r>
              <a:r>
                <a:rPr lang="en-DE" i="1" dirty="0">
                  <a:solidFill>
                    <a:schemeClr val="bg1"/>
                  </a:solidFill>
                </a:rPr>
                <a:t> </a:t>
              </a:r>
              <a:r>
                <a:rPr lang="en-DE" i="1" dirty="0" err="1">
                  <a:solidFill>
                    <a:schemeClr val="bg1"/>
                  </a:solidFill>
                </a:rPr>
                <a:t>Abfragen</a:t>
              </a:r>
              <a:r>
                <a:rPr lang="en-DE" i="1" dirty="0">
                  <a:solidFill>
                    <a:schemeClr val="bg1"/>
                  </a:solidFill>
                </a:rPr>
                <a:t> </a:t>
              </a:r>
              <a:r>
                <a:rPr lang="en-DE" i="1" dirty="0" err="1">
                  <a:solidFill>
                    <a:schemeClr val="bg1"/>
                  </a:solidFill>
                </a:rPr>
                <a:t>mit</a:t>
              </a:r>
              <a:r>
                <a:rPr lang="en-DE" i="1" dirty="0">
                  <a:solidFill>
                    <a:schemeClr val="bg1"/>
                  </a:solidFill>
                </a:rPr>
                <a:t> </a:t>
              </a:r>
              <a:r>
                <a:rPr lang="en-DE" i="1" dirty="0" err="1">
                  <a:solidFill>
                    <a:schemeClr val="bg1"/>
                  </a:solidFill>
                </a:rPr>
                <a:t>nachvollziehbarer</a:t>
              </a:r>
              <a:r>
                <a:rPr lang="en-DE" i="1" dirty="0">
                  <a:solidFill>
                    <a:schemeClr val="bg1"/>
                  </a:solidFill>
                </a:rPr>
                <a:t> </a:t>
              </a:r>
              <a:r>
                <a:rPr lang="en-DE" i="1" dirty="0" err="1">
                  <a:solidFill>
                    <a:schemeClr val="bg1"/>
                  </a:solidFill>
                </a:rPr>
                <a:t>Evidenz</a:t>
              </a:r>
              <a:r>
                <a:rPr lang="en-DE" i="1" dirty="0">
                  <a:solidFill>
                    <a:schemeClr val="bg1"/>
                  </a:solidFill>
                </a:rPr>
                <a:t> </a:t>
              </a:r>
              <a:r>
                <a:rPr lang="en-DE" i="1" dirty="0" err="1">
                  <a:solidFill>
                    <a:schemeClr val="bg1"/>
                  </a:solidFill>
                </a:rPr>
                <a:t>aus</a:t>
              </a:r>
              <a:r>
                <a:rPr lang="en-DE" i="1" dirty="0">
                  <a:solidFill>
                    <a:schemeClr val="bg1"/>
                  </a:solidFill>
                </a:rPr>
                <a:t> dem </a:t>
              </a:r>
              <a:r>
                <a:rPr lang="en-DE" i="1" dirty="0" err="1">
                  <a:solidFill>
                    <a:schemeClr val="bg1"/>
                  </a:solidFill>
                </a:rPr>
                <a:t>Anlagenmodell</a:t>
              </a:r>
              <a:endParaRPr lang="en-US" i="1" dirty="0">
                <a:solidFill>
                  <a:schemeClr val="bg1"/>
                </a:solidFill>
              </a:endParaRPr>
            </a:p>
          </p:txBody>
        </p:sp>
      </p:grpSp>
    </p:spTree>
    <p:extLst>
      <p:ext uri="{BB962C8B-B14F-4D97-AF65-F5344CB8AC3E}">
        <p14:creationId xmlns:p14="http://schemas.microsoft.com/office/powerpoint/2010/main" val="1634196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Rectangle: Rounded Corners 26">
            <a:extLst>
              <a:ext uri="{FF2B5EF4-FFF2-40B4-BE49-F238E27FC236}">
                <a16:creationId xmlns:a16="http://schemas.microsoft.com/office/drawing/2014/main" id="{D74A0E5E-DBBE-4B14-C97F-5828A2B4B03B}"/>
              </a:ext>
            </a:extLst>
          </p:cNvPr>
          <p:cNvSpPr/>
          <p:nvPr/>
        </p:nvSpPr>
        <p:spPr>
          <a:xfrm>
            <a:off x="609599" y="4992625"/>
            <a:ext cx="10972801" cy="1126773"/>
          </a:xfrm>
          <a:prstGeom prst="roundRect">
            <a:avLst/>
          </a:prstGeom>
          <a:solidFill>
            <a:schemeClr val="accent4">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el 1">
            <a:extLst>
              <a:ext uri="{FF2B5EF4-FFF2-40B4-BE49-F238E27FC236}">
                <a16:creationId xmlns:a16="http://schemas.microsoft.com/office/drawing/2014/main" id="{BC85FC11-7D54-D1C3-1393-4B81AEA4443B}"/>
              </a:ext>
            </a:extLst>
          </p:cNvPr>
          <p:cNvSpPr>
            <a:spLocks noGrp="1"/>
          </p:cNvSpPr>
          <p:nvPr>
            <p:ph type="title"/>
          </p:nvPr>
        </p:nvSpPr>
        <p:spPr/>
        <p:txBody>
          <a:bodyPr/>
          <a:lstStyle/>
          <a:p>
            <a:r>
              <a:rPr lang="de-DE" b="1" dirty="0">
                <a:solidFill>
                  <a:srgbClr val="474F5F"/>
                </a:solidFill>
              </a:rPr>
              <a:t>Ziel &amp; Abgrenzung</a:t>
            </a:r>
          </a:p>
        </p:txBody>
      </p:sp>
      <p:sp>
        <p:nvSpPr>
          <p:cNvPr id="8" name="Rectangle: Rounded Corners 7">
            <a:extLst>
              <a:ext uri="{FF2B5EF4-FFF2-40B4-BE49-F238E27FC236}">
                <a16:creationId xmlns:a16="http://schemas.microsoft.com/office/drawing/2014/main" id="{37CCF643-B6E2-238F-7567-9BA5EED274DF}"/>
              </a:ext>
            </a:extLst>
          </p:cNvPr>
          <p:cNvSpPr/>
          <p:nvPr/>
        </p:nvSpPr>
        <p:spPr>
          <a:xfrm>
            <a:off x="609599" y="1701277"/>
            <a:ext cx="5486400" cy="3250865"/>
          </a:xfrm>
          <a:prstGeom prst="round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15000"/>
              </a:lnSpc>
              <a:buFont typeface="Wingdings" panose="05000000000000000000" pitchFamily="2" charset="2"/>
              <a:buChar char="ü"/>
            </a:pPr>
            <a:r>
              <a:rPr lang="en-US" sz="1600" dirty="0">
                <a:solidFill>
                  <a:srgbClr val="1D2433"/>
                </a:solidFill>
                <a:ea typeface="Calibri" pitchFamily="34" charset="-122"/>
                <a:cs typeface="Calibri" pitchFamily="34" charset="-120"/>
              </a:rPr>
              <a:t>DEXPI-</a:t>
            </a:r>
            <a:r>
              <a:rPr lang="en-US" sz="1600" dirty="0" err="1">
                <a:solidFill>
                  <a:srgbClr val="1D2433"/>
                </a:solidFill>
                <a:ea typeface="Calibri" pitchFamily="34" charset="-122"/>
                <a:cs typeface="Calibri" pitchFamily="34" charset="-120"/>
              </a:rPr>
              <a:t>Anlagendaten</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als</a:t>
            </a:r>
            <a:r>
              <a:rPr lang="en-US" sz="1600" dirty="0">
                <a:solidFill>
                  <a:srgbClr val="1D2433"/>
                </a:solidFill>
                <a:ea typeface="Calibri" pitchFamily="34" charset="-122"/>
                <a:cs typeface="Calibri" pitchFamily="34" charset="-120"/>
              </a:rPr>
              <a:t> RDF Knowledge Graph </a:t>
            </a:r>
            <a:r>
              <a:rPr lang="en-US" sz="1600" dirty="0" err="1">
                <a:solidFill>
                  <a:srgbClr val="1D2433"/>
                </a:solidFill>
                <a:ea typeface="Calibri" pitchFamily="34" charset="-122"/>
                <a:cs typeface="Calibri" pitchFamily="34" charset="-120"/>
              </a:rPr>
              <a:t>darstellen</a:t>
            </a:r>
            <a:endParaRPr lang="en-US" sz="1600" dirty="0"/>
          </a:p>
          <a:p>
            <a:pPr marL="285750" indent="-285750">
              <a:lnSpc>
                <a:spcPct val="115000"/>
              </a:lnSpc>
              <a:buFont typeface="Wingdings" panose="05000000000000000000" pitchFamily="2" charset="2"/>
              <a:buChar char="ü"/>
            </a:pPr>
            <a:r>
              <a:rPr lang="en-US" sz="1600" dirty="0" err="1">
                <a:solidFill>
                  <a:srgbClr val="1D2433"/>
                </a:solidFill>
                <a:ea typeface="Calibri" pitchFamily="34" charset="-122"/>
                <a:cs typeface="Calibri" pitchFamily="34" charset="-120"/>
              </a:rPr>
              <a:t>implizite</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Beziehungen</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mit</a:t>
            </a:r>
            <a:r>
              <a:rPr lang="en-US" sz="1600" dirty="0">
                <a:solidFill>
                  <a:srgbClr val="1D2433"/>
                </a:solidFill>
                <a:ea typeface="Calibri" pitchFamily="34" charset="-122"/>
                <a:cs typeface="Calibri" pitchFamily="34" charset="-120"/>
              </a:rPr>
              <a:t> OWL-Reasoning </a:t>
            </a:r>
            <a:r>
              <a:rPr lang="en-US" sz="1600" dirty="0" err="1">
                <a:solidFill>
                  <a:srgbClr val="1D2433"/>
                </a:solidFill>
                <a:ea typeface="Calibri" pitchFamily="34" charset="-122"/>
                <a:cs typeface="Calibri" pitchFamily="34" charset="-120"/>
              </a:rPr>
              <a:t>ableiten</a:t>
            </a:r>
            <a:endParaRPr lang="en-US" sz="1600" dirty="0"/>
          </a:p>
          <a:p>
            <a:pPr marL="285750" indent="-285750">
              <a:lnSpc>
                <a:spcPct val="115000"/>
              </a:lnSpc>
              <a:buFont typeface="Wingdings" panose="05000000000000000000" pitchFamily="2" charset="2"/>
              <a:buChar char="ü"/>
            </a:pPr>
            <a:r>
              <a:rPr lang="en-US" sz="1600" dirty="0" err="1">
                <a:solidFill>
                  <a:srgbClr val="1D2433"/>
                </a:solidFill>
                <a:ea typeface="Calibri" pitchFamily="34" charset="-122"/>
                <a:cs typeface="Calibri" pitchFamily="34" charset="-120"/>
              </a:rPr>
              <a:t>Evidenz</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über</a:t>
            </a:r>
            <a:r>
              <a:rPr lang="en-US" sz="1600" dirty="0">
                <a:solidFill>
                  <a:srgbClr val="1D2433"/>
                </a:solidFill>
                <a:ea typeface="Calibri" pitchFamily="34" charset="-122"/>
                <a:cs typeface="Calibri" pitchFamily="34" charset="-120"/>
              </a:rPr>
              <a:t> SPARQL-</a:t>
            </a:r>
            <a:r>
              <a:rPr lang="en-US" sz="1600" dirty="0" err="1">
                <a:solidFill>
                  <a:srgbClr val="1D2433"/>
                </a:solidFill>
                <a:ea typeface="Calibri" pitchFamily="34" charset="-122"/>
                <a:cs typeface="Calibri" pitchFamily="34" charset="-120"/>
              </a:rPr>
              <a:t>Werkzeuge</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bereitstellen</a:t>
            </a:r>
            <a:endParaRPr lang="en-US" sz="1600" dirty="0"/>
          </a:p>
          <a:p>
            <a:pPr marL="285750" indent="-285750">
              <a:lnSpc>
                <a:spcPct val="115000"/>
              </a:lnSpc>
              <a:buFont typeface="Wingdings" panose="05000000000000000000" pitchFamily="2" charset="2"/>
              <a:buChar char="ü"/>
            </a:pPr>
            <a:r>
              <a:rPr lang="en-US" sz="1600" dirty="0" err="1">
                <a:solidFill>
                  <a:srgbClr val="1D2433"/>
                </a:solidFill>
                <a:ea typeface="Calibri" pitchFamily="34" charset="-122"/>
                <a:cs typeface="Calibri" pitchFamily="34" charset="-120"/>
              </a:rPr>
              <a:t>natürliche</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Sprache</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über</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einen</a:t>
            </a:r>
            <a:r>
              <a:rPr lang="en-US" sz="1600" dirty="0">
                <a:solidFill>
                  <a:srgbClr val="1D2433"/>
                </a:solidFill>
                <a:ea typeface="Calibri" pitchFamily="34" charset="-122"/>
                <a:cs typeface="Calibri" pitchFamily="34" charset="-120"/>
              </a:rPr>
              <a:t> LLM-</a:t>
            </a:r>
            <a:r>
              <a:rPr lang="en-US" sz="1600" dirty="0" err="1">
                <a:solidFill>
                  <a:srgbClr val="1D2433"/>
                </a:solidFill>
                <a:ea typeface="Calibri" pitchFamily="34" charset="-122"/>
                <a:cs typeface="Calibri" pitchFamily="34" charset="-120"/>
              </a:rPr>
              <a:t>Agenten</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zugänglich</a:t>
            </a:r>
            <a:r>
              <a:rPr lang="en-US" sz="1600" dirty="0">
                <a:solidFill>
                  <a:srgbClr val="1D2433"/>
                </a:solidFill>
                <a:ea typeface="Calibri" pitchFamily="34" charset="-122"/>
                <a:cs typeface="Calibri" pitchFamily="34" charset="-120"/>
              </a:rPr>
              <a:t> </a:t>
            </a:r>
            <a:r>
              <a:rPr lang="en-US" sz="1600" dirty="0" err="1">
                <a:solidFill>
                  <a:srgbClr val="1D2433"/>
                </a:solidFill>
                <a:ea typeface="Calibri" pitchFamily="34" charset="-122"/>
                <a:cs typeface="Calibri" pitchFamily="34" charset="-120"/>
              </a:rPr>
              <a:t>machen</a:t>
            </a:r>
            <a:endParaRPr lang="en-US" sz="1600" dirty="0"/>
          </a:p>
          <a:p>
            <a:pPr algn="ctr"/>
            <a:endParaRPr lang="en-DE" dirty="0">
              <a:latin typeface="+mj-lt"/>
            </a:endParaRPr>
          </a:p>
        </p:txBody>
      </p:sp>
      <p:sp>
        <p:nvSpPr>
          <p:cNvPr id="10" name="Rectangle: Rounded Corners 9">
            <a:extLst>
              <a:ext uri="{FF2B5EF4-FFF2-40B4-BE49-F238E27FC236}">
                <a16:creationId xmlns:a16="http://schemas.microsoft.com/office/drawing/2014/main" id="{3E8F95C5-5113-5A3E-9D70-1E4ADB7489E6}"/>
              </a:ext>
            </a:extLst>
          </p:cNvPr>
          <p:cNvSpPr/>
          <p:nvPr/>
        </p:nvSpPr>
        <p:spPr>
          <a:xfrm>
            <a:off x="6236415" y="1736725"/>
            <a:ext cx="5345986" cy="3215416"/>
          </a:xfrm>
          <a:prstGeom prst="roundRect">
            <a:avLst/>
          </a:prstGeom>
          <a:solidFill>
            <a:srgbClr val="FFD3D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nSpc>
                <a:spcPct val="115000"/>
              </a:lnSpc>
            </a:pPr>
            <a:endParaRPr lang="en-US" sz="1600" dirty="0">
              <a:solidFill>
                <a:schemeClr val="tx1"/>
              </a:solidFill>
            </a:endParaRPr>
          </a:p>
          <a:p>
            <a:pPr marL="285750" indent="-285750">
              <a:lnSpc>
                <a:spcPct val="115000"/>
              </a:lnSpc>
              <a:buFontTx/>
              <a:buChar char="×"/>
            </a:pPr>
            <a:r>
              <a:rPr lang="en-DE" sz="1600" dirty="0" err="1">
                <a:solidFill>
                  <a:schemeClr val="tx1"/>
                </a:solidFill>
              </a:rPr>
              <a:t>vollständige</a:t>
            </a:r>
            <a:r>
              <a:rPr lang="en-DE" sz="1600" dirty="0">
                <a:solidFill>
                  <a:schemeClr val="tx1"/>
                </a:solidFill>
              </a:rPr>
              <a:t> </a:t>
            </a:r>
            <a:r>
              <a:rPr lang="en-DE" sz="1600" dirty="0" err="1">
                <a:solidFill>
                  <a:schemeClr val="tx1"/>
                </a:solidFill>
              </a:rPr>
              <a:t>automatische</a:t>
            </a:r>
            <a:r>
              <a:rPr lang="en-DE" sz="1600" dirty="0">
                <a:solidFill>
                  <a:schemeClr val="tx1"/>
                </a:solidFill>
              </a:rPr>
              <a:t> HAZOP </a:t>
            </a:r>
            <a:endParaRPr lang="en-US" sz="1600" dirty="0">
              <a:solidFill>
                <a:schemeClr val="tx1"/>
              </a:solidFill>
            </a:endParaRPr>
          </a:p>
          <a:p>
            <a:pPr marL="285750" indent="-285750">
              <a:lnSpc>
                <a:spcPct val="115000"/>
              </a:lnSpc>
              <a:buFontTx/>
              <a:buChar char="×"/>
            </a:pPr>
            <a:r>
              <a:rPr lang="en-DE" sz="1600" dirty="0" err="1">
                <a:solidFill>
                  <a:schemeClr val="tx1"/>
                </a:solidFill>
              </a:rPr>
              <a:t>Bewertung</a:t>
            </a:r>
            <a:r>
              <a:rPr lang="en-DE" sz="1600" dirty="0">
                <a:solidFill>
                  <a:schemeClr val="tx1"/>
                </a:solidFill>
              </a:rPr>
              <a:t> von </a:t>
            </a:r>
            <a:r>
              <a:rPr lang="en-DE" sz="1600" dirty="0" err="1">
                <a:solidFill>
                  <a:schemeClr val="tx1"/>
                </a:solidFill>
              </a:rPr>
              <a:t>Ursachen</a:t>
            </a:r>
            <a:r>
              <a:rPr lang="en-DE" sz="1600" dirty="0">
                <a:solidFill>
                  <a:schemeClr val="tx1"/>
                </a:solidFill>
              </a:rPr>
              <a:t>, </a:t>
            </a:r>
            <a:r>
              <a:rPr lang="en-DE" sz="1600" dirty="0" err="1">
                <a:solidFill>
                  <a:schemeClr val="tx1"/>
                </a:solidFill>
              </a:rPr>
              <a:t>Folgen</a:t>
            </a:r>
            <a:r>
              <a:rPr lang="en-DE" sz="1600" dirty="0">
                <a:solidFill>
                  <a:schemeClr val="tx1"/>
                </a:solidFill>
              </a:rPr>
              <a:t>, </a:t>
            </a:r>
            <a:r>
              <a:rPr lang="en-DE" sz="1600" dirty="0" err="1">
                <a:solidFill>
                  <a:schemeClr val="tx1"/>
                </a:solidFill>
              </a:rPr>
              <a:t>Risiken</a:t>
            </a:r>
            <a:r>
              <a:rPr lang="en-DE" sz="1600" dirty="0">
                <a:solidFill>
                  <a:schemeClr val="tx1"/>
                </a:solidFill>
              </a:rPr>
              <a:t> </a:t>
            </a:r>
            <a:r>
              <a:rPr lang="en-DE" sz="1600" dirty="0" err="1">
                <a:solidFill>
                  <a:schemeClr val="tx1"/>
                </a:solidFill>
              </a:rPr>
              <a:t>oder</a:t>
            </a:r>
            <a:r>
              <a:rPr lang="en-DE" sz="1600" dirty="0">
                <a:solidFill>
                  <a:schemeClr val="tx1"/>
                </a:solidFill>
              </a:rPr>
              <a:t> </a:t>
            </a:r>
            <a:r>
              <a:rPr lang="en-DE" sz="1600" dirty="0" err="1">
                <a:solidFill>
                  <a:schemeClr val="tx1"/>
                </a:solidFill>
              </a:rPr>
              <a:t>Maßnahmen</a:t>
            </a:r>
            <a:r>
              <a:rPr lang="en-DE" sz="1600" dirty="0">
                <a:solidFill>
                  <a:schemeClr val="tx1"/>
                </a:solidFill>
              </a:rPr>
              <a:t> </a:t>
            </a:r>
            <a:endParaRPr lang="en-US" sz="1600" dirty="0">
              <a:solidFill>
                <a:schemeClr val="tx1"/>
              </a:solidFill>
            </a:endParaRPr>
          </a:p>
          <a:p>
            <a:pPr marL="285750" indent="-285750">
              <a:lnSpc>
                <a:spcPct val="115000"/>
              </a:lnSpc>
              <a:buFontTx/>
              <a:buChar char="×"/>
            </a:pPr>
            <a:r>
              <a:rPr lang="en-DE" sz="1600" dirty="0" err="1">
                <a:solidFill>
                  <a:schemeClr val="tx1"/>
                </a:solidFill>
              </a:rPr>
              <a:t>Ersetzung</a:t>
            </a:r>
            <a:r>
              <a:rPr lang="en-DE" sz="1600" dirty="0">
                <a:solidFill>
                  <a:schemeClr val="tx1"/>
                </a:solidFill>
              </a:rPr>
              <a:t> des </a:t>
            </a:r>
            <a:r>
              <a:rPr lang="en-DE" sz="1600" dirty="0" err="1">
                <a:solidFill>
                  <a:schemeClr val="tx1"/>
                </a:solidFill>
              </a:rPr>
              <a:t>Expertenteams</a:t>
            </a:r>
            <a:r>
              <a:rPr lang="en-DE" sz="1600" dirty="0">
                <a:solidFill>
                  <a:schemeClr val="tx1"/>
                </a:solidFill>
              </a:rPr>
              <a:t> </a:t>
            </a:r>
            <a:endParaRPr lang="en-US" sz="1600" dirty="0">
              <a:solidFill>
                <a:schemeClr val="tx1"/>
              </a:solidFill>
            </a:endParaRPr>
          </a:p>
          <a:p>
            <a:pPr marL="285750" indent="-285750">
              <a:lnSpc>
                <a:spcPct val="115000"/>
              </a:lnSpc>
              <a:buFontTx/>
              <a:buChar char="×"/>
            </a:pPr>
            <a:r>
              <a:rPr lang="en-DE" sz="1600" dirty="0" err="1">
                <a:solidFill>
                  <a:schemeClr val="tx1"/>
                </a:solidFill>
              </a:rPr>
              <a:t>freie</a:t>
            </a:r>
            <a:r>
              <a:rPr lang="en-DE" sz="1600" dirty="0">
                <a:solidFill>
                  <a:schemeClr val="tx1"/>
                </a:solidFill>
              </a:rPr>
              <a:t> </a:t>
            </a:r>
            <a:r>
              <a:rPr lang="en-DE" sz="1600" dirty="0" err="1">
                <a:solidFill>
                  <a:schemeClr val="tx1"/>
                </a:solidFill>
              </a:rPr>
              <a:t>technische</a:t>
            </a:r>
            <a:r>
              <a:rPr lang="en-DE" sz="1600" dirty="0">
                <a:solidFill>
                  <a:schemeClr val="tx1"/>
                </a:solidFill>
              </a:rPr>
              <a:t> </a:t>
            </a:r>
            <a:r>
              <a:rPr lang="en-DE" sz="1600" dirty="0" err="1">
                <a:solidFill>
                  <a:schemeClr val="tx1"/>
                </a:solidFill>
              </a:rPr>
              <a:t>Aussagen</a:t>
            </a:r>
            <a:r>
              <a:rPr lang="en-DE" sz="1600" dirty="0">
                <a:solidFill>
                  <a:schemeClr val="tx1"/>
                </a:solidFill>
              </a:rPr>
              <a:t> </a:t>
            </a:r>
            <a:r>
              <a:rPr lang="en-DE" sz="1600" dirty="0" err="1">
                <a:solidFill>
                  <a:schemeClr val="tx1"/>
                </a:solidFill>
              </a:rPr>
              <a:t>aus</a:t>
            </a:r>
            <a:r>
              <a:rPr lang="en-DE" sz="1600" dirty="0">
                <a:solidFill>
                  <a:schemeClr val="tx1"/>
                </a:solidFill>
              </a:rPr>
              <a:t> LLM-</a:t>
            </a:r>
            <a:r>
              <a:rPr lang="en-DE" sz="1600" dirty="0" err="1">
                <a:solidFill>
                  <a:schemeClr val="tx1"/>
                </a:solidFill>
              </a:rPr>
              <a:t>Modellwissen</a:t>
            </a:r>
            <a:endParaRPr lang="en-US" sz="1600" dirty="0">
              <a:solidFill>
                <a:schemeClr val="tx1"/>
              </a:solidFill>
            </a:endParaRPr>
          </a:p>
          <a:p>
            <a:pPr marL="285750" indent="-285750">
              <a:lnSpc>
                <a:spcPct val="115000"/>
              </a:lnSpc>
              <a:buFontTx/>
              <a:buChar char="×"/>
            </a:pPr>
            <a:r>
              <a:rPr lang="en-DE" sz="1600" dirty="0" err="1">
                <a:solidFill>
                  <a:schemeClr val="tx1"/>
                </a:solidFill>
              </a:rPr>
              <a:t>allgemeine</a:t>
            </a:r>
            <a:r>
              <a:rPr lang="en-DE" sz="1600" dirty="0">
                <a:solidFill>
                  <a:schemeClr val="tx1"/>
                </a:solidFill>
              </a:rPr>
              <a:t> HAZOP-</a:t>
            </a:r>
            <a:r>
              <a:rPr lang="en-DE" sz="1600" dirty="0" err="1">
                <a:solidFill>
                  <a:schemeClr val="tx1"/>
                </a:solidFill>
              </a:rPr>
              <a:t>Automatisierung</a:t>
            </a:r>
            <a:r>
              <a:rPr lang="en-DE" sz="1600" dirty="0">
                <a:solidFill>
                  <a:schemeClr val="tx1"/>
                </a:solidFill>
              </a:rPr>
              <a:t> </a:t>
            </a:r>
            <a:r>
              <a:rPr lang="en-DE" sz="1600" dirty="0" err="1">
                <a:solidFill>
                  <a:schemeClr val="tx1"/>
                </a:solidFill>
              </a:rPr>
              <a:t>statt</a:t>
            </a:r>
            <a:r>
              <a:rPr lang="en-DE" sz="1600" dirty="0">
                <a:solidFill>
                  <a:schemeClr val="tx1"/>
                </a:solidFill>
              </a:rPr>
              <a:t> </a:t>
            </a:r>
            <a:r>
              <a:rPr lang="en-DE" sz="1600" dirty="0" err="1">
                <a:solidFill>
                  <a:schemeClr val="tx1"/>
                </a:solidFill>
              </a:rPr>
              <a:t>ausgewählter</a:t>
            </a:r>
            <a:r>
              <a:rPr lang="en-DE" sz="1600" dirty="0">
                <a:solidFill>
                  <a:schemeClr val="tx1"/>
                </a:solidFill>
              </a:rPr>
              <a:t> </a:t>
            </a:r>
            <a:r>
              <a:rPr lang="en-DE" sz="1600" dirty="0" err="1">
                <a:solidFill>
                  <a:schemeClr val="tx1"/>
                </a:solidFill>
              </a:rPr>
              <a:t>Vorbereitungsfragen</a:t>
            </a:r>
            <a:endParaRPr lang="en-US" sz="1600" dirty="0">
              <a:solidFill>
                <a:schemeClr val="tx1"/>
              </a:solidFill>
              <a:latin typeface="+mj-lt"/>
            </a:endParaRPr>
          </a:p>
          <a:p>
            <a:pPr algn="ctr"/>
            <a:endParaRPr lang="en-DE" dirty="0">
              <a:solidFill>
                <a:schemeClr val="tx1"/>
              </a:solidFill>
            </a:endParaRPr>
          </a:p>
        </p:txBody>
      </p:sp>
      <p:sp>
        <p:nvSpPr>
          <p:cNvPr id="11" name="TextBox 10">
            <a:extLst>
              <a:ext uri="{FF2B5EF4-FFF2-40B4-BE49-F238E27FC236}">
                <a16:creationId xmlns:a16="http://schemas.microsoft.com/office/drawing/2014/main" id="{E52EB1A0-4976-6620-5D3C-ADA4D23BC769}"/>
              </a:ext>
            </a:extLst>
          </p:cNvPr>
          <p:cNvSpPr txBox="1"/>
          <p:nvPr/>
        </p:nvSpPr>
        <p:spPr>
          <a:xfrm>
            <a:off x="1202077" y="1756885"/>
            <a:ext cx="893852" cy="369332"/>
          </a:xfrm>
          <a:prstGeom prst="rect">
            <a:avLst/>
          </a:prstGeom>
          <a:noFill/>
        </p:spPr>
        <p:txBody>
          <a:bodyPr wrap="square" rtlCol="0">
            <a:spAutoFit/>
          </a:bodyPr>
          <a:lstStyle/>
          <a:p>
            <a:r>
              <a:rPr lang="en-US" b="1" dirty="0">
                <a:solidFill>
                  <a:schemeClr val="accent5"/>
                </a:solidFill>
              </a:rPr>
              <a:t>ZIEL </a:t>
            </a:r>
            <a:endParaRPr lang="en-DE" b="1" dirty="0">
              <a:solidFill>
                <a:schemeClr val="accent5"/>
              </a:solidFill>
            </a:endParaRPr>
          </a:p>
        </p:txBody>
      </p:sp>
      <p:sp>
        <p:nvSpPr>
          <p:cNvPr id="13" name="TextBox 12">
            <a:extLst>
              <a:ext uri="{FF2B5EF4-FFF2-40B4-BE49-F238E27FC236}">
                <a16:creationId xmlns:a16="http://schemas.microsoft.com/office/drawing/2014/main" id="{0813083F-D455-3839-3E89-EEFC0A961420}"/>
              </a:ext>
            </a:extLst>
          </p:cNvPr>
          <p:cNvSpPr txBox="1"/>
          <p:nvPr/>
        </p:nvSpPr>
        <p:spPr>
          <a:xfrm>
            <a:off x="6828892" y="1756800"/>
            <a:ext cx="1554820" cy="369332"/>
          </a:xfrm>
          <a:prstGeom prst="rect">
            <a:avLst/>
          </a:prstGeom>
          <a:noFill/>
        </p:spPr>
        <p:txBody>
          <a:bodyPr wrap="square" rtlCol="0">
            <a:spAutoFit/>
          </a:bodyPr>
          <a:lstStyle/>
          <a:p>
            <a:r>
              <a:rPr lang="en-US" b="1" dirty="0">
                <a:solidFill>
                  <a:srgbClr val="FF0000"/>
                </a:solidFill>
              </a:rPr>
              <a:t>NICHT ZIEL </a:t>
            </a:r>
            <a:endParaRPr lang="en-DE" b="1" dirty="0">
              <a:solidFill>
                <a:srgbClr val="FF0000"/>
              </a:solidFill>
            </a:endParaRPr>
          </a:p>
        </p:txBody>
      </p:sp>
      <p:sp>
        <p:nvSpPr>
          <p:cNvPr id="23" name="TextBox 22">
            <a:extLst>
              <a:ext uri="{FF2B5EF4-FFF2-40B4-BE49-F238E27FC236}">
                <a16:creationId xmlns:a16="http://schemas.microsoft.com/office/drawing/2014/main" id="{CE542433-6385-671F-98E1-5FF492B69ACC}"/>
              </a:ext>
            </a:extLst>
          </p:cNvPr>
          <p:cNvSpPr txBox="1"/>
          <p:nvPr/>
        </p:nvSpPr>
        <p:spPr>
          <a:xfrm>
            <a:off x="917731" y="5149857"/>
            <a:ext cx="10591037" cy="830997"/>
          </a:xfrm>
          <a:prstGeom prst="rect">
            <a:avLst/>
          </a:prstGeom>
          <a:noFill/>
        </p:spPr>
        <p:txBody>
          <a:bodyPr wrap="square" rtlCol="0">
            <a:spAutoFit/>
          </a:bodyPr>
          <a:lstStyle/>
          <a:p>
            <a:r>
              <a:rPr lang="en-DE" sz="1600" dirty="0">
                <a:solidFill>
                  <a:schemeClr val="bg1"/>
                </a:solidFill>
              </a:rPr>
              <a:t>Der Ansatz </a:t>
            </a:r>
            <a:r>
              <a:rPr lang="en-DE" sz="1600" dirty="0" err="1">
                <a:solidFill>
                  <a:schemeClr val="bg1"/>
                </a:solidFill>
              </a:rPr>
              <a:t>unterstützt</a:t>
            </a:r>
            <a:r>
              <a:rPr lang="en-DE" sz="1600" dirty="0">
                <a:solidFill>
                  <a:schemeClr val="bg1"/>
                </a:solidFill>
              </a:rPr>
              <a:t> die </a:t>
            </a:r>
            <a:r>
              <a:rPr lang="en-DE" sz="1600" dirty="0" err="1">
                <a:solidFill>
                  <a:schemeClr val="bg1"/>
                </a:solidFill>
              </a:rPr>
              <a:t>Informationsbeschaffung</a:t>
            </a:r>
            <a:r>
              <a:rPr lang="en-DE" sz="1600" dirty="0">
                <a:solidFill>
                  <a:schemeClr val="bg1"/>
                </a:solidFill>
              </a:rPr>
              <a:t>; die </a:t>
            </a:r>
            <a:r>
              <a:rPr lang="en-DE" sz="1600" dirty="0" err="1">
                <a:solidFill>
                  <a:schemeClr val="bg1"/>
                </a:solidFill>
              </a:rPr>
              <a:t>sicherheitstechnische</a:t>
            </a:r>
            <a:r>
              <a:rPr lang="en-DE" sz="1600" dirty="0">
                <a:solidFill>
                  <a:schemeClr val="bg1"/>
                </a:solidFill>
              </a:rPr>
              <a:t> </a:t>
            </a:r>
            <a:r>
              <a:rPr lang="en-DE" sz="1600" dirty="0" err="1">
                <a:solidFill>
                  <a:schemeClr val="bg1"/>
                </a:solidFill>
              </a:rPr>
              <a:t>Bewertung</a:t>
            </a:r>
            <a:r>
              <a:rPr lang="en-DE" sz="1600" dirty="0">
                <a:solidFill>
                  <a:schemeClr val="bg1"/>
                </a:solidFill>
              </a:rPr>
              <a:t> </a:t>
            </a:r>
            <a:r>
              <a:rPr lang="en-DE" sz="1600" dirty="0" err="1">
                <a:solidFill>
                  <a:schemeClr val="bg1"/>
                </a:solidFill>
              </a:rPr>
              <a:t>bleibt</a:t>
            </a:r>
            <a:r>
              <a:rPr lang="en-DE" sz="1600" dirty="0">
                <a:solidFill>
                  <a:schemeClr val="bg1"/>
                </a:solidFill>
              </a:rPr>
              <a:t> </a:t>
            </a:r>
            <a:r>
              <a:rPr lang="en-DE" sz="1600" dirty="0" err="1">
                <a:solidFill>
                  <a:schemeClr val="bg1"/>
                </a:solidFill>
              </a:rPr>
              <a:t>beim</a:t>
            </a:r>
            <a:r>
              <a:rPr lang="en-DE" sz="1600" dirty="0">
                <a:solidFill>
                  <a:schemeClr val="bg1"/>
                </a:solidFill>
              </a:rPr>
              <a:t> HAZOP-Team, </a:t>
            </a:r>
            <a:r>
              <a:rPr lang="en-DE" sz="1600" dirty="0" err="1">
                <a:solidFill>
                  <a:schemeClr val="bg1"/>
                </a:solidFill>
              </a:rPr>
              <a:t>während</a:t>
            </a:r>
            <a:r>
              <a:rPr lang="en-DE" sz="1600" dirty="0">
                <a:solidFill>
                  <a:schemeClr val="bg1"/>
                </a:solidFill>
              </a:rPr>
              <a:t> das LLM </a:t>
            </a:r>
            <a:r>
              <a:rPr lang="en-DE" sz="1600" dirty="0" err="1">
                <a:solidFill>
                  <a:schemeClr val="bg1"/>
                </a:solidFill>
              </a:rPr>
              <a:t>nur</a:t>
            </a:r>
            <a:r>
              <a:rPr lang="en-DE" sz="1600" dirty="0">
                <a:solidFill>
                  <a:schemeClr val="bg1"/>
                </a:solidFill>
              </a:rPr>
              <a:t> </a:t>
            </a:r>
            <a:r>
              <a:rPr lang="en-DE" sz="1600" dirty="0" err="1">
                <a:solidFill>
                  <a:schemeClr val="bg1"/>
                </a:solidFill>
              </a:rPr>
              <a:t>Werkzeugauswahl</a:t>
            </a:r>
            <a:r>
              <a:rPr lang="en-DE" sz="1600" dirty="0">
                <a:solidFill>
                  <a:schemeClr val="bg1"/>
                </a:solidFill>
              </a:rPr>
              <a:t> und </a:t>
            </a:r>
            <a:r>
              <a:rPr lang="en-DE" sz="1600" dirty="0" err="1">
                <a:solidFill>
                  <a:schemeClr val="bg1"/>
                </a:solidFill>
              </a:rPr>
              <a:t>Antwortformulierung</a:t>
            </a:r>
            <a:r>
              <a:rPr lang="en-DE" sz="1600" dirty="0">
                <a:solidFill>
                  <a:schemeClr val="bg1"/>
                </a:solidFill>
              </a:rPr>
              <a:t> auf Basis </a:t>
            </a:r>
            <a:r>
              <a:rPr lang="en-DE" sz="1600" dirty="0" err="1">
                <a:solidFill>
                  <a:schemeClr val="bg1"/>
                </a:solidFill>
              </a:rPr>
              <a:t>überprüfbarer</a:t>
            </a:r>
            <a:r>
              <a:rPr lang="en-DE" sz="1600" dirty="0">
                <a:solidFill>
                  <a:schemeClr val="bg1"/>
                </a:solidFill>
              </a:rPr>
              <a:t> </a:t>
            </a:r>
            <a:r>
              <a:rPr lang="en-DE" sz="1600" dirty="0" err="1">
                <a:solidFill>
                  <a:schemeClr val="bg1"/>
                </a:solidFill>
              </a:rPr>
              <a:t>Evidenz</a:t>
            </a:r>
            <a:r>
              <a:rPr lang="en-DE" sz="1600" dirty="0">
                <a:solidFill>
                  <a:schemeClr val="bg1"/>
                </a:solidFill>
              </a:rPr>
              <a:t> </a:t>
            </a:r>
            <a:r>
              <a:rPr lang="en-DE" sz="1600" dirty="0" err="1">
                <a:solidFill>
                  <a:schemeClr val="bg1"/>
                </a:solidFill>
              </a:rPr>
              <a:t>übernimmt</a:t>
            </a:r>
            <a:r>
              <a:rPr lang="en-DE" sz="1600" dirty="0">
                <a:solidFill>
                  <a:schemeClr val="bg1"/>
                </a:solidFill>
              </a:rPr>
              <a:t>.</a:t>
            </a:r>
            <a:endParaRPr lang="en-US" sz="1600" b="1" i="1" dirty="0">
              <a:solidFill>
                <a:schemeClr val="bg1"/>
              </a:solidFill>
            </a:endParaRPr>
          </a:p>
        </p:txBody>
      </p:sp>
      <p:sp>
        <p:nvSpPr>
          <p:cNvPr id="29" name="Rectangle: Rounded Corners 28">
            <a:extLst>
              <a:ext uri="{FF2B5EF4-FFF2-40B4-BE49-F238E27FC236}">
                <a16:creationId xmlns:a16="http://schemas.microsoft.com/office/drawing/2014/main" id="{8DB0E234-C79A-CF90-989D-BFDEE2849288}"/>
              </a:ext>
            </a:extLst>
          </p:cNvPr>
          <p:cNvSpPr/>
          <p:nvPr/>
        </p:nvSpPr>
        <p:spPr>
          <a:xfrm>
            <a:off x="826837" y="5149857"/>
            <a:ext cx="109728" cy="781983"/>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35495136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4E173C8-A862-7773-0177-4B0B347E402F}"/>
              </a:ext>
            </a:extLst>
          </p:cNvPr>
          <p:cNvSpPr>
            <a:spLocks noGrp="1"/>
          </p:cNvSpPr>
          <p:nvPr>
            <p:ph type="title"/>
          </p:nvPr>
        </p:nvSpPr>
        <p:spPr/>
        <p:txBody>
          <a:bodyPr/>
          <a:lstStyle/>
          <a:p>
            <a:r>
              <a:rPr lang="de-DE" dirty="0"/>
              <a:t>Architektur</a:t>
            </a:r>
          </a:p>
        </p:txBody>
      </p:sp>
      <p:sp>
        <p:nvSpPr>
          <p:cNvPr id="3" name="Textplatzhalter 2">
            <a:extLst>
              <a:ext uri="{FF2B5EF4-FFF2-40B4-BE49-F238E27FC236}">
                <a16:creationId xmlns:a16="http://schemas.microsoft.com/office/drawing/2014/main" id="{ABE653CC-30B2-BEA6-5C9A-C78534BCB241}"/>
              </a:ext>
            </a:extLst>
          </p:cNvPr>
          <p:cNvSpPr>
            <a:spLocks noGrp="1"/>
          </p:cNvSpPr>
          <p:nvPr>
            <p:ph type="body" sz="quarter" idx="10"/>
          </p:nvPr>
        </p:nvSpPr>
        <p:spPr/>
        <p:txBody>
          <a:bodyPr/>
          <a:lstStyle/>
          <a:p>
            <a:endParaRPr lang="de-DE" dirty="0"/>
          </a:p>
        </p:txBody>
      </p:sp>
    </p:spTree>
    <p:extLst>
      <p:ext uri="{BB962C8B-B14F-4D97-AF65-F5344CB8AC3E}">
        <p14:creationId xmlns:p14="http://schemas.microsoft.com/office/powerpoint/2010/main" val="440763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02109-FB52-F6E1-F2DF-05AC12F5FFDE}"/>
              </a:ext>
            </a:extLst>
          </p:cNvPr>
          <p:cNvSpPr>
            <a:spLocks noGrp="1"/>
          </p:cNvSpPr>
          <p:nvPr>
            <p:ph type="title"/>
          </p:nvPr>
        </p:nvSpPr>
        <p:spPr/>
        <p:txBody>
          <a:bodyPr/>
          <a:lstStyle/>
          <a:p>
            <a:r>
              <a:rPr lang="en-DE" sz="3600" b="1" dirty="0" err="1">
                <a:solidFill>
                  <a:srgbClr val="474F5F"/>
                </a:solidFill>
              </a:rPr>
              <a:t>Vom</a:t>
            </a:r>
            <a:r>
              <a:rPr lang="en-DE" sz="3600" b="1" dirty="0">
                <a:solidFill>
                  <a:srgbClr val="474F5F"/>
                </a:solidFill>
              </a:rPr>
              <a:t> DEXPI-Modell </a:t>
            </a:r>
            <a:r>
              <a:rPr lang="en-DE" sz="3600" b="1" dirty="0" err="1">
                <a:solidFill>
                  <a:srgbClr val="474F5F"/>
                </a:solidFill>
              </a:rPr>
              <a:t>zur</a:t>
            </a:r>
            <a:r>
              <a:rPr lang="en-DE" sz="3600" b="1" dirty="0">
                <a:solidFill>
                  <a:srgbClr val="474F5F"/>
                </a:solidFill>
              </a:rPr>
              <a:t> </a:t>
            </a:r>
            <a:r>
              <a:rPr lang="en-DE" sz="3600" b="1" dirty="0" err="1">
                <a:solidFill>
                  <a:srgbClr val="474F5F"/>
                </a:solidFill>
              </a:rPr>
              <a:t>evidenzbasierten</a:t>
            </a:r>
            <a:r>
              <a:rPr lang="en-DE" sz="3600" b="1" dirty="0">
                <a:solidFill>
                  <a:srgbClr val="474F5F"/>
                </a:solidFill>
              </a:rPr>
              <a:t> </a:t>
            </a:r>
            <a:r>
              <a:rPr lang="en-DE" sz="3600" b="1" dirty="0" err="1">
                <a:solidFill>
                  <a:srgbClr val="474F5F"/>
                </a:solidFill>
              </a:rPr>
              <a:t>Antwort</a:t>
            </a:r>
            <a:endParaRPr lang="en-DE" b="1" dirty="0">
              <a:solidFill>
                <a:srgbClr val="474F5F"/>
              </a:solidFill>
            </a:endParaRPr>
          </a:p>
        </p:txBody>
      </p:sp>
      <p:pic>
        <p:nvPicPr>
          <p:cNvPr id="5" name="Content Placeholder 4">
            <a:extLst>
              <a:ext uri="{FF2B5EF4-FFF2-40B4-BE49-F238E27FC236}">
                <a16:creationId xmlns:a16="http://schemas.microsoft.com/office/drawing/2014/main" id="{0C3100E8-4DB8-F687-8A26-B92F346312D6}"/>
              </a:ext>
            </a:extLst>
          </p:cNvPr>
          <p:cNvPicPr>
            <a:picLocks noGrp="1" noChangeAspect="1"/>
          </p:cNvPicPr>
          <p:nvPr>
            <p:ph idx="1"/>
          </p:nvPr>
        </p:nvPicPr>
        <p:blipFill>
          <a:blip r:embed="rId3"/>
          <a:srcRect b="6842"/>
          <a:stretch>
            <a:fillRect/>
          </a:stretch>
        </p:blipFill>
        <p:spPr>
          <a:xfrm>
            <a:off x="352750" y="1238037"/>
            <a:ext cx="8725935" cy="4381928"/>
          </a:xfrm>
          <a:prstGeom prst="rect">
            <a:avLst/>
          </a:prstGeom>
        </p:spPr>
      </p:pic>
      <p:sp>
        <p:nvSpPr>
          <p:cNvPr id="7" name="Text 9">
            <a:extLst>
              <a:ext uri="{FF2B5EF4-FFF2-40B4-BE49-F238E27FC236}">
                <a16:creationId xmlns:a16="http://schemas.microsoft.com/office/drawing/2014/main" id="{A1DDEC8F-CB3B-4369-8987-CA179C92C108}"/>
              </a:ext>
            </a:extLst>
          </p:cNvPr>
          <p:cNvSpPr/>
          <p:nvPr/>
        </p:nvSpPr>
        <p:spPr>
          <a:xfrm>
            <a:off x="352749" y="5699595"/>
            <a:ext cx="8725935" cy="526543"/>
          </a:xfrm>
          <a:prstGeom prst="rect">
            <a:avLst/>
          </a:prstGeom>
          <a:noFill/>
          <a:ln/>
        </p:spPr>
        <p:txBody>
          <a:bodyPr wrap="square" rtlCol="0" anchor="ctr"/>
          <a:lstStyle/>
          <a:p>
            <a:pPr marL="0" indent="0" algn="ctr">
              <a:buNone/>
            </a:pPr>
            <a:r>
              <a:rPr lang="en-US" sz="1550" i="1" dirty="0">
                <a:solidFill>
                  <a:srgbClr val="5B6B82"/>
                </a:solidFill>
                <a:ea typeface="Calibri" pitchFamily="34" charset="-122"/>
                <a:cs typeface="Calibri" pitchFamily="34" charset="-120"/>
              </a:rPr>
              <a:t>P&amp;ID → DEXPI/Proteus-XML → RDF Knowledge Graph → OWL Reasoning → SPARQL-Werkzeuge ↔ LLM-Orchestrierung</a:t>
            </a:r>
            <a:endParaRPr lang="en-US" sz="1550" dirty="0"/>
          </a:p>
        </p:txBody>
      </p:sp>
      <p:grpSp>
        <p:nvGrpSpPr>
          <p:cNvPr id="37" name="Group 36">
            <a:extLst>
              <a:ext uri="{FF2B5EF4-FFF2-40B4-BE49-F238E27FC236}">
                <a16:creationId xmlns:a16="http://schemas.microsoft.com/office/drawing/2014/main" id="{1576BD3E-A31B-20E5-3A1A-410CC6B7C11A}"/>
              </a:ext>
            </a:extLst>
          </p:cNvPr>
          <p:cNvGrpSpPr/>
          <p:nvPr/>
        </p:nvGrpSpPr>
        <p:grpSpPr>
          <a:xfrm>
            <a:off x="9078482" y="1218204"/>
            <a:ext cx="3520849" cy="5511370"/>
            <a:chOff x="9068208" y="1220520"/>
            <a:chExt cx="3520849" cy="4867466"/>
          </a:xfrm>
        </p:grpSpPr>
        <p:sp>
          <p:nvSpPr>
            <p:cNvPr id="10" name="Shape 10">
              <a:extLst>
                <a:ext uri="{FF2B5EF4-FFF2-40B4-BE49-F238E27FC236}">
                  <a16:creationId xmlns:a16="http://schemas.microsoft.com/office/drawing/2014/main" id="{A482DCEE-3398-3666-AF04-F5BCA4CF905F}"/>
                </a:ext>
              </a:extLst>
            </p:cNvPr>
            <p:cNvSpPr/>
            <p:nvPr/>
          </p:nvSpPr>
          <p:spPr>
            <a:xfrm>
              <a:off x="9078684" y="1238034"/>
              <a:ext cx="2760566" cy="953985"/>
            </a:xfrm>
            <a:prstGeom prst="roundRect">
              <a:avLst>
                <a:gd name="adj" fmla="val 1000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en-DE" dirty="0"/>
            </a:p>
          </p:txBody>
        </p:sp>
        <p:sp>
          <p:nvSpPr>
            <p:cNvPr id="26" name="Shape 20">
              <a:extLst>
                <a:ext uri="{FF2B5EF4-FFF2-40B4-BE49-F238E27FC236}">
                  <a16:creationId xmlns:a16="http://schemas.microsoft.com/office/drawing/2014/main" id="{816F6CAD-4ABD-728A-E82B-57E568D3605C}"/>
                </a:ext>
              </a:extLst>
            </p:cNvPr>
            <p:cNvSpPr/>
            <p:nvPr/>
          </p:nvSpPr>
          <p:spPr>
            <a:xfrm>
              <a:off x="9078684" y="3355535"/>
              <a:ext cx="2760566" cy="953985"/>
            </a:xfrm>
            <a:prstGeom prst="roundRect">
              <a:avLst>
                <a:gd name="adj" fmla="val 1000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en-DE" dirty="0"/>
            </a:p>
          </p:txBody>
        </p:sp>
        <p:sp>
          <p:nvSpPr>
            <p:cNvPr id="18" name="Shape 15">
              <a:extLst>
                <a:ext uri="{FF2B5EF4-FFF2-40B4-BE49-F238E27FC236}">
                  <a16:creationId xmlns:a16="http://schemas.microsoft.com/office/drawing/2014/main" id="{9193C5F0-4888-3819-3A8C-6E1713FC19CE}"/>
                </a:ext>
              </a:extLst>
            </p:cNvPr>
            <p:cNvSpPr/>
            <p:nvPr/>
          </p:nvSpPr>
          <p:spPr>
            <a:xfrm>
              <a:off x="9078684" y="2292176"/>
              <a:ext cx="2760566" cy="953985"/>
            </a:xfrm>
            <a:prstGeom prst="roundRect">
              <a:avLst>
                <a:gd name="adj" fmla="val 10000"/>
              </a:avLst>
            </a:prstGeom>
            <a:solidFill>
              <a:schemeClr val="accent2">
                <a:alpha val="50000"/>
              </a:schemeClr>
            </a:solidFill>
            <a:ln>
              <a:noFill/>
            </a:ln>
          </p:spPr>
          <p:style>
            <a:lnRef idx="0">
              <a:scrgbClr r="0" g="0" b="0"/>
            </a:lnRef>
            <a:fillRef idx="0">
              <a:scrgbClr r="0" g="0" b="0"/>
            </a:fillRef>
            <a:effectRef idx="0">
              <a:scrgbClr r="0" g="0" b="0"/>
            </a:effectRef>
            <a:fontRef idx="minor">
              <a:schemeClr val="lt1"/>
            </a:fontRef>
          </p:style>
          <p:txBody>
            <a:bodyPr/>
            <a:lstStyle/>
            <a:p>
              <a:endParaRPr lang="en-DE" dirty="0"/>
            </a:p>
          </p:txBody>
        </p:sp>
        <p:sp>
          <p:nvSpPr>
            <p:cNvPr id="16" name="Text 14">
              <a:extLst>
                <a:ext uri="{FF2B5EF4-FFF2-40B4-BE49-F238E27FC236}">
                  <a16:creationId xmlns:a16="http://schemas.microsoft.com/office/drawing/2014/main" id="{BE9B66E0-5813-EF41-6B42-1048C787FEC9}"/>
                </a:ext>
              </a:extLst>
            </p:cNvPr>
            <p:cNvSpPr/>
            <p:nvPr/>
          </p:nvSpPr>
          <p:spPr>
            <a:xfrm>
              <a:off x="9078685" y="1622083"/>
              <a:ext cx="3510372" cy="381594"/>
            </a:xfrm>
            <a:prstGeom prst="rect">
              <a:avLst/>
            </a:prstGeom>
            <a:noFill/>
            <a:ln/>
          </p:spPr>
          <p:txBody>
            <a:bodyPr wrap="square" rtlCol="0" anchor="ctr"/>
            <a:lstStyle/>
            <a:p>
              <a:pPr marL="0" indent="0">
                <a:buNone/>
              </a:pPr>
              <a:r>
                <a:rPr lang="en-US" dirty="0">
                  <a:solidFill>
                    <a:srgbClr val="5B6B82"/>
                  </a:solidFill>
                  <a:ea typeface="Calibri" pitchFamily="34" charset="-122"/>
                  <a:cs typeface="Calibri" pitchFamily="34" charset="-120"/>
                </a:rPr>
                <a:t>Wissen und logische Ableitungen</a:t>
              </a:r>
              <a:endParaRPr lang="en-US" dirty="0"/>
            </a:p>
          </p:txBody>
        </p:sp>
        <p:sp>
          <p:nvSpPr>
            <p:cNvPr id="22" name="Text 18">
              <a:extLst>
                <a:ext uri="{FF2B5EF4-FFF2-40B4-BE49-F238E27FC236}">
                  <a16:creationId xmlns:a16="http://schemas.microsoft.com/office/drawing/2014/main" id="{E82B735A-5DDA-27E6-9DB1-D199DBEC3C2C}"/>
                </a:ext>
              </a:extLst>
            </p:cNvPr>
            <p:cNvSpPr/>
            <p:nvPr/>
          </p:nvSpPr>
          <p:spPr>
            <a:xfrm>
              <a:off x="9078684" y="2311672"/>
              <a:ext cx="2211590" cy="417368"/>
            </a:xfrm>
            <a:prstGeom prst="rect">
              <a:avLst/>
            </a:prstGeom>
            <a:noFill/>
            <a:ln/>
          </p:spPr>
          <p:txBody>
            <a:bodyPr wrap="square" rtlCol="0" anchor="ctr"/>
            <a:lstStyle/>
            <a:p>
              <a:pPr marL="0" indent="0">
                <a:buNone/>
              </a:pPr>
              <a:r>
                <a:rPr lang="en-US" b="1" dirty="0">
                  <a:solidFill>
                    <a:srgbClr val="1B2A4A"/>
                  </a:solidFill>
                  <a:ea typeface="Cambria" pitchFamily="34" charset="-122"/>
                  <a:cs typeface="Cambria" pitchFamily="34" charset="-120"/>
                </a:rPr>
                <a:t>Werkzeuge</a:t>
              </a:r>
              <a:endParaRPr lang="en-US" dirty="0"/>
            </a:p>
          </p:txBody>
        </p:sp>
        <p:sp>
          <p:nvSpPr>
            <p:cNvPr id="30" name="Text 23">
              <a:extLst>
                <a:ext uri="{FF2B5EF4-FFF2-40B4-BE49-F238E27FC236}">
                  <a16:creationId xmlns:a16="http://schemas.microsoft.com/office/drawing/2014/main" id="{47AE67C1-0D28-705B-E555-2AB45B737496}"/>
                </a:ext>
              </a:extLst>
            </p:cNvPr>
            <p:cNvSpPr/>
            <p:nvPr/>
          </p:nvSpPr>
          <p:spPr>
            <a:xfrm>
              <a:off x="9078684" y="3376572"/>
              <a:ext cx="2211590" cy="417368"/>
            </a:xfrm>
            <a:prstGeom prst="rect">
              <a:avLst/>
            </a:prstGeom>
            <a:noFill/>
            <a:ln/>
          </p:spPr>
          <p:txBody>
            <a:bodyPr wrap="square" rtlCol="0" anchor="ctr"/>
            <a:lstStyle/>
            <a:p>
              <a:pPr marL="0" indent="0">
                <a:buNone/>
              </a:pPr>
              <a:r>
                <a:rPr lang="en-US" b="1" dirty="0">
                  <a:solidFill>
                    <a:srgbClr val="1B2A4A"/>
                  </a:solidFill>
                  <a:ea typeface="Cambria" pitchFamily="34" charset="-122"/>
                  <a:cs typeface="Cambria" pitchFamily="34" charset="-120"/>
                </a:rPr>
                <a:t>LLM</a:t>
              </a:r>
              <a:endParaRPr lang="en-US" dirty="0"/>
            </a:p>
          </p:txBody>
        </p:sp>
        <p:sp>
          <p:nvSpPr>
            <p:cNvPr id="12" name="Text 12">
              <a:extLst>
                <a:ext uri="{FF2B5EF4-FFF2-40B4-BE49-F238E27FC236}">
                  <a16:creationId xmlns:a16="http://schemas.microsoft.com/office/drawing/2014/main" id="{3CBB3F8C-C420-C119-3B36-FD92F7665F64}"/>
                </a:ext>
              </a:extLst>
            </p:cNvPr>
            <p:cNvSpPr/>
            <p:nvPr/>
          </p:nvSpPr>
          <p:spPr>
            <a:xfrm>
              <a:off x="9279852" y="1393482"/>
              <a:ext cx="240504" cy="548541"/>
            </a:xfrm>
            <a:prstGeom prst="rect">
              <a:avLst/>
            </a:prstGeom>
            <a:noFill/>
            <a:ln/>
          </p:spPr>
          <p:txBody>
            <a:bodyPr wrap="square" rtlCol="0" anchor="ctr"/>
            <a:lstStyle/>
            <a:p>
              <a:pPr marL="0" indent="0" algn="ctr">
                <a:buNone/>
              </a:pPr>
              <a:endParaRPr lang="en-US" dirty="0"/>
            </a:p>
          </p:txBody>
        </p:sp>
        <p:sp>
          <p:nvSpPr>
            <p:cNvPr id="14" name="Text 13">
              <a:extLst>
                <a:ext uri="{FF2B5EF4-FFF2-40B4-BE49-F238E27FC236}">
                  <a16:creationId xmlns:a16="http://schemas.microsoft.com/office/drawing/2014/main" id="{6BFE4899-1D87-A588-7DFD-B6FDAD6ABBA9}"/>
                </a:ext>
              </a:extLst>
            </p:cNvPr>
            <p:cNvSpPr/>
            <p:nvPr/>
          </p:nvSpPr>
          <p:spPr>
            <a:xfrm>
              <a:off x="9068208" y="1220520"/>
              <a:ext cx="2760564" cy="417368"/>
            </a:xfrm>
            <a:prstGeom prst="rect">
              <a:avLst/>
            </a:prstGeom>
            <a:noFill/>
            <a:ln/>
          </p:spPr>
          <p:txBody>
            <a:bodyPr wrap="square" rtlCol="0" anchor="ctr"/>
            <a:lstStyle/>
            <a:p>
              <a:pPr marL="0" indent="0">
                <a:buNone/>
              </a:pPr>
              <a:r>
                <a:rPr lang="en-US" b="1" dirty="0">
                  <a:solidFill>
                    <a:srgbClr val="1B2A4A"/>
                  </a:solidFill>
                  <a:ea typeface="Cambria" pitchFamily="34" charset="-122"/>
                  <a:cs typeface="Cambria" pitchFamily="34" charset="-120"/>
                </a:rPr>
                <a:t>Graph &amp; Reasoner</a:t>
              </a:r>
              <a:endParaRPr lang="en-US" dirty="0"/>
            </a:p>
          </p:txBody>
        </p:sp>
        <p:sp>
          <p:nvSpPr>
            <p:cNvPr id="20" name="Text 17">
              <a:extLst>
                <a:ext uri="{FF2B5EF4-FFF2-40B4-BE49-F238E27FC236}">
                  <a16:creationId xmlns:a16="http://schemas.microsoft.com/office/drawing/2014/main" id="{2DC7607C-5BCF-248F-7949-EE42E4B6997F}"/>
                </a:ext>
              </a:extLst>
            </p:cNvPr>
            <p:cNvSpPr/>
            <p:nvPr/>
          </p:nvSpPr>
          <p:spPr>
            <a:xfrm>
              <a:off x="9279852" y="2262162"/>
              <a:ext cx="240504" cy="548541"/>
            </a:xfrm>
            <a:prstGeom prst="rect">
              <a:avLst/>
            </a:prstGeom>
            <a:noFill/>
            <a:ln/>
          </p:spPr>
          <p:txBody>
            <a:bodyPr wrap="square" rtlCol="0" anchor="ctr"/>
            <a:lstStyle/>
            <a:p>
              <a:pPr marL="0" indent="0" algn="ctr">
                <a:buNone/>
              </a:pPr>
              <a:endParaRPr lang="en-US" dirty="0"/>
            </a:p>
          </p:txBody>
        </p:sp>
        <p:sp>
          <p:nvSpPr>
            <p:cNvPr id="24" name="Text 19">
              <a:extLst>
                <a:ext uri="{FF2B5EF4-FFF2-40B4-BE49-F238E27FC236}">
                  <a16:creationId xmlns:a16="http://schemas.microsoft.com/office/drawing/2014/main" id="{C597BFAB-6856-52C4-6C89-2B9145863A78}"/>
                </a:ext>
              </a:extLst>
            </p:cNvPr>
            <p:cNvSpPr/>
            <p:nvPr/>
          </p:nvSpPr>
          <p:spPr>
            <a:xfrm>
              <a:off x="9088957" y="2687626"/>
              <a:ext cx="2572212" cy="381594"/>
            </a:xfrm>
            <a:prstGeom prst="rect">
              <a:avLst/>
            </a:prstGeom>
            <a:noFill/>
            <a:ln/>
          </p:spPr>
          <p:txBody>
            <a:bodyPr wrap="square" rtlCol="0" anchor="ctr"/>
            <a:lstStyle/>
            <a:p>
              <a:pPr marL="0" indent="0">
                <a:buNone/>
              </a:pPr>
              <a:r>
                <a:rPr lang="en-US" dirty="0">
                  <a:solidFill>
                    <a:srgbClr val="5B6B82"/>
                  </a:solidFill>
                  <a:ea typeface="Calibri" pitchFamily="34" charset="-122"/>
                  <a:cs typeface="Calibri" pitchFamily="34" charset="-120"/>
                </a:rPr>
                <a:t>kontrollierter Zugriff</a:t>
              </a:r>
              <a:endParaRPr lang="en-US" dirty="0"/>
            </a:p>
          </p:txBody>
        </p:sp>
        <p:sp>
          <p:nvSpPr>
            <p:cNvPr id="32" name="Text 24">
              <a:extLst>
                <a:ext uri="{FF2B5EF4-FFF2-40B4-BE49-F238E27FC236}">
                  <a16:creationId xmlns:a16="http://schemas.microsoft.com/office/drawing/2014/main" id="{11D18124-2296-AE6F-F7C7-E3837B43D037}"/>
                </a:ext>
              </a:extLst>
            </p:cNvPr>
            <p:cNvSpPr/>
            <p:nvPr/>
          </p:nvSpPr>
          <p:spPr>
            <a:xfrm>
              <a:off x="9088957" y="3746722"/>
              <a:ext cx="2211590" cy="381594"/>
            </a:xfrm>
            <a:prstGeom prst="rect">
              <a:avLst/>
            </a:prstGeom>
            <a:noFill/>
            <a:ln/>
          </p:spPr>
          <p:txBody>
            <a:bodyPr wrap="square" rtlCol="0" anchor="ctr"/>
            <a:lstStyle/>
            <a:p>
              <a:pPr marL="0" indent="0">
                <a:buNone/>
              </a:pPr>
              <a:r>
                <a:rPr lang="en-US" dirty="0">
                  <a:solidFill>
                    <a:srgbClr val="5B6B82"/>
                  </a:solidFill>
                  <a:ea typeface="Calibri" pitchFamily="34" charset="-122"/>
                  <a:cs typeface="Calibri" pitchFamily="34" charset="-120"/>
                </a:rPr>
                <a:t>Auswahl und Formulierung</a:t>
              </a:r>
              <a:endParaRPr lang="en-US" dirty="0"/>
            </a:p>
          </p:txBody>
        </p:sp>
        <p:sp>
          <p:nvSpPr>
            <p:cNvPr id="34" name="Shape 25">
              <a:extLst>
                <a:ext uri="{FF2B5EF4-FFF2-40B4-BE49-F238E27FC236}">
                  <a16:creationId xmlns:a16="http://schemas.microsoft.com/office/drawing/2014/main" id="{763F1612-56A6-4F53-E67B-A175E452A32F}"/>
                </a:ext>
              </a:extLst>
            </p:cNvPr>
            <p:cNvSpPr/>
            <p:nvPr/>
          </p:nvSpPr>
          <p:spPr>
            <a:xfrm>
              <a:off x="9078684" y="4408124"/>
              <a:ext cx="2760566" cy="1679862"/>
            </a:xfrm>
            <a:prstGeom prst="roundRect">
              <a:avLst>
                <a:gd name="adj" fmla="val 7826"/>
              </a:avLst>
            </a:prstGeom>
            <a:solidFill>
              <a:srgbClr val="1B2A4A"/>
            </a:solidFill>
            <a:ln/>
            <a:effectLst>
              <a:outerShdw blurRad="101600" dist="38100" dir="5400000" algn="bl" rotWithShape="0">
                <a:srgbClr val="1B2A4A">
                  <a:alpha val="15000"/>
                </a:srgbClr>
              </a:outerShdw>
            </a:effectLst>
          </p:spPr>
          <p:txBody>
            <a:bodyPr/>
            <a:lstStyle/>
            <a:p>
              <a:endParaRPr lang="en-DE"/>
            </a:p>
          </p:txBody>
        </p:sp>
        <p:sp>
          <p:nvSpPr>
            <p:cNvPr id="36" name="Text 26">
              <a:extLst>
                <a:ext uri="{FF2B5EF4-FFF2-40B4-BE49-F238E27FC236}">
                  <a16:creationId xmlns:a16="http://schemas.microsoft.com/office/drawing/2014/main" id="{CC8062F7-C860-5658-E035-1D8B7A601361}"/>
                </a:ext>
              </a:extLst>
            </p:cNvPr>
            <p:cNvSpPr/>
            <p:nvPr/>
          </p:nvSpPr>
          <p:spPr>
            <a:xfrm>
              <a:off x="9146221" y="4388771"/>
              <a:ext cx="2514948" cy="1679862"/>
            </a:xfrm>
            <a:prstGeom prst="rect">
              <a:avLst/>
            </a:prstGeom>
            <a:noFill/>
            <a:ln/>
          </p:spPr>
          <p:txBody>
            <a:bodyPr wrap="square" rtlCol="0" anchor="ctr"/>
            <a:lstStyle/>
            <a:p>
              <a:pPr marL="0" indent="0" algn="l">
                <a:lnSpc>
                  <a:spcPct val="115000"/>
                </a:lnSpc>
                <a:buNone/>
              </a:pPr>
              <a:r>
                <a:rPr lang="en-US" b="1" i="1" dirty="0">
                  <a:solidFill>
                    <a:srgbClr val="FFFFFF"/>
                  </a:solidFill>
                  <a:ea typeface="Cambria" pitchFamily="34" charset="-122"/>
                  <a:cs typeface="Cambria" pitchFamily="34" charset="-120"/>
                </a:rPr>
                <a:t>Das LLM ist in dieser Architektur nicht die Wissensquelle, sondern der Orchestrator.</a:t>
              </a:r>
              <a:endParaRPr lang="en-US" dirty="0"/>
            </a:p>
          </p:txBody>
        </p:sp>
      </p:grpSp>
    </p:spTree>
    <p:extLst>
      <p:ext uri="{BB962C8B-B14F-4D97-AF65-F5344CB8AC3E}">
        <p14:creationId xmlns:p14="http://schemas.microsoft.com/office/powerpoint/2010/main" val="2328989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87566-7D65-5723-FD33-A8B46BC9BCD6}"/>
              </a:ext>
            </a:extLst>
          </p:cNvPr>
          <p:cNvSpPr>
            <a:spLocks noGrp="1"/>
          </p:cNvSpPr>
          <p:nvPr>
            <p:ph type="title"/>
          </p:nvPr>
        </p:nvSpPr>
        <p:spPr/>
        <p:txBody>
          <a:bodyPr/>
          <a:lstStyle/>
          <a:p>
            <a:r>
              <a:rPr lang="en-US" sz="3600" b="1" dirty="0" err="1">
                <a:solidFill>
                  <a:srgbClr val="474F5F"/>
                </a:solidFill>
                <a:ea typeface="Cambria" pitchFamily="34" charset="-122"/>
                <a:cs typeface="Cambria" pitchFamily="34" charset="-120"/>
              </a:rPr>
              <a:t>Vollständige</a:t>
            </a:r>
            <a:r>
              <a:rPr lang="en-US" sz="3600" b="1" dirty="0">
                <a:solidFill>
                  <a:srgbClr val="474F5F"/>
                </a:solidFill>
                <a:ea typeface="Cambria" pitchFamily="34" charset="-122"/>
                <a:cs typeface="Cambria" pitchFamily="34" charset="-120"/>
              </a:rPr>
              <a:t> </a:t>
            </a:r>
            <a:r>
              <a:rPr lang="en-US" sz="3600" b="1" dirty="0" err="1">
                <a:solidFill>
                  <a:srgbClr val="474F5F"/>
                </a:solidFill>
                <a:ea typeface="Cambria" pitchFamily="34" charset="-122"/>
                <a:cs typeface="Cambria" pitchFamily="34" charset="-120"/>
              </a:rPr>
              <a:t>Werkzeugübersicht</a:t>
            </a:r>
            <a:br>
              <a:rPr lang="en-US" sz="3600" b="1" dirty="0">
                <a:solidFill>
                  <a:srgbClr val="474F5F"/>
                </a:solidFill>
              </a:rPr>
            </a:br>
            <a:endParaRPr lang="en-DE" b="1" dirty="0">
              <a:solidFill>
                <a:srgbClr val="474F5F"/>
              </a:solidFill>
            </a:endParaRPr>
          </a:p>
        </p:txBody>
      </p:sp>
      <p:graphicFrame>
        <p:nvGraphicFramePr>
          <p:cNvPr id="5" name="Table 0">
            <a:extLst>
              <a:ext uri="{FF2B5EF4-FFF2-40B4-BE49-F238E27FC236}">
                <a16:creationId xmlns:a16="http://schemas.microsoft.com/office/drawing/2014/main" id="{6A81923A-56B0-E155-CD3B-4EABF1B92A7F}"/>
              </a:ext>
            </a:extLst>
          </p:cNvPr>
          <p:cNvGraphicFramePr>
            <a:graphicFrameLocks noGrp="1"/>
          </p:cNvGraphicFramePr>
          <p:nvPr>
            <p:ph idx="1"/>
            <p:extLst>
              <p:ext uri="{D42A27DB-BD31-4B8C-83A1-F6EECF244321}">
                <p14:modId xmlns:p14="http://schemas.microsoft.com/office/powerpoint/2010/main" val="2555858963"/>
              </p:ext>
            </p:extLst>
          </p:nvPr>
        </p:nvGraphicFramePr>
        <p:xfrm>
          <a:off x="609600" y="1736725"/>
          <a:ext cx="10972799" cy="4315968"/>
        </p:xfrm>
        <a:graphic>
          <a:graphicData uri="http://schemas.openxmlformats.org/drawingml/2006/table">
            <a:tbl>
              <a:tblPr/>
              <a:tblGrid>
                <a:gridCol w="3925229">
                  <a:extLst>
                    <a:ext uri="{9D8B030D-6E8A-4147-A177-3AD203B41FA5}">
                      <a16:colId xmlns:a16="http://schemas.microsoft.com/office/drawing/2014/main" val="20000"/>
                    </a:ext>
                  </a:extLst>
                </a:gridCol>
                <a:gridCol w="7047570">
                  <a:extLst>
                    <a:ext uri="{9D8B030D-6E8A-4147-A177-3AD203B41FA5}">
                      <a16:colId xmlns:a16="http://schemas.microsoft.com/office/drawing/2014/main" val="20001"/>
                    </a:ext>
                  </a:extLst>
                </a:gridCol>
              </a:tblGrid>
              <a:tr h="539496">
                <a:tc>
                  <a:txBody>
                    <a:bodyPr/>
                    <a:lstStyle/>
                    <a:p>
                      <a:pPr marL="0" indent="0" algn="l">
                        <a:buNone/>
                      </a:pPr>
                      <a:r>
                        <a:rPr lang="en-US" sz="1500" b="1" dirty="0">
                          <a:solidFill>
                            <a:srgbClr val="FFFFFF"/>
                          </a:solidFill>
                          <a:latin typeface="Courier New" pitchFamily="34" charset="0"/>
                          <a:ea typeface="Courier New" pitchFamily="34" charset="-122"/>
                          <a:cs typeface="Courier New" pitchFamily="34" charset="-120"/>
                        </a:rPr>
                        <a:t>Werkzeug</a:t>
                      </a:r>
                      <a:endParaRPr lang="en-US" sz="1500" dirty="0">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chemeClr val="accent1">
                        <a:lumMod val="75000"/>
                      </a:schemeClr>
                    </a:solidFill>
                  </a:tcPr>
                </a:tc>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Zweck</a:t>
                      </a:r>
                      <a:endParaRPr lang="en-US" sz="15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chemeClr val="accent1">
                        <a:lumMod val="75000"/>
                      </a:schemeClr>
                    </a:solidFill>
                  </a:tcPr>
                </a:tc>
                <a:extLst>
                  <a:ext uri="{0D108BD9-81ED-4DB2-BD59-A6C34878D82A}">
                    <a16:rowId xmlns:a16="http://schemas.microsoft.com/office/drawing/2014/main" val="10000"/>
                  </a:ext>
                </a:extLst>
              </a:tr>
              <a:tr h="539496">
                <a:tc>
                  <a:txBody>
                    <a:bodyPr/>
                    <a:lstStyle/>
                    <a:p>
                      <a:pPr marL="0" indent="0" algn="l">
                        <a:buNone/>
                      </a:pPr>
                      <a:r>
                        <a:rPr lang="en-US" sz="1500" dirty="0">
                          <a:solidFill>
                            <a:schemeClr val="tx1"/>
                          </a:solidFill>
                          <a:latin typeface="Courier New" pitchFamily="34" charset="0"/>
                          <a:ea typeface="Courier New" pitchFamily="34" charset="-122"/>
                          <a:cs typeface="Courier New" pitchFamily="34" charset="-120"/>
                        </a:rPr>
                        <a:t>search_equipment</a:t>
                      </a:r>
                      <a:endParaRPr lang="en-US" sz="1500" dirty="0">
                        <a:solidFill>
                          <a:schemeClr val="tx1"/>
                        </a:solidFill>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Löst natürlichsprachliche Begriffe zu Anlagenobjekten auf (Entity-Auflösung)</a:t>
                      </a:r>
                      <a:endParaRPr lang="en-US" sz="1500" dirty="0">
                        <a:solidFill>
                          <a:schemeClr val="tx1"/>
                        </a:solidFill>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9496">
                <a:tc>
                  <a:txBody>
                    <a:bodyPr/>
                    <a:lstStyle/>
                    <a:p>
                      <a:pPr marL="0" indent="0" algn="l">
                        <a:buNone/>
                      </a:pPr>
                      <a:r>
                        <a:rPr lang="en-US" sz="1500" dirty="0">
                          <a:solidFill>
                            <a:schemeClr val="tx1"/>
                          </a:solidFill>
                          <a:latin typeface="Courier New" pitchFamily="34" charset="0"/>
                          <a:ea typeface="Courier New" pitchFamily="34" charset="-122"/>
                          <a:cs typeface="Courier New" pitchFamily="34" charset="-120"/>
                        </a:rPr>
                        <a:t>get_equipment_capacity</a:t>
                      </a:r>
                      <a:endParaRPr lang="en-US" sz="1500" dirty="0">
                        <a:solidFill>
                          <a:schemeClr val="tx1"/>
                        </a:solidFill>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Fragt Kapazitätswert und Einheit eines Equipments ab</a:t>
                      </a:r>
                      <a:endParaRPr lang="en-US" sz="1500" dirty="0">
                        <a:solidFill>
                          <a:schemeClr val="tx1"/>
                        </a:solidFill>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extLst>
                  <a:ext uri="{0D108BD9-81ED-4DB2-BD59-A6C34878D82A}">
                    <a16:rowId xmlns:a16="http://schemas.microsoft.com/office/drawing/2014/main" val="10002"/>
                  </a:ext>
                </a:extLst>
              </a:tr>
              <a:tr h="539496">
                <a:tc>
                  <a:txBody>
                    <a:bodyPr/>
                    <a:lstStyle/>
                    <a:p>
                      <a:pPr marL="0" indent="0" algn="l">
                        <a:buNone/>
                      </a:pPr>
                      <a:r>
                        <a:rPr lang="en-US" sz="1500" dirty="0">
                          <a:solidFill>
                            <a:schemeClr val="tx1"/>
                          </a:solidFill>
                          <a:latin typeface="Courier New" pitchFamily="34" charset="0"/>
                          <a:ea typeface="Courier New" pitchFamily="34" charset="-122"/>
                          <a:cs typeface="Courier New" pitchFamily="34" charset="-120"/>
                        </a:rPr>
                        <a:t>get_level_monitoring</a:t>
                      </a:r>
                      <a:endParaRPr lang="en-US" sz="1500" dirty="0">
                        <a:solidFill>
                          <a:schemeClr val="tx1"/>
                        </a:solidFill>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Prüft füllstandsbezogene Instrumentierungsfunktionen eines Equipments</a:t>
                      </a:r>
                      <a:endParaRPr lang="en-US" sz="1500" dirty="0">
                        <a:solidFill>
                          <a:schemeClr val="tx1"/>
                        </a:solidFill>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9496">
                <a:tc>
                  <a:txBody>
                    <a:bodyPr/>
                    <a:lstStyle/>
                    <a:p>
                      <a:pPr marL="0" indent="0" algn="l">
                        <a:buNone/>
                      </a:pPr>
                      <a:r>
                        <a:rPr lang="en-US" sz="1500" dirty="0">
                          <a:solidFill>
                            <a:schemeClr val="tx1"/>
                          </a:solidFill>
                          <a:latin typeface="Courier New" pitchFamily="34" charset="0"/>
                          <a:ea typeface="Courier New" pitchFamily="34" charset="-122"/>
                          <a:cs typeface="Courier New" pitchFamily="34" charset="-120"/>
                        </a:rPr>
                        <a:t>explain_equipment_pif_path</a:t>
                      </a:r>
                      <a:endParaRPr lang="en-US" sz="1500" dirty="0">
                        <a:solidFill>
                          <a:schemeClr val="tx1"/>
                        </a:solidFill>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Gibt den RDF-Pfad zwischen Equipment und Instrumentierungsfunktion aus</a:t>
                      </a:r>
                      <a:endParaRPr lang="en-US" sz="1500" dirty="0">
                        <a:solidFill>
                          <a:schemeClr val="tx1"/>
                        </a:solidFill>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extLst>
                  <a:ext uri="{0D108BD9-81ED-4DB2-BD59-A6C34878D82A}">
                    <a16:rowId xmlns:a16="http://schemas.microsoft.com/office/drawing/2014/main" val="10004"/>
                  </a:ext>
                </a:extLst>
              </a:tr>
              <a:tr h="539496">
                <a:tc>
                  <a:txBody>
                    <a:bodyPr/>
                    <a:lstStyle/>
                    <a:p>
                      <a:pPr marL="0" indent="0" algn="l">
                        <a:buNone/>
                      </a:pPr>
                      <a:r>
                        <a:rPr lang="en-US" sz="1500" dirty="0">
                          <a:solidFill>
                            <a:schemeClr val="tx1"/>
                          </a:solidFill>
                          <a:latin typeface="Courier New" pitchFamily="34" charset="0"/>
                          <a:ea typeface="Courier New" pitchFamily="34" charset="-122"/>
                          <a:cs typeface="Courier New" pitchFamily="34" charset="-120"/>
                        </a:rPr>
                        <a:t>get_instrumentation_functions</a:t>
                      </a:r>
                      <a:endParaRPr lang="en-US" sz="1500" dirty="0">
                        <a:solidFill>
                          <a:schemeClr val="tx1"/>
                        </a:solidFill>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Listet alle Instrumentierungsfunktionen eines Equipments</a:t>
                      </a:r>
                      <a:endParaRPr lang="en-US" sz="1500" dirty="0">
                        <a:solidFill>
                          <a:schemeClr val="tx1"/>
                        </a:solidFill>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9496">
                <a:tc>
                  <a:txBody>
                    <a:bodyPr/>
                    <a:lstStyle/>
                    <a:p>
                      <a:pPr marL="0" indent="0" algn="l">
                        <a:buNone/>
                      </a:pPr>
                      <a:r>
                        <a:rPr lang="en-US" sz="1500" dirty="0">
                          <a:solidFill>
                            <a:schemeClr val="tx1"/>
                          </a:solidFill>
                          <a:latin typeface="Courier New" pitchFamily="34" charset="0"/>
                          <a:ea typeface="Courier New" pitchFamily="34" charset="-122"/>
                          <a:cs typeface="Courier New" pitchFamily="34" charset="-120"/>
                        </a:rPr>
                        <a:t>search_pifs</a:t>
                      </a:r>
                      <a:endParaRPr lang="en-US" sz="1500" dirty="0">
                        <a:solidFill>
                          <a:schemeClr val="tx1"/>
                        </a:solidFill>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Sucht Instrumentierungsfunktionen nach Tag oder Kategorie</a:t>
                      </a:r>
                      <a:endParaRPr lang="en-US" sz="1500" dirty="0">
                        <a:solidFill>
                          <a:schemeClr val="tx1"/>
                        </a:solidFill>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extLst>
                  <a:ext uri="{0D108BD9-81ED-4DB2-BD59-A6C34878D82A}">
                    <a16:rowId xmlns:a16="http://schemas.microsoft.com/office/drawing/2014/main" val="10006"/>
                  </a:ext>
                </a:extLst>
              </a:tr>
              <a:tr h="539496">
                <a:tc>
                  <a:txBody>
                    <a:bodyPr/>
                    <a:lstStyle/>
                    <a:p>
                      <a:pPr marL="0" indent="0" algn="l">
                        <a:buNone/>
                      </a:pPr>
                      <a:r>
                        <a:rPr lang="en-US" sz="1500" dirty="0">
                          <a:solidFill>
                            <a:schemeClr val="tx1"/>
                          </a:solidFill>
                          <a:latin typeface="Courier New" pitchFamily="34" charset="0"/>
                          <a:ea typeface="Courier New" pitchFamily="34" charset="-122"/>
                          <a:cs typeface="Courier New" pitchFamily="34" charset="-120"/>
                        </a:rPr>
                        <a:t>search_predicates</a:t>
                      </a:r>
                      <a:endParaRPr lang="en-US" sz="1500" dirty="0">
                        <a:solidFill>
                          <a:schemeClr val="tx1"/>
                        </a:solidFill>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500" dirty="0">
                          <a:solidFill>
                            <a:schemeClr val="tx1"/>
                          </a:solidFill>
                          <a:latin typeface="Calibri" pitchFamily="34" charset="0"/>
                          <a:ea typeface="Calibri" pitchFamily="34" charset="-122"/>
                          <a:cs typeface="Calibri" pitchFamily="34" charset="-120"/>
                        </a:rPr>
                        <a:t>Sucht verfügbare RDF-Eigenschaften (Graph-Exploration)</a:t>
                      </a:r>
                      <a:endParaRPr lang="en-US" sz="1500" dirty="0">
                        <a:solidFill>
                          <a:schemeClr val="tx1"/>
                        </a:solidFill>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9760225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85FC11-7D54-D1C3-1393-4B81AEA4443B}"/>
              </a:ext>
            </a:extLst>
          </p:cNvPr>
          <p:cNvSpPr>
            <a:spLocks noGrp="1"/>
          </p:cNvSpPr>
          <p:nvPr>
            <p:ph type="title"/>
          </p:nvPr>
        </p:nvSpPr>
        <p:spPr/>
        <p:txBody>
          <a:bodyPr/>
          <a:lstStyle/>
          <a:p>
            <a:r>
              <a:rPr lang="de-DE" b="1" dirty="0" err="1">
                <a:solidFill>
                  <a:srgbClr val="474F5F"/>
                </a:solidFill>
              </a:rPr>
              <a:t>Reasoning</a:t>
            </a:r>
            <a:r>
              <a:rPr lang="de-DE" b="1" dirty="0">
                <a:solidFill>
                  <a:srgbClr val="474F5F"/>
                </a:solidFill>
              </a:rPr>
              <a:t>-Beispiel:</a:t>
            </a:r>
          </a:p>
        </p:txBody>
      </p:sp>
      <p:sp>
        <p:nvSpPr>
          <p:cNvPr id="7" name="Shape 8">
            <a:extLst>
              <a:ext uri="{FF2B5EF4-FFF2-40B4-BE49-F238E27FC236}">
                <a16:creationId xmlns:a16="http://schemas.microsoft.com/office/drawing/2014/main" id="{69CFF9C8-7051-EA29-2FFA-8E4019910114}"/>
              </a:ext>
            </a:extLst>
          </p:cNvPr>
          <p:cNvSpPr/>
          <p:nvPr/>
        </p:nvSpPr>
        <p:spPr>
          <a:xfrm>
            <a:off x="467475" y="2065399"/>
            <a:ext cx="3933076" cy="566928"/>
          </a:xfrm>
          <a:prstGeom prst="roundRect">
            <a:avLst>
              <a:gd name="adj" fmla="val 12903"/>
            </a:avLst>
          </a:prstGeom>
          <a:solidFill>
            <a:schemeClr val="accent1">
              <a:lumMod val="75000"/>
            </a:schemeClr>
          </a:solidFill>
          <a:ln w="12700">
            <a:solidFill>
              <a:srgbClr val="1B2A4A"/>
            </a:solidFill>
            <a:prstDash val="solid"/>
          </a:ln>
        </p:spPr>
        <p:txBody>
          <a:bodyPr/>
          <a:lstStyle/>
          <a:p>
            <a:endParaRPr lang="en-DE"/>
          </a:p>
        </p:txBody>
      </p:sp>
      <p:sp>
        <p:nvSpPr>
          <p:cNvPr id="9" name="Text 9">
            <a:extLst>
              <a:ext uri="{FF2B5EF4-FFF2-40B4-BE49-F238E27FC236}">
                <a16:creationId xmlns:a16="http://schemas.microsoft.com/office/drawing/2014/main" id="{2705DBD6-568C-9F22-4CCF-ADE132DBAB08}"/>
              </a:ext>
            </a:extLst>
          </p:cNvPr>
          <p:cNvSpPr/>
          <p:nvPr/>
        </p:nvSpPr>
        <p:spPr>
          <a:xfrm>
            <a:off x="696074" y="2065399"/>
            <a:ext cx="5669280" cy="56692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Tank-B001</a:t>
            </a:r>
            <a:endParaRPr lang="en-US" sz="1300" dirty="0"/>
          </a:p>
        </p:txBody>
      </p:sp>
      <p:sp>
        <p:nvSpPr>
          <p:cNvPr id="13" name="Shape 13">
            <a:extLst>
              <a:ext uri="{FF2B5EF4-FFF2-40B4-BE49-F238E27FC236}">
                <a16:creationId xmlns:a16="http://schemas.microsoft.com/office/drawing/2014/main" id="{A033BB89-F754-2698-25CC-220F7FF913FA}"/>
              </a:ext>
            </a:extLst>
          </p:cNvPr>
          <p:cNvSpPr/>
          <p:nvPr/>
        </p:nvSpPr>
        <p:spPr>
          <a:xfrm>
            <a:off x="467475" y="3865630"/>
            <a:ext cx="3933076" cy="566928"/>
          </a:xfrm>
          <a:prstGeom prst="roundRect">
            <a:avLst>
              <a:gd name="adj" fmla="val 12903"/>
            </a:avLst>
          </a:prstGeom>
          <a:solidFill>
            <a:srgbClr val="FFFFFF"/>
          </a:solidFill>
          <a:ln w="12700">
            <a:solidFill>
              <a:srgbClr val="3E7CB1"/>
            </a:solidFill>
            <a:prstDash val="solid"/>
          </a:ln>
        </p:spPr>
        <p:txBody>
          <a:bodyPr/>
          <a:lstStyle/>
          <a:p>
            <a:endParaRPr lang="en-DE" dirty="0"/>
          </a:p>
        </p:txBody>
      </p:sp>
      <p:sp>
        <p:nvSpPr>
          <p:cNvPr id="15" name="Text 14">
            <a:extLst>
              <a:ext uri="{FF2B5EF4-FFF2-40B4-BE49-F238E27FC236}">
                <a16:creationId xmlns:a16="http://schemas.microsoft.com/office/drawing/2014/main" id="{9CA39236-F2BE-2070-8C04-64CC193CBD76}"/>
              </a:ext>
            </a:extLst>
          </p:cNvPr>
          <p:cNvSpPr/>
          <p:nvPr/>
        </p:nvSpPr>
        <p:spPr>
          <a:xfrm>
            <a:off x="696074" y="3896452"/>
            <a:ext cx="5669280" cy="566928"/>
          </a:xfrm>
          <a:prstGeom prst="rect">
            <a:avLst/>
          </a:prstGeom>
          <a:noFill/>
          <a:ln/>
        </p:spPr>
        <p:txBody>
          <a:bodyPr wrap="square" rtlCol="0" anchor="ctr"/>
          <a:lstStyle/>
          <a:p>
            <a:pPr marL="0" indent="0">
              <a:buNone/>
            </a:pPr>
            <a:r>
              <a:rPr lang="en-US" sz="1300" b="1" dirty="0">
                <a:solidFill>
                  <a:srgbClr val="1B2A4A"/>
                </a:solidFill>
                <a:latin typeface="Courier New" pitchFamily="34" charset="0"/>
                <a:ea typeface="Courier New" pitchFamily="34" charset="-122"/>
                <a:cs typeface="Courier New" pitchFamily="34" charset="-120"/>
              </a:rPr>
              <a:t>SensingNozzle_LSL102D</a:t>
            </a:r>
            <a:endParaRPr lang="en-US" sz="1300" dirty="0"/>
          </a:p>
        </p:txBody>
      </p:sp>
      <p:sp>
        <p:nvSpPr>
          <p:cNvPr id="17" name="Shape 15">
            <a:extLst>
              <a:ext uri="{FF2B5EF4-FFF2-40B4-BE49-F238E27FC236}">
                <a16:creationId xmlns:a16="http://schemas.microsoft.com/office/drawing/2014/main" id="{E8472A58-5446-D17B-3472-BD9ED190E6B4}"/>
              </a:ext>
            </a:extLst>
          </p:cNvPr>
          <p:cNvSpPr/>
          <p:nvPr/>
        </p:nvSpPr>
        <p:spPr>
          <a:xfrm>
            <a:off x="787514" y="4447505"/>
            <a:ext cx="0" cy="329184"/>
          </a:xfrm>
          <a:prstGeom prst="line">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DE"/>
          </a:p>
        </p:txBody>
      </p:sp>
      <p:sp>
        <p:nvSpPr>
          <p:cNvPr id="19" name="Text 16">
            <a:extLst>
              <a:ext uri="{FF2B5EF4-FFF2-40B4-BE49-F238E27FC236}">
                <a16:creationId xmlns:a16="http://schemas.microsoft.com/office/drawing/2014/main" id="{89452590-D070-9D70-D0A2-A5C9235A365F}"/>
              </a:ext>
            </a:extLst>
          </p:cNvPr>
          <p:cNvSpPr/>
          <p:nvPr/>
        </p:nvSpPr>
        <p:spPr>
          <a:xfrm>
            <a:off x="970394" y="4453474"/>
            <a:ext cx="4760253" cy="310896"/>
          </a:xfrm>
          <a:prstGeom prst="rect">
            <a:avLst/>
          </a:prstGeom>
          <a:noFill/>
          <a:ln/>
        </p:spPr>
        <p:txBody>
          <a:bodyPr wrap="square" rtlCol="0" anchor="ctr"/>
          <a:lstStyle/>
          <a:p>
            <a:pPr marL="0" indent="0">
              <a:buNone/>
            </a:pPr>
            <a:r>
              <a:rPr lang="en-US" sz="1300" i="1" dirty="0">
                <a:latin typeface="Courier New" pitchFamily="34" charset="0"/>
                <a:ea typeface="Courier New" pitchFamily="34" charset="-122"/>
                <a:cs typeface="Courier New" pitchFamily="34" charset="-120"/>
              </a:rPr>
              <a:t>hasSensingLocation</a:t>
            </a:r>
            <a:endParaRPr lang="en-US" sz="1300" dirty="0"/>
          </a:p>
        </p:txBody>
      </p:sp>
      <p:sp>
        <p:nvSpPr>
          <p:cNvPr id="21" name="Shape 18">
            <a:extLst>
              <a:ext uri="{FF2B5EF4-FFF2-40B4-BE49-F238E27FC236}">
                <a16:creationId xmlns:a16="http://schemas.microsoft.com/office/drawing/2014/main" id="{B0BF511A-6FB4-294E-40D4-B33D0A13C3DC}"/>
              </a:ext>
            </a:extLst>
          </p:cNvPr>
          <p:cNvSpPr/>
          <p:nvPr/>
        </p:nvSpPr>
        <p:spPr>
          <a:xfrm>
            <a:off x="467475" y="4792564"/>
            <a:ext cx="3933076" cy="566928"/>
          </a:xfrm>
          <a:prstGeom prst="roundRect">
            <a:avLst>
              <a:gd name="adj" fmla="val 12903"/>
            </a:avLst>
          </a:prstGeom>
          <a:solidFill>
            <a:srgbClr val="FFFFFF"/>
          </a:solidFill>
          <a:ln w="12700">
            <a:solidFill>
              <a:srgbClr val="3E7CB1"/>
            </a:solidFill>
            <a:prstDash val="solid"/>
          </a:ln>
        </p:spPr>
        <p:txBody>
          <a:bodyPr/>
          <a:lstStyle/>
          <a:p>
            <a:endParaRPr lang="en-DE"/>
          </a:p>
        </p:txBody>
      </p:sp>
      <p:sp>
        <p:nvSpPr>
          <p:cNvPr id="23" name="Text 19">
            <a:extLst>
              <a:ext uri="{FF2B5EF4-FFF2-40B4-BE49-F238E27FC236}">
                <a16:creationId xmlns:a16="http://schemas.microsoft.com/office/drawing/2014/main" id="{E13DE21B-AE6C-5D3B-A4C5-B3A59C4765FE}"/>
              </a:ext>
            </a:extLst>
          </p:cNvPr>
          <p:cNvSpPr/>
          <p:nvPr/>
        </p:nvSpPr>
        <p:spPr>
          <a:xfrm>
            <a:off x="696074" y="4792564"/>
            <a:ext cx="5669280" cy="566928"/>
          </a:xfrm>
          <a:prstGeom prst="rect">
            <a:avLst/>
          </a:prstGeom>
          <a:noFill/>
          <a:ln/>
        </p:spPr>
        <p:txBody>
          <a:bodyPr wrap="square" rtlCol="0" anchor="ctr"/>
          <a:lstStyle/>
          <a:p>
            <a:pPr marL="0" indent="0">
              <a:buNone/>
            </a:pPr>
            <a:r>
              <a:rPr lang="en-US" sz="1300" b="1" dirty="0">
                <a:solidFill>
                  <a:srgbClr val="1B2A4A"/>
                </a:solidFill>
                <a:latin typeface="Courier New" pitchFamily="34" charset="0"/>
                <a:ea typeface="Courier New" pitchFamily="34" charset="-122"/>
                <a:cs typeface="Courier New" pitchFamily="34" charset="-120"/>
              </a:rPr>
              <a:t>Process Signal Generating Function</a:t>
            </a:r>
            <a:endParaRPr lang="en-US" sz="1300" dirty="0"/>
          </a:p>
        </p:txBody>
      </p:sp>
      <p:sp>
        <p:nvSpPr>
          <p:cNvPr id="27" name="Text 21">
            <a:extLst>
              <a:ext uri="{FF2B5EF4-FFF2-40B4-BE49-F238E27FC236}">
                <a16:creationId xmlns:a16="http://schemas.microsoft.com/office/drawing/2014/main" id="{81AB2137-535B-373D-0B90-1370D7881528}"/>
              </a:ext>
            </a:extLst>
          </p:cNvPr>
          <p:cNvSpPr/>
          <p:nvPr/>
        </p:nvSpPr>
        <p:spPr>
          <a:xfrm>
            <a:off x="970394" y="5368636"/>
            <a:ext cx="4760253" cy="310896"/>
          </a:xfrm>
          <a:prstGeom prst="rect">
            <a:avLst/>
          </a:prstGeom>
          <a:noFill/>
          <a:ln/>
        </p:spPr>
        <p:txBody>
          <a:bodyPr wrap="square" rtlCol="0" anchor="ctr"/>
          <a:lstStyle/>
          <a:p>
            <a:pPr marL="0" indent="0">
              <a:buNone/>
            </a:pPr>
            <a:r>
              <a:rPr lang="en-US" sz="1300" i="1" dirty="0">
                <a:latin typeface="Courier New" pitchFamily="34" charset="0"/>
                <a:ea typeface="Courier New" pitchFamily="34" charset="-122"/>
                <a:cs typeface="Courier New" pitchFamily="34" charset="-120"/>
              </a:rPr>
              <a:t>hasProcessSignalGeneratingFunction</a:t>
            </a:r>
            <a:endParaRPr lang="en-US" sz="1300" dirty="0"/>
          </a:p>
        </p:txBody>
      </p:sp>
      <p:sp>
        <p:nvSpPr>
          <p:cNvPr id="29" name="Shape 23">
            <a:extLst>
              <a:ext uri="{FF2B5EF4-FFF2-40B4-BE49-F238E27FC236}">
                <a16:creationId xmlns:a16="http://schemas.microsoft.com/office/drawing/2014/main" id="{CD0D3170-21F4-383D-384E-325B973ABDA0}"/>
              </a:ext>
            </a:extLst>
          </p:cNvPr>
          <p:cNvSpPr/>
          <p:nvPr/>
        </p:nvSpPr>
        <p:spPr>
          <a:xfrm>
            <a:off x="467475" y="5688676"/>
            <a:ext cx="3933076" cy="566928"/>
          </a:xfrm>
          <a:prstGeom prst="roundRect">
            <a:avLst>
              <a:gd name="adj" fmla="val 12903"/>
            </a:avLst>
          </a:prstGeom>
          <a:solidFill>
            <a:schemeClr val="accent1">
              <a:lumMod val="75000"/>
            </a:schemeClr>
          </a:solidFill>
          <a:ln w="12700">
            <a:solidFill>
              <a:srgbClr val="1B2A4A"/>
            </a:solidFill>
            <a:prstDash val="solid"/>
          </a:ln>
        </p:spPr>
        <p:txBody>
          <a:bodyPr/>
          <a:lstStyle/>
          <a:p>
            <a:endParaRPr lang="en-DE"/>
          </a:p>
        </p:txBody>
      </p:sp>
      <p:sp>
        <p:nvSpPr>
          <p:cNvPr id="31" name="Text 24">
            <a:extLst>
              <a:ext uri="{FF2B5EF4-FFF2-40B4-BE49-F238E27FC236}">
                <a16:creationId xmlns:a16="http://schemas.microsoft.com/office/drawing/2014/main" id="{020BC9E8-18B9-1E46-B382-9424E3939DDD}"/>
              </a:ext>
            </a:extLst>
          </p:cNvPr>
          <p:cNvSpPr/>
          <p:nvPr/>
        </p:nvSpPr>
        <p:spPr>
          <a:xfrm>
            <a:off x="696074" y="5688676"/>
            <a:ext cx="5669280" cy="566928"/>
          </a:xfrm>
          <a:prstGeom prst="rect">
            <a:avLst/>
          </a:prstGeom>
          <a:noFill/>
          <a:ln/>
        </p:spPr>
        <p:txBody>
          <a:bodyPr wrap="square" rtlCol="0" anchor="ctr"/>
          <a:lstStyle/>
          <a:p>
            <a:pPr marL="0" indent="0">
              <a:buNone/>
            </a:pPr>
            <a:r>
              <a:rPr lang="en-US" sz="1300" b="1" dirty="0">
                <a:solidFill>
                  <a:srgbClr val="FFFFFF"/>
                </a:solidFill>
                <a:latin typeface="Courier New" pitchFamily="34" charset="0"/>
                <a:ea typeface="Courier New" pitchFamily="34" charset="-122"/>
                <a:cs typeface="Courier New" pitchFamily="34" charset="-120"/>
              </a:rPr>
              <a:t>LSL102D</a:t>
            </a:r>
            <a:endParaRPr lang="en-US" sz="1300" dirty="0"/>
          </a:p>
        </p:txBody>
      </p:sp>
      <p:sp>
        <p:nvSpPr>
          <p:cNvPr id="33" name="Shape 15">
            <a:extLst>
              <a:ext uri="{FF2B5EF4-FFF2-40B4-BE49-F238E27FC236}">
                <a16:creationId xmlns:a16="http://schemas.microsoft.com/office/drawing/2014/main" id="{E078A446-BAD5-E4AC-0E39-11016CA21124}"/>
              </a:ext>
            </a:extLst>
          </p:cNvPr>
          <p:cNvSpPr/>
          <p:nvPr/>
        </p:nvSpPr>
        <p:spPr>
          <a:xfrm>
            <a:off x="787514" y="2632327"/>
            <a:ext cx="0" cy="329184"/>
          </a:xfrm>
          <a:prstGeom prst="line">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DE"/>
          </a:p>
        </p:txBody>
      </p:sp>
      <p:sp>
        <p:nvSpPr>
          <p:cNvPr id="35" name="Shape 15">
            <a:extLst>
              <a:ext uri="{FF2B5EF4-FFF2-40B4-BE49-F238E27FC236}">
                <a16:creationId xmlns:a16="http://schemas.microsoft.com/office/drawing/2014/main" id="{F2506BD5-62A2-6228-269D-EE26205C7B29}"/>
              </a:ext>
            </a:extLst>
          </p:cNvPr>
          <p:cNvSpPr/>
          <p:nvPr/>
        </p:nvSpPr>
        <p:spPr>
          <a:xfrm>
            <a:off x="787514" y="5350348"/>
            <a:ext cx="0" cy="329184"/>
          </a:xfrm>
          <a:prstGeom prst="line">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DE"/>
          </a:p>
        </p:txBody>
      </p:sp>
      <p:sp>
        <p:nvSpPr>
          <p:cNvPr id="37" name="Text 11">
            <a:extLst>
              <a:ext uri="{FF2B5EF4-FFF2-40B4-BE49-F238E27FC236}">
                <a16:creationId xmlns:a16="http://schemas.microsoft.com/office/drawing/2014/main" id="{523D4132-3F16-5915-937A-AD8EF2E1C20D}"/>
              </a:ext>
            </a:extLst>
          </p:cNvPr>
          <p:cNvSpPr/>
          <p:nvPr/>
        </p:nvSpPr>
        <p:spPr>
          <a:xfrm>
            <a:off x="965429" y="2641471"/>
            <a:ext cx="4760253" cy="310896"/>
          </a:xfrm>
          <a:prstGeom prst="rect">
            <a:avLst/>
          </a:prstGeom>
          <a:noFill/>
          <a:ln/>
        </p:spPr>
        <p:txBody>
          <a:bodyPr wrap="square" rtlCol="0" anchor="ctr"/>
          <a:lstStyle/>
          <a:p>
            <a:pPr marL="0" indent="0">
              <a:buNone/>
            </a:pPr>
            <a:r>
              <a:rPr lang="en-US" sz="1300" i="1" dirty="0" err="1">
                <a:latin typeface="Courier New" pitchFamily="34" charset="0"/>
                <a:ea typeface="Courier New" pitchFamily="34" charset="-122"/>
                <a:cs typeface="Courier New" pitchFamily="34" charset="-120"/>
              </a:rPr>
              <a:t>hasChamber</a:t>
            </a:r>
            <a:endParaRPr lang="en-US" sz="1300" dirty="0"/>
          </a:p>
        </p:txBody>
      </p:sp>
      <p:sp>
        <p:nvSpPr>
          <p:cNvPr id="43" name="Shape 13">
            <a:extLst>
              <a:ext uri="{FF2B5EF4-FFF2-40B4-BE49-F238E27FC236}">
                <a16:creationId xmlns:a16="http://schemas.microsoft.com/office/drawing/2014/main" id="{10443AA1-34DC-A3FF-9944-55ED1B2A92B8}"/>
              </a:ext>
            </a:extLst>
          </p:cNvPr>
          <p:cNvSpPr/>
          <p:nvPr/>
        </p:nvSpPr>
        <p:spPr>
          <a:xfrm>
            <a:off x="435090" y="2958698"/>
            <a:ext cx="3933076" cy="566928"/>
          </a:xfrm>
          <a:prstGeom prst="roundRect">
            <a:avLst>
              <a:gd name="adj" fmla="val 12903"/>
            </a:avLst>
          </a:prstGeom>
          <a:solidFill>
            <a:srgbClr val="FFFFFF"/>
          </a:solidFill>
          <a:ln w="12700">
            <a:solidFill>
              <a:srgbClr val="3E7CB1"/>
            </a:solidFill>
            <a:prstDash val="solid"/>
          </a:ln>
        </p:spPr>
        <p:txBody>
          <a:bodyPr/>
          <a:lstStyle/>
          <a:p>
            <a:endParaRPr lang="en-DE" dirty="0"/>
          </a:p>
        </p:txBody>
      </p:sp>
      <p:sp>
        <p:nvSpPr>
          <p:cNvPr id="45" name="Shape 15">
            <a:extLst>
              <a:ext uri="{FF2B5EF4-FFF2-40B4-BE49-F238E27FC236}">
                <a16:creationId xmlns:a16="http://schemas.microsoft.com/office/drawing/2014/main" id="{48A98FBF-6CBD-F29B-AF08-AD01643E503A}"/>
              </a:ext>
            </a:extLst>
          </p:cNvPr>
          <p:cNvSpPr/>
          <p:nvPr/>
        </p:nvSpPr>
        <p:spPr>
          <a:xfrm flipV="1">
            <a:off x="787514" y="3537963"/>
            <a:ext cx="0" cy="327600"/>
          </a:xfrm>
          <a:prstGeom prst="line">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en-DE"/>
          </a:p>
        </p:txBody>
      </p:sp>
      <p:sp>
        <p:nvSpPr>
          <p:cNvPr id="47" name="Text 14">
            <a:extLst>
              <a:ext uri="{FF2B5EF4-FFF2-40B4-BE49-F238E27FC236}">
                <a16:creationId xmlns:a16="http://schemas.microsoft.com/office/drawing/2014/main" id="{B70B4237-954E-BCD7-0E1D-072CE98D5B84}"/>
              </a:ext>
            </a:extLst>
          </p:cNvPr>
          <p:cNvSpPr/>
          <p:nvPr/>
        </p:nvSpPr>
        <p:spPr>
          <a:xfrm>
            <a:off x="787514" y="2978662"/>
            <a:ext cx="4838290" cy="566928"/>
          </a:xfrm>
          <a:prstGeom prst="rect">
            <a:avLst/>
          </a:prstGeom>
          <a:noFill/>
          <a:ln/>
        </p:spPr>
        <p:txBody>
          <a:bodyPr wrap="square" rtlCol="0" anchor="ctr"/>
          <a:lstStyle/>
          <a:p>
            <a:r>
              <a:rPr lang="en-US" sz="1300" dirty="0">
                <a:latin typeface="Courier New" panose="02070309020205020404" pitchFamily="49" charset="0"/>
                <a:cs typeface="Courier New" panose="02070309020205020404" pitchFamily="49" charset="0"/>
              </a:rPr>
              <a:t>Chamber_B001_Main</a:t>
            </a:r>
          </a:p>
        </p:txBody>
      </p:sp>
      <p:sp>
        <p:nvSpPr>
          <p:cNvPr id="51" name="Text 11">
            <a:extLst>
              <a:ext uri="{FF2B5EF4-FFF2-40B4-BE49-F238E27FC236}">
                <a16:creationId xmlns:a16="http://schemas.microsoft.com/office/drawing/2014/main" id="{6A9B4756-D6CE-D5EB-D7C4-20EE6E0228F7}"/>
              </a:ext>
            </a:extLst>
          </p:cNvPr>
          <p:cNvSpPr/>
          <p:nvPr/>
        </p:nvSpPr>
        <p:spPr>
          <a:xfrm>
            <a:off x="965429" y="3545025"/>
            <a:ext cx="4760253" cy="310896"/>
          </a:xfrm>
          <a:prstGeom prst="rect">
            <a:avLst/>
          </a:prstGeom>
          <a:noFill/>
          <a:ln/>
        </p:spPr>
        <p:txBody>
          <a:bodyPr wrap="square" rtlCol="0" anchor="ctr"/>
          <a:lstStyle/>
          <a:p>
            <a:pPr marL="0" indent="0">
              <a:buNone/>
            </a:pPr>
            <a:r>
              <a:rPr lang="en-US" sz="1300" i="1" dirty="0" err="1">
                <a:latin typeface="Courier New" pitchFamily="34" charset="0"/>
                <a:ea typeface="Courier New" pitchFamily="34" charset="-122"/>
                <a:cs typeface="Courier New" pitchFamily="34" charset="-120"/>
              </a:rPr>
              <a:t>hasChamber</a:t>
            </a:r>
            <a:endParaRPr lang="en-US" sz="1300" dirty="0"/>
          </a:p>
        </p:txBody>
      </p:sp>
      <p:sp>
        <p:nvSpPr>
          <p:cNvPr id="56" name="TextBox 55">
            <a:extLst>
              <a:ext uri="{FF2B5EF4-FFF2-40B4-BE49-F238E27FC236}">
                <a16:creationId xmlns:a16="http://schemas.microsoft.com/office/drawing/2014/main" id="{7607911B-D90B-6CD0-B2DC-DE5D4F7A6F0B}"/>
              </a:ext>
            </a:extLst>
          </p:cNvPr>
          <p:cNvSpPr txBox="1"/>
          <p:nvPr/>
        </p:nvSpPr>
        <p:spPr>
          <a:xfrm>
            <a:off x="467473" y="1233652"/>
            <a:ext cx="11448301" cy="738664"/>
          </a:xfrm>
          <a:prstGeom prst="rect">
            <a:avLst/>
          </a:prstGeom>
          <a:noFill/>
        </p:spPr>
        <p:txBody>
          <a:bodyPr wrap="square">
            <a:spAutoFit/>
          </a:bodyPr>
          <a:lstStyle/>
          <a:p>
            <a:r>
              <a:rPr lang="de-DE" sz="2100" b="1" dirty="0">
                <a:solidFill>
                  <a:srgbClr val="474F5F"/>
                </a:solidFill>
              </a:rPr>
              <a:t> </a:t>
            </a:r>
            <a:r>
              <a:rPr lang="de-DE" sz="2100" i="1" dirty="0">
                <a:solidFill>
                  <a:srgbClr val="474F5F"/>
                </a:solidFill>
              </a:rPr>
              <a:t>Ist die </a:t>
            </a:r>
            <a:r>
              <a:rPr lang="de-DE" sz="2100" i="1" dirty="0" err="1">
                <a:solidFill>
                  <a:srgbClr val="474F5F"/>
                </a:solidFill>
              </a:rPr>
              <a:t>Füllstandsüberwachung</a:t>
            </a:r>
            <a:r>
              <a:rPr lang="de-DE" sz="2100" i="1" dirty="0">
                <a:solidFill>
                  <a:srgbClr val="474F5F"/>
                </a:solidFill>
              </a:rPr>
              <a:t> von Tank-B001 durch Middle-Level-Sensor nachvollziehbar belegt? </a:t>
            </a:r>
            <a:endParaRPr lang="en-DE" sz="2100" i="1" dirty="0"/>
          </a:p>
        </p:txBody>
      </p:sp>
      <p:grpSp>
        <p:nvGrpSpPr>
          <p:cNvPr id="62" name="Group 61">
            <a:extLst>
              <a:ext uri="{FF2B5EF4-FFF2-40B4-BE49-F238E27FC236}">
                <a16:creationId xmlns:a16="http://schemas.microsoft.com/office/drawing/2014/main" id="{1E23A49A-DB3C-6658-953A-D71C359BA9DA}"/>
              </a:ext>
            </a:extLst>
          </p:cNvPr>
          <p:cNvGrpSpPr/>
          <p:nvPr/>
        </p:nvGrpSpPr>
        <p:grpSpPr>
          <a:xfrm>
            <a:off x="5014380" y="1789847"/>
            <a:ext cx="6770572" cy="1234440"/>
            <a:chOff x="7060297" y="2978662"/>
            <a:chExt cx="4873752" cy="1234440"/>
          </a:xfrm>
        </p:grpSpPr>
        <p:sp>
          <p:nvSpPr>
            <p:cNvPr id="57" name="Shape 27">
              <a:extLst>
                <a:ext uri="{FF2B5EF4-FFF2-40B4-BE49-F238E27FC236}">
                  <a16:creationId xmlns:a16="http://schemas.microsoft.com/office/drawing/2014/main" id="{1F2D8C3F-2BEE-C28C-E15F-2A859467221B}"/>
                </a:ext>
              </a:extLst>
            </p:cNvPr>
            <p:cNvSpPr/>
            <p:nvPr/>
          </p:nvSpPr>
          <p:spPr>
            <a:xfrm>
              <a:off x="7060297" y="2978662"/>
              <a:ext cx="4873752" cy="1234440"/>
            </a:xfrm>
            <a:prstGeom prst="roundRect">
              <a:avLst>
                <a:gd name="adj" fmla="val 6667"/>
              </a:avLst>
            </a:prstGeom>
            <a:solidFill>
              <a:srgbClr val="FBEBD3"/>
            </a:solidFill>
            <a:ln w="12700">
              <a:solidFill>
                <a:srgbClr val="E8A33D"/>
              </a:solidFill>
              <a:prstDash val="solid"/>
            </a:ln>
          </p:spPr>
          <p:txBody>
            <a:bodyPr/>
            <a:lstStyle/>
            <a:p>
              <a:endParaRPr lang="en-DE" sz="1500" dirty="0"/>
            </a:p>
          </p:txBody>
        </p:sp>
        <p:sp>
          <p:nvSpPr>
            <p:cNvPr id="58" name="Text 28">
              <a:extLst>
                <a:ext uri="{FF2B5EF4-FFF2-40B4-BE49-F238E27FC236}">
                  <a16:creationId xmlns:a16="http://schemas.microsoft.com/office/drawing/2014/main" id="{7477FE6B-2F40-B56D-6084-52A3C5D61DD2}"/>
                </a:ext>
              </a:extLst>
            </p:cNvPr>
            <p:cNvSpPr/>
            <p:nvPr/>
          </p:nvSpPr>
          <p:spPr>
            <a:xfrm>
              <a:off x="7288897" y="3106678"/>
              <a:ext cx="4416552" cy="27432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kern="0" spc="100" dirty="0">
                  <a:solidFill>
                    <a:srgbClr val="B9701A"/>
                  </a:solidFill>
                  <a:latin typeface="Calibri" pitchFamily="34" charset="0"/>
                  <a:ea typeface="Calibri" pitchFamily="34" charset="-122"/>
                  <a:cs typeface="Calibri" pitchFamily="34" charset="-120"/>
                </a:rPr>
                <a:t>OWL PROPERTY CHAIN — ERGEBNIS</a:t>
              </a:r>
              <a:endParaRPr lang="en-US" sz="1500" dirty="0"/>
            </a:p>
          </p:txBody>
        </p:sp>
        <p:sp>
          <p:nvSpPr>
            <p:cNvPr id="59" name="Text 29">
              <a:extLst>
                <a:ext uri="{FF2B5EF4-FFF2-40B4-BE49-F238E27FC236}">
                  <a16:creationId xmlns:a16="http://schemas.microsoft.com/office/drawing/2014/main" id="{7B2001F3-8AE5-6770-3EAF-001C04637946}"/>
                </a:ext>
              </a:extLst>
            </p:cNvPr>
            <p:cNvSpPr/>
            <p:nvPr/>
          </p:nvSpPr>
          <p:spPr>
            <a:xfrm>
              <a:off x="7288897" y="3399286"/>
              <a:ext cx="4416552"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b="1" dirty="0">
                  <a:solidFill>
                    <a:srgbClr val="1B2A4A"/>
                  </a:solidFill>
                  <a:latin typeface="Courier New" pitchFamily="34" charset="0"/>
                  <a:ea typeface="Courier New" pitchFamily="34" charset="-122"/>
                  <a:cs typeface="Courier New" pitchFamily="34" charset="-120"/>
                </a:rPr>
                <a:t>Tank-B001  hazop:hasPIF  LSL102D</a:t>
              </a:r>
              <a:endParaRPr lang="en-US" sz="1500" dirty="0"/>
            </a:p>
          </p:txBody>
        </p:sp>
        <p:sp>
          <p:nvSpPr>
            <p:cNvPr id="60" name="Text 30">
              <a:extLst>
                <a:ext uri="{FF2B5EF4-FFF2-40B4-BE49-F238E27FC236}">
                  <a16:creationId xmlns:a16="http://schemas.microsoft.com/office/drawing/2014/main" id="{902D798B-2827-2816-5315-E8FAD8FB1F5D}"/>
                </a:ext>
              </a:extLst>
            </p:cNvPr>
            <p:cNvSpPr/>
            <p:nvPr/>
          </p:nvSpPr>
          <p:spPr>
            <a:xfrm>
              <a:off x="7288897" y="3801622"/>
              <a:ext cx="4416552"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500" i="1" dirty="0">
                  <a:solidFill>
                    <a:srgbClr val="B9701A"/>
                  </a:solidFill>
                  <a:latin typeface="Calibri" pitchFamily="34" charset="0"/>
                  <a:ea typeface="Calibri" pitchFamily="34" charset="-122"/>
                  <a:cs typeface="Calibri" pitchFamily="34" charset="-120"/>
                </a:rPr>
                <a:t>wird als explizites, zitierbares RDF-Tripel materialisiert</a:t>
              </a:r>
              <a:endParaRPr lang="en-US" sz="1500" dirty="0"/>
            </a:p>
          </p:txBody>
        </p:sp>
      </p:grpSp>
      <p:sp>
        <p:nvSpPr>
          <p:cNvPr id="64" name="Right Brace 63">
            <a:extLst>
              <a:ext uri="{FF2B5EF4-FFF2-40B4-BE49-F238E27FC236}">
                <a16:creationId xmlns:a16="http://schemas.microsoft.com/office/drawing/2014/main" id="{F0D9EDFF-E566-E35D-F68F-93AF8C66C6F4}"/>
              </a:ext>
            </a:extLst>
          </p:cNvPr>
          <p:cNvSpPr/>
          <p:nvPr/>
        </p:nvSpPr>
        <p:spPr>
          <a:xfrm>
            <a:off x="4540037" y="2151689"/>
            <a:ext cx="296429" cy="3952277"/>
          </a:xfrm>
          <a:prstGeom prst="rightBrace">
            <a:avLst>
              <a:gd name="adj1" fmla="val 33732"/>
              <a:gd name="adj2" fmla="val 13060"/>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DE"/>
          </a:p>
        </p:txBody>
      </p:sp>
      <p:grpSp>
        <p:nvGrpSpPr>
          <p:cNvPr id="83" name="Group 82">
            <a:extLst>
              <a:ext uri="{FF2B5EF4-FFF2-40B4-BE49-F238E27FC236}">
                <a16:creationId xmlns:a16="http://schemas.microsoft.com/office/drawing/2014/main" id="{18580D20-CFFB-53D2-8524-6EE370B11132}"/>
              </a:ext>
            </a:extLst>
          </p:cNvPr>
          <p:cNvGrpSpPr/>
          <p:nvPr/>
        </p:nvGrpSpPr>
        <p:grpSpPr>
          <a:xfrm>
            <a:off x="5046765" y="3142778"/>
            <a:ext cx="6738187" cy="3541451"/>
            <a:chOff x="5149215" y="2674062"/>
            <a:chExt cx="6903720" cy="3623277"/>
          </a:xfrm>
        </p:grpSpPr>
        <p:sp>
          <p:nvSpPr>
            <p:cNvPr id="71" name="Shape 8">
              <a:extLst>
                <a:ext uri="{FF2B5EF4-FFF2-40B4-BE49-F238E27FC236}">
                  <a16:creationId xmlns:a16="http://schemas.microsoft.com/office/drawing/2014/main" id="{1CAF1A37-0CCD-49C1-5DC0-55E899852AD0}"/>
                </a:ext>
              </a:extLst>
            </p:cNvPr>
            <p:cNvSpPr/>
            <p:nvPr/>
          </p:nvSpPr>
          <p:spPr>
            <a:xfrm>
              <a:off x="5149215" y="2674062"/>
              <a:ext cx="6903720" cy="3623277"/>
            </a:xfrm>
            <a:prstGeom prst="roundRect">
              <a:avLst>
                <a:gd name="adj" fmla="val 2000"/>
              </a:avLst>
            </a:prstGeom>
            <a:solidFill>
              <a:srgbClr val="0D1420"/>
            </a:solidFill>
            <a:ln/>
            <a:effectLst>
              <a:outerShdw blurRad="127000" dist="50800" dir="5400000" algn="bl" rotWithShape="0">
                <a:srgbClr val="1B2A4A">
                  <a:alpha val="20000"/>
                </a:srgbClr>
              </a:outerShdw>
            </a:effectLst>
          </p:spPr>
          <p:txBody>
            <a:bodyPr/>
            <a:lstStyle/>
            <a:p>
              <a:endParaRPr lang="en-DE"/>
            </a:p>
          </p:txBody>
        </p:sp>
        <p:sp>
          <p:nvSpPr>
            <p:cNvPr id="72" name="Shape 9">
              <a:extLst>
                <a:ext uri="{FF2B5EF4-FFF2-40B4-BE49-F238E27FC236}">
                  <a16:creationId xmlns:a16="http://schemas.microsoft.com/office/drawing/2014/main" id="{C8161020-9E47-1BF2-93AB-1D26882E3344}"/>
                </a:ext>
              </a:extLst>
            </p:cNvPr>
            <p:cNvSpPr/>
            <p:nvPr/>
          </p:nvSpPr>
          <p:spPr>
            <a:xfrm>
              <a:off x="5149215" y="2683807"/>
              <a:ext cx="6903720" cy="365760"/>
            </a:xfrm>
            <a:prstGeom prst="roundRect">
              <a:avLst>
                <a:gd name="adj" fmla="val 22500"/>
              </a:avLst>
            </a:prstGeom>
            <a:solidFill>
              <a:srgbClr val="1B2436"/>
            </a:solidFill>
            <a:ln/>
          </p:spPr>
          <p:txBody>
            <a:bodyPr/>
            <a:lstStyle/>
            <a:p>
              <a:endParaRPr lang="en-DE"/>
            </a:p>
          </p:txBody>
        </p:sp>
        <p:sp>
          <p:nvSpPr>
            <p:cNvPr id="73" name="Shape 10">
              <a:extLst>
                <a:ext uri="{FF2B5EF4-FFF2-40B4-BE49-F238E27FC236}">
                  <a16:creationId xmlns:a16="http://schemas.microsoft.com/office/drawing/2014/main" id="{16933A11-09A3-036A-408D-635EBA7B2D24}"/>
                </a:ext>
              </a:extLst>
            </p:cNvPr>
            <p:cNvSpPr/>
            <p:nvPr/>
          </p:nvSpPr>
          <p:spPr>
            <a:xfrm>
              <a:off x="5405247" y="2820967"/>
              <a:ext cx="100584" cy="100584"/>
            </a:xfrm>
            <a:prstGeom prst="ellipse">
              <a:avLst/>
            </a:prstGeom>
            <a:solidFill>
              <a:srgbClr val="EA4B4B"/>
            </a:solidFill>
            <a:ln/>
          </p:spPr>
          <p:txBody>
            <a:bodyPr/>
            <a:lstStyle/>
            <a:p>
              <a:endParaRPr lang="en-DE"/>
            </a:p>
          </p:txBody>
        </p:sp>
        <p:sp>
          <p:nvSpPr>
            <p:cNvPr id="74" name="Shape 11">
              <a:extLst>
                <a:ext uri="{FF2B5EF4-FFF2-40B4-BE49-F238E27FC236}">
                  <a16:creationId xmlns:a16="http://schemas.microsoft.com/office/drawing/2014/main" id="{314DF471-DDC6-4EEF-3EEB-03B0068BF87D}"/>
                </a:ext>
              </a:extLst>
            </p:cNvPr>
            <p:cNvSpPr/>
            <p:nvPr/>
          </p:nvSpPr>
          <p:spPr>
            <a:xfrm>
              <a:off x="5606415" y="2820967"/>
              <a:ext cx="100584" cy="100584"/>
            </a:xfrm>
            <a:prstGeom prst="ellipse">
              <a:avLst/>
            </a:prstGeom>
            <a:solidFill>
              <a:srgbClr val="E8A33D"/>
            </a:solidFill>
            <a:ln/>
          </p:spPr>
          <p:txBody>
            <a:bodyPr/>
            <a:lstStyle/>
            <a:p>
              <a:endParaRPr lang="en-DE"/>
            </a:p>
          </p:txBody>
        </p:sp>
        <p:sp>
          <p:nvSpPr>
            <p:cNvPr id="75" name="Shape 12">
              <a:extLst>
                <a:ext uri="{FF2B5EF4-FFF2-40B4-BE49-F238E27FC236}">
                  <a16:creationId xmlns:a16="http://schemas.microsoft.com/office/drawing/2014/main" id="{39717936-9A5B-E1C9-B07F-19F4312B0FE7}"/>
                </a:ext>
              </a:extLst>
            </p:cNvPr>
            <p:cNvSpPr/>
            <p:nvPr/>
          </p:nvSpPr>
          <p:spPr>
            <a:xfrm>
              <a:off x="5807583" y="2820967"/>
              <a:ext cx="100584" cy="100584"/>
            </a:xfrm>
            <a:prstGeom prst="ellipse">
              <a:avLst/>
            </a:prstGeom>
            <a:solidFill>
              <a:srgbClr val="3E8E6B"/>
            </a:solidFill>
            <a:ln/>
          </p:spPr>
          <p:txBody>
            <a:bodyPr/>
            <a:lstStyle/>
            <a:p>
              <a:endParaRPr lang="en-DE"/>
            </a:p>
          </p:txBody>
        </p:sp>
        <p:sp>
          <p:nvSpPr>
            <p:cNvPr id="76" name="Text 13">
              <a:extLst>
                <a:ext uri="{FF2B5EF4-FFF2-40B4-BE49-F238E27FC236}">
                  <a16:creationId xmlns:a16="http://schemas.microsoft.com/office/drawing/2014/main" id="{5D0FBBC5-3609-A9AB-A62B-5F78EB297311}"/>
                </a:ext>
              </a:extLst>
            </p:cNvPr>
            <p:cNvSpPr/>
            <p:nvPr/>
          </p:nvSpPr>
          <p:spPr>
            <a:xfrm>
              <a:off x="5149215" y="2683807"/>
              <a:ext cx="6903720" cy="365760"/>
            </a:xfrm>
            <a:prstGeom prst="rect">
              <a:avLst/>
            </a:prstGeom>
            <a:noFill/>
            <a:ln/>
          </p:spPr>
          <p:txBody>
            <a:bodyPr wrap="square" rtlCol="0" anchor="ct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gn="ctr">
                <a:buNone/>
              </a:pPr>
              <a:r>
                <a:rPr lang="en-US" sz="950" dirty="0">
                  <a:solidFill>
                    <a:srgbClr val="8593AC"/>
                  </a:solidFill>
                  <a:latin typeface="Courier New" pitchFamily="34" charset="0"/>
                  <a:ea typeface="Courier New" pitchFamily="34" charset="-122"/>
                  <a:cs typeface="Courier New" pitchFamily="34" charset="-120"/>
                </a:rPr>
                <a:t>zsh — rdf.agents.orchestrator</a:t>
              </a:r>
              <a:endParaRPr lang="en-US" sz="950" dirty="0"/>
            </a:p>
          </p:txBody>
        </p:sp>
        <p:sp>
          <p:nvSpPr>
            <p:cNvPr id="77" name="Text 14">
              <a:extLst>
                <a:ext uri="{FF2B5EF4-FFF2-40B4-BE49-F238E27FC236}">
                  <a16:creationId xmlns:a16="http://schemas.microsoft.com/office/drawing/2014/main" id="{0C3D8F23-134C-DAFB-8CF8-A7956774812A}"/>
                </a:ext>
              </a:extLst>
            </p:cNvPr>
            <p:cNvSpPr/>
            <p:nvPr/>
          </p:nvSpPr>
          <p:spPr>
            <a:xfrm>
              <a:off x="5423535" y="3250735"/>
              <a:ext cx="6355080" cy="82296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5000"/>
                </a:lnSpc>
                <a:buNone/>
              </a:pPr>
              <a:r>
                <a:rPr lang="en-US" sz="1150" b="1" dirty="0">
                  <a:solidFill>
                    <a:srgbClr val="3E8E6B"/>
                  </a:solidFill>
                  <a:latin typeface="Courier New" pitchFamily="34" charset="0"/>
                  <a:ea typeface="Courier New" pitchFamily="34" charset="-122"/>
                  <a:cs typeface="Courier New" pitchFamily="34" charset="-120"/>
                </a:rPr>
                <a:t>$ </a:t>
              </a:r>
              <a:r>
                <a:rPr lang="en-US" sz="1150" dirty="0">
                  <a:solidFill>
                    <a:schemeClr val="bg2"/>
                  </a:solidFill>
                  <a:latin typeface="Courier New" pitchFamily="34" charset="0"/>
                  <a:ea typeface="Courier New" pitchFamily="34" charset="-122"/>
                  <a:cs typeface="Courier New" pitchFamily="34" charset="-120"/>
                </a:rPr>
                <a:t>python -m rdf.agents.orchestrator "Ist die Füllstandsüberwachung von Tank-B001 durch Middle-Level-Sensor nachvollziehbar belegt?"</a:t>
              </a:r>
              <a:endParaRPr lang="en-US" sz="1150" dirty="0">
                <a:solidFill>
                  <a:schemeClr val="bg2"/>
                </a:solidFill>
              </a:endParaRPr>
            </a:p>
          </p:txBody>
        </p:sp>
        <p:sp>
          <p:nvSpPr>
            <p:cNvPr id="78" name="Text 15">
              <a:extLst>
                <a:ext uri="{FF2B5EF4-FFF2-40B4-BE49-F238E27FC236}">
                  <a16:creationId xmlns:a16="http://schemas.microsoft.com/office/drawing/2014/main" id="{74D5267A-5780-298B-1C3E-349D337492E1}"/>
                </a:ext>
              </a:extLst>
            </p:cNvPr>
            <p:cNvSpPr/>
            <p:nvPr/>
          </p:nvSpPr>
          <p:spPr>
            <a:xfrm>
              <a:off x="5423535" y="3899013"/>
              <a:ext cx="6355080" cy="329184"/>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5B9BD5"/>
                  </a:solidFill>
                  <a:latin typeface="Courier New" pitchFamily="34" charset="0"/>
                  <a:ea typeface="Courier New" pitchFamily="34" charset="-122"/>
                  <a:cs typeface="Courier New" pitchFamily="34" charset="-120"/>
                </a:rPr>
                <a:t>&gt;&gt; tool_calls  </a:t>
              </a:r>
              <a:r>
                <a:rPr lang="en-US" sz="1100" dirty="0">
                  <a:solidFill>
                    <a:schemeClr val="bg2"/>
                  </a:solidFill>
                  <a:latin typeface="Courier New" pitchFamily="34" charset="0"/>
                  <a:ea typeface="Courier New" pitchFamily="34" charset="-122"/>
                  <a:cs typeface="Courier New" pitchFamily="34" charset="-120"/>
                </a:rPr>
                <a:t>get_instrumentation_functions  →  explain_equipment_pif_path</a:t>
              </a:r>
              <a:endParaRPr lang="en-US" sz="1100" dirty="0">
                <a:solidFill>
                  <a:schemeClr val="bg2"/>
                </a:solidFill>
              </a:endParaRPr>
            </a:p>
          </p:txBody>
        </p:sp>
        <p:sp>
          <p:nvSpPr>
            <p:cNvPr id="79" name="Text 16">
              <a:extLst>
                <a:ext uri="{FF2B5EF4-FFF2-40B4-BE49-F238E27FC236}">
                  <a16:creationId xmlns:a16="http://schemas.microsoft.com/office/drawing/2014/main" id="{73088BF9-8733-E713-EB12-04239C27FAF2}"/>
                </a:ext>
              </a:extLst>
            </p:cNvPr>
            <p:cNvSpPr/>
            <p:nvPr/>
          </p:nvSpPr>
          <p:spPr>
            <a:xfrm>
              <a:off x="5423535" y="4313498"/>
              <a:ext cx="6355080" cy="329184"/>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5B9BD5"/>
                  </a:solidFill>
                  <a:latin typeface="Courier New" pitchFamily="34" charset="0"/>
                  <a:ea typeface="Courier New" pitchFamily="34" charset="-122"/>
                  <a:cs typeface="Courier New" pitchFamily="34" charset="-120"/>
                </a:rPr>
                <a:t>&gt;&gt; inferred    </a:t>
              </a:r>
              <a:r>
                <a:rPr lang="en-US" sz="1100" dirty="0">
                  <a:solidFill>
                    <a:schemeClr val="bg2"/>
                  </a:solidFill>
                  <a:latin typeface="Courier New" pitchFamily="34" charset="0"/>
                  <a:ea typeface="Courier New" pitchFamily="34" charset="-122"/>
                  <a:cs typeface="Courier New" pitchFamily="34" charset="-120"/>
                </a:rPr>
                <a:t>Tank-B001  hazop:hasPIF  PIF_LSM102C</a:t>
              </a:r>
              <a:endParaRPr lang="en-US" sz="1100" dirty="0">
                <a:solidFill>
                  <a:schemeClr val="bg2"/>
                </a:solidFill>
              </a:endParaRPr>
            </a:p>
          </p:txBody>
        </p:sp>
        <p:sp>
          <p:nvSpPr>
            <p:cNvPr id="80" name="Text 17">
              <a:extLst>
                <a:ext uri="{FF2B5EF4-FFF2-40B4-BE49-F238E27FC236}">
                  <a16:creationId xmlns:a16="http://schemas.microsoft.com/office/drawing/2014/main" id="{36624714-561C-9902-8D7B-CB0C6E47FEDF}"/>
                </a:ext>
              </a:extLst>
            </p:cNvPr>
            <p:cNvSpPr/>
            <p:nvPr/>
          </p:nvSpPr>
          <p:spPr>
            <a:xfrm>
              <a:off x="5423535" y="4611043"/>
              <a:ext cx="6355080" cy="329184"/>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buNone/>
              </a:pPr>
              <a:r>
                <a:rPr lang="en-US" sz="1100" b="1" dirty="0">
                  <a:solidFill>
                    <a:srgbClr val="5B9BD5"/>
                  </a:solidFill>
                  <a:latin typeface="Courier New" pitchFamily="34" charset="0"/>
                  <a:ea typeface="Courier New" pitchFamily="34" charset="-122"/>
                  <a:cs typeface="Courier New" pitchFamily="34" charset="-120"/>
                </a:rPr>
                <a:t>&gt;&gt; reasoning   </a:t>
              </a:r>
              <a:r>
                <a:rPr lang="en-US" sz="1100" dirty="0">
                  <a:solidFill>
                    <a:schemeClr val="bg2"/>
                  </a:solidFill>
                  <a:latin typeface="Courier New" pitchFamily="34" charset="0"/>
                  <a:ea typeface="Courier New" pitchFamily="34" charset="-122"/>
                  <a:cs typeface="Courier New" pitchFamily="34" charset="-120"/>
                </a:rPr>
                <a:t>entailed_by_owl_rl: true   (nicht explizit im Graph)</a:t>
              </a:r>
              <a:endParaRPr lang="en-US" sz="1100" dirty="0">
                <a:solidFill>
                  <a:schemeClr val="bg2"/>
                </a:solidFill>
              </a:endParaRPr>
            </a:p>
          </p:txBody>
        </p:sp>
        <p:sp>
          <p:nvSpPr>
            <p:cNvPr id="81" name="Shape 18">
              <a:extLst>
                <a:ext uri="{FF2B5EF4-FFF2-40B4-BE49-F238E27FC236}">
                  <a16:creationId xmlns:a16="http://schemas.microsoft.com/office/drawing/2014/main" id="{63ECE412-A989-109A-D89A-ECA493B42283}"/>
                </a:ext>
              </a:extLst>
            </p:cNvPr>
            <p:cNvSpPr/>
            <p:nvPr/>
          </p:nvSpPr>
          <p:spPr>
            <a:xfrm>
              <a:off x="5423535" y="4973196"/>
              <a:ext cx="6355080" cy="0"/>
            </a:xfrm>
            <a:prstGeom prst="line">
              <a:avLst/>
            </a:prstGeom>
            <a:noFill/>
            <a:ln w="9525">
              <a:solidFill>
                <a:srgbClr val="2A3550"/>
              </a:solidFill>
              <a:prstDash val="solid"/>
            </a:ln>
          </p:spPr>
          <p:txBody>
            <a:bodyPr/>
            <a:lstStyle/>
            <a:p>
              <a:endParaRPr lang="en-DE"/>
            </a:p>
          </p:txBody>
        </p:sp>
        <p:sp>
          <p:nvSpPr>
            <p:cNvPr id="82" name="Text 19">
              <a:extLst>
                <a:ext uri="{FF2B5EF4-FFF2-40B4-BE49-F238E27FC236}">
                  <a16:creationId xmlns:a16="http://schemas.microsoft.com/office/drawing/2014/main" id="{3E29F242-1997-DC73-DE89-1C6F701A9C78}"/>
                </a:ext>
              </a:extLst>
            </p:cNvPr>
            <p:cNvSpPr/>
            <p:nvPr/>
          </p:nvSpPr>
          <p:spPr>
            <a:xfrm>
              <a:off x="5423535" y="5109755"/>
              <a:ext cx="6355080" cy="685800"/>
            </a:xfrm>
            <a:prstGeom prst="rect">
              <a:avLst/>
            </a:prstGeom>
            <a:noFill/>
            <a:ln/>
          </p:spPr>
          <p:txBody>
            <a:bodyPr wrap="square" rtlCol="0" anchor="t"/>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indent="0">
                <a:lnSpc>
                  <a:spcPct val="125000"/>
                </a:lnSpc>
                <a:buNone/>
              </a:pPr>
              <a:r>
                <a:rPr lang="en-US" sz="1100" b="1" dirty="0">
                  <a:solidFill>
                    <a:srgbClr val="E8A33D"/>
                  </a:solidFill>
                  <a:latin typeface="Courier New" pitchFamily="34" charset="0"/>
                  <a:ea typeface="Courier New" pitchFamily="34" charset="-122"/>
                  <a:cs typeface="Courier New" pitchFamily="34" charset="-120"/>
                </a:rPr>
                <a:t>&gt;&gt; answer   </a:t>
              </a:r>
              <a:r>
                <a:rPr lang="en-US" sz="1100" i="1" dirty="0">
                  <a:solidFill>
                    <a:srgbClr val="F5E4C3"/>
                  </a:solidFill>
                  <a:latin typeface="Courier New" pitchFamily="34" charset="0"/>
                  <a:ea typeface="Courier New" pitchFamily="34" charset="-122"/>
                  <a:cs typeface="Courier New" pitchFamily="34" charset="-120"/>
                </a:rPr>
                <a:t>"Ja, die Füllstandsüberwachung von Tank-B001 durch Middle-Level-Sensor ist nachvollziehbar belegt."</a:t>
              </a:r>
              <a:endParaRPr lang="en-US" sz="1100" dirty="0"/>
            </a:p>
          </p:txBody>
        </p:sp>
      </p:grpSp>
    </p:spTree>
    <p:extLst>
      <p:ext uri="{BB962C8B-B14F-4D97-AF65-F5344CB8AC3E}">
        <p14:creationId xmlns:p14="http://schemas.microsoft.com/office/powerpoint/2010/main" val="3676856502"/>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55EF7-A6CD-27A9-6BD7-15CFAC152B4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E9BC8EA-191D-4693-4394-A6F621614472}"/>
              </a:ext>
            </a:extLst>
          </p:cNvPr>
          <p:cNvSpPr>
            <a:spLocks noGrp="1"/>
          </p:cNvSpPr>
          <p:nvPr>
            <p:ph type="title"/>
          </p:nvPr>
        </p:nvSpPr>
        <p:spPr/>
        <p:txBody>
          <a:bodyPr/>
          <a:lstStyle/>
          <a:p>
            <a:r>
              <a:rPr lang="en-US" dirty="0"/>
              <a:t>Evaluation</a:t>
            </a:r>
            <a:br>
              <a:rPr lang="en-US" dirty="0"/>
            </a:br>
            <a:endParaRPr lang="de-DE" dirty="0"/>
          </a:p>
        </p:txBody>
      </p:sp>
      <p:sp>
        <p:nvSpPr>
          <p:cNvPr id="3" name="Textplatzhalter 2">
            <a:extLst>
              <a:ext uri="{FF2B5EF4-FFF2-40B4-BE49-F238E27FC236}">
                <a16:creationId xmlns:a16="http://schemas.microsoft.com/office/drawing/2014/main" id="{3B72B700-1A8D-B4D5-2E5F-8A9B378A6694}"/>
              </a:ext>
            </a:extLst>
          </p:cNvPr>
          <p:cNvSpPr>
            <a:spLocks noGrp="1"/>
          </p:cNvSpPr>
          <p:nvPr>
            <p:ph type="body" sz="quarter" idx="10"/>
          </p:nvPr>
        </p:nvSpPr>
        <p:spPr/>
        <p:txBody>
          <a:bodyPr/>
          <a:lstStyle/>
          <a:p>
            <a:endParaRPr lang="de-DE" dirty="0"/>
          </a:p>
        </p:txBody>
      </p:sp>
    </p:spTree>
    <p:extLst>
      <p:ext uri="{BB962C8B-B14F-4D97-AF65-F5344CB8AC3E}">
        <p14:creationId xmlns:p14="http://schemas.microsoft.com/office/powerpoint/2010/main" val="1078813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40C22-D6F4-F148-88CC-3F822B90FE16}"/>
              </a:ext>
            </a:extLst>
          </p:cNvPr>
          <p:cNvSpPr>
            <a:spLocks noGrp="1"/>
          </p:cNvSpPr>
          <p:nvPr>
            <p:ph type="title"/>
          </p:nvPr>
        </p:nvSpPr>
        <p:spPr/>
        <p:txBody>
          <a:bodyPr/>
          <a:lstStyle/>
          <a:p>
            <a:r>
              <a:rPr lang="en-US" b="1" dirty="0" err="1">
                <a:solidFill>
                  <a:srgbClr val="474F5F"/>
                </a:solidFill>
              </a:rPr>
              <a:t>Testaufbau</a:t>
            </a:r>
            <a:endParaRPr lang="en-DE" b="1" dirty="0">
              <a:solidFill>
                <a:srgbClr val="474F5F"/>
              </a:solidFill>
            </a:endParaRPr>
          </a:p>
        </p:txBody>
      </p:sp>
      <p:sp>
        <p:nvSpPr>
          <p:cNvPr id="3" name="Content Placeholder 2">
            <a:extLst>
              <a:ext uri="{FF2B5EF4-FFF2-40B4-BE49-F238E27FC236}">
                <a16:creationId xmlns:a16="http://schemas.microsoft.com/office/drawing/2014/main" id="{5768B0D1-3C30-8384-669C-9DD9BE1694EE}"/>
              </a:ext>
            </a:extLst>
          </p:cNvPr>
          <p:cNvSpPr>
            <a:spLocks noGrp="1"/>
          </p:cNvSpPr>
          <p:nvPr>
            <p:ph idx="1"/>
          </p:nvPr>
        </p:nvSpPr>
        <p:spPr/>
        <p:txBody>
          <a:bodyPr/>
          <a:lstStyle/>
          <a:p>
            <a:r>
              <a:rPr lang="en-DE" dirty="0" err="1"/>
              <a:t>Lokales</a:t>
            </a:r>
            <a:r>
              <a:rPr lang="en-DE" dirty="0"/>
              <a:t> LLM: </a:t>
            </a:r>
            <a:r>
              <a:rPr lang="en-DE" b="1" dirty="0"/>
              <a:t>Qwen3.5 9B </a:t>
            </a:r>
            <a:r>
              <a:rPr lang="en-DE" b="1" dirty="0" err="1"/>
              <a:t>über</a:t>
            </a:r>
            <a:r>
              <a:rPr lang="en-DE" b="1" dirty="0"/>
              <a:t> </a:t>
            </a:r>
            <a:r>
              <a:rPr lang="en-DE" b="1" dirty="0" err="1"/>
              <a:t>Ollama</a:t>
            </a:r>
            <a:r>
              <a:rPr lang="en-DE" dirty="0"/>
              <a:t> </a:t>
            </a:r>
            <a:endParaRPr lang="en-US" dirty="0"/>
          </a:p>
          <a:p>
            <a:r>
              <a:rPr lang="en-DE" dirty="0"/>
              <a:t>Fester System Prompt, </a:t>
            </a:r>
            <a:r>
              <a:rPr lang="en-DE" dirty="0" err="1"/>
              <a:t>feste</a:t>
            </a:r>
            <a:r>
              <a:rPr lang="en-DE" dirty="0"/>
              <a:t> </a:t>
            </a:r>
            <a:r>
              <a:rPr lang="en-DE" dirty="0" err="1"/>
              <a:t>Werkzeugmenge</a:t>
            </a:r>
            <a:r>
              <a:rPr lang="en-DE" dirty="0"/>
              <a:t>, fester RDF/OWL-Graph </a:t>
            </a:r>
            <a:endParaRPr lang="en-US" dirty="0"/>
          </a:p>
          <a:p>
            <a:r>
              <a:rPr lang="en-DE" dirty="0" err="1"/>
              <a:t>Temperatur</a:t>
            </a:r>
            <a:r>
              <a:rPr lang="en-DE" dirty="0"/>
              <a:t>: </a:t>
            </a:r>
            <a:r>
              <a:rPr lang="en-DE" b="1" dirty="0"/>
              <a:t>0</a:t>
            </a:r>
            <a:r>
              <a:rPr lang="en-DE" dirty="0"/>
              <a:t> </a:t>
            </a:r>
            <a:endParaRPr lang="en-US" dirty="0"/>
          </a:p>
          <a:p>
            <a:r>
              <a:rPr lang="en-DE" dirty="0"/>
              <a:t>Pro </a:t>
            </a:r>
            <a:r>
              <a:rPr lang="en-DE" dirty="0" err="1"/>
              <a:t>Kompetenzfrage</a:t>
            </a:r>
            <a:r>
              <a:rPr lang="en-DE" dirty="0"/>
              <a:t>: </a:t>
            </a:r>
            <a:r>
              <a:rPr lang="en-DE" b="1" dirty="0"/>
              <a:t>3 </a:t>
            </a:r>
            <a:r>
              <a:rPr lang="en-DE" b="1" dirty="0" err="1"/>
              <a:t>Durchläufe</a:t>
            </a:r>
            <a:r>
              <a:rPr lang="en-DE" dirty="0"/>
              <a:t> </a:t>
            </a:r>
            <a:endParaRPr lang="en-US" dirty="0"/>
          </a:p>
          <a:p>
            <a:r>
              <a:rPr lang="en-DE" dirty="0" err="1"/>
              <a:t>Bewertet</a:t>
            </a:r>
            <a:r>
              <a:rPr lang="en-DE" dirty="0"/>
              <a:t> </a:t>
            </a:r>
            <a:r>
              <a:rPr lang="en-DE" dirty="0" err="1"/>
              <a:t>wird</a:t>
            </a:r>
            <a:r>
              <a:rPr lang="en-DE" dirty="0"/>
              <a:t> der </a:t>
            </a:r>
            <a:r>
              <a:rPr lang="en-DE" dirty="0" err="1"/>
              <a:t>vollständige</a:t>
            </a:r>
            <a:r>
              <a:rPr lang="en-DE" dirty="0"/>
              <a:t> </a:t>
            </a:r>
            <a:r>
              <a:rPr lang="en-DE" dirty="0" err="1"/>
              <a:t>Ablauf</a:t>
            </a:r>
            <a:r>
              <a:rPr lang="en-DE" dirty="0"/>
              <a:t>:</a:t>
            </a:r>
            <a:br>
              <a:rPr lang="en-DE" dirty="0"/>
            </a:br>
            <a:r>
              <a:rPr lang="en-DE" b="1" dirty="0"/>
              <a:t>Frage → </a:t>
            </a:r>
            <a:r>
              <a:rPr lang="en-DE" b="1" dirty="0" err="1"/>
              <a:t>Werkzeugauswahl</a:t>
            </a:r>
            <a:r>
              <a:rPr lang="en-DE" b="1" dirty="0"/>
              <a:t> → RDF-</a:t>
            </a:r>
            <a:r>
              <a:rPr lang="en-DE" b="1" dirty="0" err="1"/>
              <a:t>Evidenz</a:t>
            </a:r>
            <a:r>
              <a:rPr lang="en-DE" b="1" dirty="0"/>
              <a:t> → Status → </a:t>
            </a:r>
            <a:r>
              <a:rPr lang="en-DE" b="1" dirty="0" err="1"/>
              <a:t>Antwort</a:t>
            </a:r>
            <a:endParaRPr lang="en-US" b="1" dirty="0"/>
          </a:p>
          <a:p>
            <a:r>
              <a:rPr lang="en-DE" b="1" dirty="0" err="1"/>
              <a:t>Kernbotschaft</a:t>
            </a:r>
            <a:r>
              <a:rPr lang="en-DE" b="1" dirty="0"/>
              <a:t>:</a:t>
            </a:r>
            <a:endParaRPr lang="en-DE" dirty="0"/>
          </a:p>
          <a:p>
            <a:r>
              <a:rPr lang="en-DE" dirty="0" err="1"/>
              <a:t>Evaluiert</a:t>
            </a:r>
            <a:r>
              <a:rPr lang="en-DE" dirty="0"/>
              <a:t> </a:t>
            </a:r>
            <a:r>
              <a:rPr lang="en-DE" dirty="0" err="1"/>
              <a:t>wird</a:t>
            </a:r>
            <a:r>
              <a:rPr lang="en-DE" dirty="0"/>
              <a:t> nicht das </a:t>
            </a:r>
            <a:r>
              <a:rPr lang="en-DE" dirty="0" err="1"/>
              <a:t>Weltwissen</a:t>
            </a:r>
            <a:r>
              <a:rPr lang="en-DE" dirty="0"/>
              <a:t> des LLMs, </a:t>
            </a:r>
            <a:r>
              <a:rPr lang="en-DE" dirty="0" err="1"/>
              <a:t>sondern</a:t>
            </a:r>
            <a:r>
              <a:rPr lang="en-DE" dirty="0"/>
              <a:t> seine </a:t>
            </a:r>
            <a:r>
              <a:rPr lang="en-DE" dirty="0" err="1"/>
              <a:t>Fähigkeit</a:t>
            </a:r>
            <a:r>
              <a:rPr lang="en-DE" dirty="0"/>
              <a:t>, RDF-</a:t>
            </a:r>
            <a:r>
              <a:rPr lang="en-DE" dirty="0" err="1"/>
              <a:t>Evidenz</a:t>
            </a:r>
            <a:r>
              <a:rPr lang="en-DE" dirty="0"/>
              <a:t> </a:t>
            </a:r>
            <a:r>
              <a:rPr lang="en-DE" dirty="0" err="1"/>
              <a:t>korrekt</a:t>
            </a:r>
            <a:r>
              <a:rPr lang="en-DE" dirty="0"/>
              <a:t> </a:t>
            </a:r>
            <a:r>
              <a:rPr lang="en-DE" dirty="0" err="1"/>
              <a:t>über</a:t>
            </a:r>
            <a:r>
              <a:rPr lang="en-DE" dirty="0"/>
              <a:t> </a:t>
            </a:r>
            <a:r>
              <a:rPr lang="en-DE" dirty="0" err="1"/>
              <a:t>Werkzeuge</a:t>
            </a:r>
            <a:r>
              <a:rPr lang="en-DE" dirty="0"/>
              <a:t> </a:t>
            </a:r>
            <a:r>
              <a:rPr lang="en-DE" dirty="0" err="1"/>
              <a:t>zu</a:t>
            </a:r>
            <a:r>
              <a:rPr lang="en-DE" dirty="0"/>
              <a:t> </a:t>
            </a:r>
            <a:r>
              <a:rPr lang="en-DE" dirty="0" err="1"/>
              <a:t>nutzen</a:t>
            </a:r>
            <a:r>
              <a:rPr lang="en-DE" dirty="0"/>
              <a:t>.</a:t>
            </a:r>
          </a:p>
        </p:txBody>
      </p:sp>
    </p:spTree>
    <p:extLst>
      <p:ext uri="{BB962C8B-B14F-4D97-AF65-F5344CB8AC3E}">
        <p14:creationId xmlns:p14="http://schemas.microsoft.com/office/powerpoint/2010/main" val="5482388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457200" y="475488"/>
            <a:ext cx="82296" cy="82296"/>
          </a:xfrm>
          <a:prstGeom prst="ellipse">
            <a:avLst/>
          </a:prstGeom>
          <a:solidFill>
            <a:srgbClr val="3E7CB1"/>
          </a:solidFill>
          <a:ln/>
        </p:spPr>
        <p:txBody>
          <a:bodyPr/>
          <a:lstStyle/>
          <a:p>
            <a:endParaRPr lang="en-DE"/>
          </a:p>
        </p:txBody>
      </p:sp>
      <p:sp>
        <p:nvSpPr>
          <p:cNvPr id="3" name="Text 1"/>
          <p:cNvSpPr/>
          <p:nvPr/>
        </p:nvSpPr>
        <p:spPr>
          <a:xfrm>
            <a:off x="621792" y="365760"/>
            <a:ext cx="8229600" cy="320040"/>
          </a:xfrm>
          <a:prstGeom prst="rect">
            <a:avLst/>
          </a:prstGeom>
          <a:noFill/>
          <a:ln/>
        </p:spPr>
        <p:txBody>
          <a:bodyPr wrap="square" rtlCol="0" anchor="ctr"/>
          <a:lstStyle/>
          <a:p>
            <a:pPr marL="0" indent="0">
              <a:buNone/>
            </a:pPr>
            <a:r>
              <a:rPr lang="en-US" sz="1250" b="1" kern="0" spc="150" dirty="0">
                <a:solidFill>
                  <a:srgbClr val="3E7CB1"/>
                </a:solidFill>
                <a:latin typeface="Calibri" pitchFamily="34" charset="0"/>
                <a:ea typeface="Calibri" pitchFamily="34" charset="-122"/>
                <a:cs typeface="Calibri" pitchFamily="34" charset="-120"/>
              </a:rPr>
              <a:t>B2  ·  BACKUP</a:t>
            </a:r>
            <a:endParaRPr lang="en-US" sz="1250" dirty="0"/>
          </a:p>
        </p:txBody>
      </p:sp>
      <p:sp>
        <p:nvSpPr>
          <p:cNvPr id="4" name="Text 2"/>
          <p:cNvSpPr/>
          <p:nvPr/>
        </p:nvSpPr>
        <p:spPr>
          <a:xfrm>
            <a:off x="457200" y="713232"/>
            <a:ext cx="10515600" cy="777240"/>
          </a:xfrm>
          <a:prstGeom prst="rect">
            <a:avLst/>
          </a:prstGeom>
          <a:noFill/>
          <a:ln/>
        </p:spPr>
        <p:txBody>
          <a:bodyPr wrap="square" rtlCol="0" anchor="t"/>
          <a:lstStyle/>
          <a:p>
            <a:pPr marL="0" indent="0">
              <a:buNone/>
            </a:pPr>
            <a:r>
              <a:rPr lang="en-US" sz="2400" b="1" dirty="0">
                <a:solidFill>
                  <a:srgbClr val="1B2A4A"/>
                </a:solidFill>
                <a:latin typeface="Cambria" pitchFamily="34" charset="0"/>
                <a:ea typeface="Cambria" pitchFamily="34" charset="-122"/>
                <a:cs typeface="Cambria" pitchFamily="34" charset="-120"/>
              </a:rPr>
              <a:t>Alle elf Kompetenzfragen und Ergebnisse</a:t>
            </a:r>
            <a:endParaRPr lang="en-US" sz="2400" dirty="0"/>
          </a:p>
        </p:txBody>
      </p:sp>
      <p:graphicFrame>
        <p:nvGraphicFramePr>
          <p:cNvPr id="14" name="Table 0"/>
          <p:cNvGraphicFramePr>
            <a:graphicFrameLocks noGrp="1"/>
          </p:cNvGraphicFramePr>
          <p:nvPr/>
        </p:nvGraphicFramePr>
        <p:xfrm>
          <a:off x="457200" y="1554480"/>
          <a:ext cx="11247120" cy="4434840"/>
        </p:xfrm>
        <a:graphic>
          <a:graphicData uri="http://schemas.openxmlformats.org/drawingml/2006/table">
            <a:tbl>
              <a:tblPr/>
              <a:tblGrid>
                <a:gridCol w="502920">
                  <a:extLst>
                    <a:ext uri="{9D8B030D-6E8A-4147-A177-3AD203B41FA5}">
                      <a16:colId xmlns:a16="http://schemas.microsoft.com/office/drawing/2014/main" val="20000"/>
                    </a:ext>
                  </a:extLst>
                </a:gridCol>
                <a:gridCol w="6080760">
                  <a:extLst>
                    <a:ext uri="{9D8B030D-6E8A-4147-A177-3AD203B41FA5}">
                      <a16:colId xmlns:a16="http://schemas.microsoft.com/office/drawing/2014/main" val="20001"/>
                    </a:ext>
                  </a:extLst>
                </a:gridCol>
                <a:gridCol w="64008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gridCol w="1005840">
                  <a:extLst>
                    <a:ext uri="{9D8B030D-6E8A-4147-A177-3AD203B41FA5}">
                      <a16:colId xmlns:a16="http://schemas.microsoft.com/office/drawing/2014/main" val="20005"/>
                    </a:ext>
                  </a:extLst>
                </a:gridCol>
                <a:gridCol w="1005840">
                  <a:extLst>
                    <a:ext uri="{9D8B030D-6E8A-4147-A177-3AD203B41FA5}">
                      <a16:colId xmlns:a16="http://schemas.microsoft.com/office/drawing/2014/main" val="20006"/>
                    </a:ext>
                  </a:extLst>
                </a:gridCol>
              </a:tblGrid>
              <a:tr h="369570">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Nr</a:t>
                      </a:r>
                      <a:endParaRPr lang="en-US" sz="11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Kompetenzfrage</a:t>
                      </a:r>
                      <a:endParaRPr lang="en-US" sz="11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Kat.</a:t>
                      </a:r>
                      <a:endParaRPr lang="en-US" sz="11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W</a:t>
                      </a:r>
                      <a:endParaRPr lang="en-US" sz="11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a:t>
                      </a:r>
                      <a:endParaRPr lang="en-US" sz="11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a:t>
                      </a:r>
                      <a:endParaRPr lang="en-US" sz="11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B2A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Abst.</a:t>
                      </a:r>
                      <a:endParaRPr lang="en-US" sz="11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1</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Kapazität von Tank B001?</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5B6B8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„B001 speichert 0,05 m³ Lauge” – vollständig belegt?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5B6B8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extLst>
                  <a:ext uri="{0D108BD9-81ED-4DB2-BD59-A6C34878D82A}">
                    <a16:rowId xmlns:a16="http://schemas.microsoft.com/office/drawing/2014/main" val="10002"/>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Füllstand von Tank-B001 überwacht?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5B6B8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Füllstandsüberwachung durch LSL102D belegt?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5B6B8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extLst>
                  <a:ext uri="{0D108BD9-81ED-4DB2-BD59-A6C34878D82A}">
                    <a16:rowId xmlns:a16="http://schemas.microsoft.com/office/drawing/2014/main" val="10004"/>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Fassungsvermögen des Behälters?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5B6B8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9570">
                <a:tc>
                  <a:txBody>
                    <a:bodyPr/>
                    <a:lstStyle/>
                    <a:p>
                      <a:pPr marL="0" indent="0" algn="ctr">
                        <a:buNone/>
                      </a:pPr>
                      <a:r>
                        <a:rPr lang="en-US" sz="1050" b="1" dirty="0">
                          <a:solidFill>
                            <a:srgbClr val="B0392B"/>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BEBD3"/>
                    </a:solidFill>
                  </a:tcPr>
                </a:tc>
                <a:tc>
                  <a:txBody>
                    <a:bodyPr/>
                    <a:lstStyle/>
                    <a:p>
                      <a:pPr marL="0" indent="0" algn="l">
                        <a:buNone/>
                      </a:pPr>
                      <a:r>
                        <a:rPr lang="en-US" sz="1050" b="1" dirty="0">
                          <a:solidFill>
                            <a:srgbClr val="B0392B"/>
                          </a:solidFill>
                          <a:latin typeface="Calibri" pitchFamily="34" charset="0"/>
                          <a:ea typeface="Calibri" pitchFamily="34" charset="-122"/>
                          <a:cs typeface="Calibri" pitchFamily="34" charset="-120"/>
                        </a:rPr>
                        <a:t>Füllstand von Behälter-B001 überwacht?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BEBD3"/>
                    </a:solidFill>
                  </a:tcPr>
                </a:tc>
                <a:tc>
                  <a:txBody>
                    <a:bodyPr/>
                    <a:lstStyle/>
                    <a:p>
                      <a:pPr marL="0" indent="0" algn="ctr">
                        <a:buNone/>
                      </a:pPr>
                      <a:r>
                        <a:rPr lang="en-US" sz="1050" b="1" dirty="0">
                          <a:solidFill>
                            <a:srgbClr val="B0392B"/>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BEBD3"/>
                    </a:solidFill>
                  </a:tcPr>
                </a:tc>
                <a:tc>
                  <a:txBody>
                    <a:bodyPr/>
                    <a:lstStyle/>
                    <a:p>
                      <a:pPr marL="0" indent="0" algn="ctr">
                        <a:buNone/>
                      </a:pPr>
                      <a:r>
                        <a:rPr lang="en-US" sz="1050" b="1" dirty="0">
                          <a:solidFill>
                            <a:srgbClr val="B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BEBD3"/>
                    </a:solidFill>
                  </a:tcPr>
                </a:tc>
                <a:tc>
                  <a:txBody>
                    <a:bodyPr/>
                    <a:lstStyle/>
                    <a:p>
                      <a:pPr marL="0" indent="0" algn="ctr">
                        <a:buNone/>
                      </a:pPr>
                      <a:r>
                        <a:rPr lang="en-US" sz="1050" b="1" dirty="0">
                          <a:solidFill>
                            <a:srgbClr val="B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BEBD3"/>
                    </a:solidFill>
                  </a:tcPr>
                </a:tc>
                <a:tc>
                  <a:txBody>
                    <a:bodyPr/>
                    <a:lstStyle/>
                    <a:p>
                      <a:pPr marL="0" indent="0" algn="ctr">
                        <a:buNone/>
                      </a:pPr>
                      <a:r>
                        <a:rPr lang="en-US" sz="1050" b="1" dirty="0">
                          <a:solidFill>
                            <a:srgbClr val="B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BEBD3"/>
                    </a:solidFill>
                  </a:tcPr>
                </a:tc>
                <a:tc>
                  <a:txBody>
                    <a:bodyPr/>
                    <a:lstStyle/>
                    <a:p>
                      <a:pPr marL="0" indent="0" algn="ctr">
                        <a:buNone/>
                      </a:pPr>
                      <a:r>
                        <a:rPr lang="en-US" sz="1050" b="1" dirty="0">
                          <a:solidFill>
                            <a:srgbClr val="B0392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BEBD3"/>
                    </a:solidFill>
                  </a:tcPr>
                </a:tc>
                <a:extLst>
                  <a:ext uri="{0D108BD9-81ED-4DB2-BD59-A6C34878D82A}">
                    <a16:rowId xmlns:a16="http://schemas.microsoft.com/office/drawing/2014/main" val="10006"/>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7</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Level-Messung am Tank b001?</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5B6B8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8</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Messfunktionen des Behälters?</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B</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5B6B82"/>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extLst>
                  <a:ext uri="{0D108BD9-81ED-4DB2-BD59-A6C34878D82A}">
                    <a16:rowId xmlns:a16="http://schemas.microsoft.com/office/drawing/2014/main" val="10008"/>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9</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Kapazität von Behälter B099?</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10</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Betriebsdruck von Behälter B001?</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extLst>
                  <a:ext uri="{0D108BD9-81ED-4DB2-BD59-A6C34878D82A}">
                    <a16:rowId xmlns:a16="http://schemas.microsoft.com/office/drawing/2014/main" val="10010"/>
                  </a:ext>
                </a:extLst>
              </a:tr>
              <a:tr h="369570">
                <a:tc>
                  <a:txBody>
                    <a:bodyPr/>
                    <a:lstStyle/>
                    <a:p>
                      <a:pPr marL="0" indent="0" algn="ctr">
                        <a:buNone/>
                      </a:pPr>
                      <a:r>
                        <a:rPr lang="en-US" sz="1050" b="1" dirty="0">
                          <a:solidFill>
                            <a:srgbClr val="1B2A4A"/>
                          </a:solidFill>
                          <a:latin typeface="Calibri" pitchFamily="34" charset="0"/>
                          <a:ea typeface="Calibri" pitchFamily="34" charset="-122"/>
                          <a:cs typeface="Calibri" pitchFamily="34" charset="-120"/>
                        </a:rPr>
                        <a:t>11</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D2433"/>
                          </a:solidFill>
                          <a:latin typeface="Calibri" pitchFamily="34" charset="0"/>
                          <a:ea typeface="Calibri" pitchFamily="34" charset="-122"/>
                          <a:cs typeface="Calibri" pitchFamily="34" charset="-120"/>
                        </a:rPr>
                        <a:t>Lauge in B001 korrosiv gegenüber Werkstoff?</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1D2433"/>
                          </a:solidFill>
                          <a:latin typeface="Calibri" pitchFamily="34" charset="0"/>
                          <a:ea typeface="Calibri" pitchFamily="34" charset="-122"/>
                          <a:cs typeface="Calibri" pitchFamily="34" charset="-120"/>
                        </a:rPr>
                        <a:t>C</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050" b="1" dirty="0">
                          <a:solidFill>
                            <a:srgbClr val="3E8E6B"/>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Text 3"/>
          <p:cNvSpPr/>
          <p:nvPr/>
        </p:nvSpPr>
        <p:spPr>
          <a:xfrm>
            <a:off x="457200" y="6053328"/>
            <a:ext cx="11247120" cy="256032"/>
          </a:xfrm>
          <a:prstGeom prst="rect">
            <a:avLst/>
          </a:prstGeom>
          <a:noFill/>
          <a:ln/>
        </p:spPr>
        <p:txBody>
          <a:bodyPr wrap="square" rtlCol="0" anchor="ctr"/>
          <a:lstStyle/>
          <a:p>
            <a:pPr marL="0" indent="0">
              <a:buNone/>
            </a:pPr>
            <a:r>
              <a:rPr lang="en-US" sz="950" i="1" dirty="0">
                <a:solidFill>
                  <a:srgbClr val="5B6B82"/>
                </a:solidFill>
                <a:latin typeface="Calibri" pitchFamily="34" charset="0"/>
                <a:ea typeface="Calibri" pitchFamily="34" charset="-122"/>
                <a:cs typeface="Calibri" pitchFamily="34" charset="-120"/>
              </a:rPr>
              <a:t>W = Werkzeugauswahl · S = Statuskorrektheit · E = Evidenztreue · Abst. = Abstention · Zeile 6 (amber) = einziger Fehlerfall</a:t>
            </a:r>
            <a:endParaRPr lang="en-US" sz="950" dirty="0"/>
          </a:p>
        </p:txBody>
      </p:sp>
      <p:sp>
        <p:nvSpPr>
          <p:cNvPr id="7" name="Text 4"/>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Backup — Evidenzbasierte HAZOP-Vorbereitung</a:t>
            </a:r>
            <a:endParaRPr lang="en-US" sz="900" dirty="0"/>
          </a:p>
        </p:txBody>
      </p:sp>
      <p:sp>
        <p:nvSpPr>
          <p:cNvPr id="8" name="Text 5"/>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B2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B642B-013E-21A6-C948-728D3B1AEE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0827F7-1074-6544-EE1A-6C215F31DCA2}"/>
              </a:ext>
            </a:extLst>
          </p:cNvPr>
          <p:cNvSpPr>
            <a:spLocks noGrp="1"/>
          </p:cNvSpPr>
          <p:nvPr>
            <p:ph type="title"/>
          </p:nvPr>
        </p:nvSpPr>
        <p:spPr/>
        <p:txBody>
          <a:bodyPr/>
          <a:lstStyle/>
          <a:p>
            <a:r>
              <a:rPr lang="en-DE" b="1" dirty="0" err="1">
                <a:solidFill>
                  <a:srgbClr val="474F5F"/>
                </a:solidFill>
              </a:rPr>
              <a:t>Evaluationskriterien</a:t>
            </a:r>
            <a:endParaRPr lang="en-DE" b="1" dirty="0">
              <a:solidFill>
                <a:srgbClr val="474F5F"/>
              </a:solidFill>
            </a:endParaRPr>
          </a:p>
        </p:txBody>
      </p:sp>
      <p:sp>
        <p:nvSpPr>
          <p:cNvPr id="3" name="Content Placeholder 2">
            <a:extLst>
              <a:ext uri="{FF2B5EF4-FFF2-40B4-BE49-F238E27FC236}">
                <a16:creationId xmlns:a16="http://schemas.microsoft.com/office/drawing/2014/main" id="{AA09FE97-1CEA-41FE-7960-BB3DF84E7110}"/>
              </a:ext>
            </a:extLst>
          </p:cNvPr>
          <p:cNvSpPr>
            <a:spLocks noGrp="1"/>
          </p:cNvSpPr>
          <p:nvPr>
            <p:ph idx="1"/>
          </p:nvPr>
        </p:nvSpPr>
        <p:spPr/>
        <p:txBody>
          <a:bodyPr/>
          <a:lstStyle/>
          <a:p>
            <a:r>
              <a:rPr lang="en-DE" b="1" dirty="0"/>
              <a:t>Was </a:t>
            </a:r>
            <a:r>
              <a:rPr lang="en-DE" b="1" dirty="0" err="1"/>
              <a:t>wird</a:t>
            </a:r>
            <a:r>
              <a:rPr lang="en-DE" b="1" dirty="0"/>
              <a:t> </a:t>
            </a:r>
            <a:r>
              <a:rPr lang="en-DE" b="1" dirty="0" err="1"/>
              <a:t>bewertet</a:t>
            </a:r>
            <a:r>
              <a:rPr lang="en-DE" b="1" dirty="0"/>
              <a:t>?</a:t>
            </a:r>
            <a:endParaRPr lang="en-DE" dirty="0"/>
          </a:p>
          <a:p>
            <a:r>
              <a:rPr lang="en-DE" b="1" dirty="0" err="1"/>
              <a:t>Werkzeugauswahl</a:t>
            </a:r>
            <a:r>
              <a:rPr lang="en-DE" b="1" dirty="0"/>
              <a:t>:</a:t>
            </a:r>
            <a:r>
              <a:rPr lang="en-DE" dirty="0"/>
              <a:t> </a:t>
            </a:r>
            <a:r>
              <a:rPr lang="en-DE" dirty="0" err="1"/>
              <a:t>Wählt</a:t>
            </a:r>
            <a:r>
              <a:rPr lang="en-DE" dirty="0"/>
              <a:t> der Agent </a:t>
            </a:r>
            <a:r>
              <a:rPr lang="en-DE" dirty="0" err="1"/>
              <a:t>passende</a:t>
            </a:r>
            <a:r>
              <a:rPr lang="en-DE" dirty="0"/>
              <a:t> Tools? </a:t>
            </a:r>
          </a:p>
          <a:p>
            <a:r>
              <a:rPr lang="en-DE" b="1" dirty="0" err="1"/>
              <a:t>Statuskorrektheit</a:t>
            </a:r>
            <a:r>
              <a:rPr lang="en-DE" b="1" dirty="0"/>
              <a:t>:</a:t>
            </a:r>
            <a:r>
              <a:rPr lang="en-DE" dirty="0"/>
              <a:t> answered / </a:t>
            </a:r>
            <a:r>
              <a:rPr lang="en-DE" dirty="0" err="1"/>
              <a:t>partially_answered</a:t>
            </a:r>
            <a:r>
              <a:rPr lang="en-DE" dirty="0"/>
              <a:t> / </a:t>
            </a:r>
            <a:r>
              <a:rPr lang="en-DE" dirty="0" err="1"/>
              <a:t>not_answerable</a:t>
            </a:r>
            <a:r>
              <a:rPr lang="en-DE" dirty="0"/>
              <a:t> </a:t>
            </a:r>
          </a:p>
          <a:p>
            <a:r>
              <a:rPr lang="en-DE" b="1" dirty="0" err="1"/>
              <a:t>Evidenztreue</a:t>
            </a:r>
            <a:r>
              <a:rPr lang="en-DE" b="1" dirty="0"/>
              <a:t>:</a:t>
            </a:r>
            <a:r>
              <a:rPr lang="en-DE" dirty="0"/>
              <a:t> </a:t>
            </a:r>
            <a:r>
              <a:rPr lang="en-DE" dirty="0" err="1"/>
              <a:t>Ist</a:t>
            </a:r>
            <a:r>
              <a:rPr lang="en-DE" dirty="0"/>
              <a:t> die </a:t>
            </a:r>
            <a:r>
              <a:rPr lang="en-DE" dirty="0" err="1"/>
              <a:t>Antwort</a:t>
            </a:r>
            <a:r>
              <a:rPr lang="en-DE" dirty="0"/>
              <a:t> </a:t>
            </a:r>
            <a:r>
              <a:rPr lang="en-DE" dirty="0" err="1"/>
              <a:t>durch</a:t>
            </a:r>
            <a:r>
              <a:rPr lang="en-DE" dirty="0"/>
              <a:t> </a:t>
            </a:r>
            <a:r>
              <a:rPr lang="en-DE" dirty="0" err="1"/>
              <a:t>Werkzeugergebnisse</a:t>
            </a:r>
            <a:r>
              <a:rPr lang="en-DE" dirty="0"/>
              <a:t> </a:t>
            </a:r>
            <a:r>
              <a:rPr lang="en-DE" dirty="0" err="1"/>
              <a:t>gedeckt</a:t>
            </a:r>
            <a:r>
              <a:rPr lang="en-DE" dirty="0"/>
              <a:t>? </a:t>
            </a:r>
          </a:p>
          <a:p>
            <a:r>
              <a:rPr lang="en-DE" b="1" dirty="0"/>
              <a:t>Abstention:</a:t>
            </a:r>
            <a:r>
              <a:rPr lang="en-DE" dirty="0"/>
              <a:t> </a:t>
            </a:r>
            <a:r>
              <a:rPr lang="en-DE" dirty="0" err="1"/>
              <a:t>Lehnt</a:t>
            </a:r>
            <a:r>
              <a:rPr lang="en-DE" dirty="0"/>
              <a:t> der Agent </a:t>
            </a:r>
            <a:r>
              <a:rPr lang="en-DE" dirty="0" err="1"/>
              <a:t>unbelegbare</a:t>
            </a:r>
            <a:r>
              <a:rPr lang="en-DE" dirty="0"/>
              <a:t> </a:t>
            </a:r>
            <a:r>
              <a:rPr lang="en-DE" dirty="0" err="1"/>
              <a:t>Fragen</a:t>
            </a:r>
            <a:r>
              <a:rPr lang="en-DE" dirty="0"/>
              <a:t> </a:t>
            </a:r>
            <a:r>
              <a:rPr lang="en-DE" dirty="0" err="1"/>
              <a:t>korrekt</a:t>
            </a:r>
            <a:r>
              <a:rPr lang="en-DE" dirty="0"/>
              <a:t> ab? </a:t>
            </a:r>
          </a:p>
          <a:p>
            <a:r>
              <a:rPr lang="en-DE" b="1" dirty="0" err="1"/>
              <a:t>Kernbotschaft</a:t>
            </a:r>
            <a:r>
              <a:rPr lang="en-DE" b="1" dirty="0"/>
              <a:t>:</a:t>
            </a:r>
            <a:endParaRPr lang="en-DE" dirty="0"/>
          </a:p>
          <a:p>
            <a:r>
              <a:rPr lang="en-DE" dirty="0"/>
              <a:t>Eine </a:t>
            </a:r>
            <a:r>
              <a:rPr lang="en-DE" dirty="0" err="1"/>
              <a:t>gute</a:t>
            </a:r>
            <a:r>
              <a:rPr lang="en-DE" dirty="0"/>
              <a:t> </a:t>
            </a:r>
            <a:r>
              <a:rPr lang="en-DE" dirty="0" err="1"/>
              <a:t>Antwort</a:t>
            </a:r>
            <a:r>
              <a:rPr lang="en-DE" dirty="0"/>
              <a:t> </a:t>
            </a:r>
            <a:r>
              <a:rPr lang="en-DE" dirty="0" err="1"/>
              <a:t>ist</a:t>
            </a:r>
            <a:r>
              <a:rPr lang="en-DE" dirty="0"/>
              <a:t> nicht </a:t>
            </a:r>
            <a:r>
              <a:rPr lang="en-DE" dirty="0" err="1"/>
              <a:t>nur</a:t>
            </a:r>
            <a:r>
              <a:rPr lang="en-DE" dirty="0"/>
              <a:t> </a:t>
            </a:r>
            <a:r>
              <a:rPr lang="en-DE" dirty="0" err="1"/>
              <a:t>richtig</a:t>
            </a:r>
            <a:r>
              <a:rPr lang="en-DE" dirty="0"/>
              <a:t>, </a:t>
            </a:r>
            <a:r>
              <a:rPr lang="en-DE" dirty="0" err="1"/>
              <a:t>sondern</a:t>
            </a:r>
            <a:r>
              <a:rPr lang="en-DE" dirty="0"/>
              <a:t> </a:t>
            </a:r>
            <a:r>
              <a:rPr lang="en-DE" dirty="0" err="1"/>
              <a:t>auch</a:t>
            </a:r>
            <a:r>
              <a:rPr lang="en-DE" dirty="0"/>
              <a:t> </a:t>
            </a:r>
            <a:r>
              <a:rPr lang="en-DE" dirty="0" err="1"/>
              <a:t>belegbar</a:t>
            </a:r>
            <a:r>
              <a:rPr lang="en-DE" dirty="0"/>
              <a:t> und </a:t>
            </a:r>
            <a:r>
              <a:rPr lang="en-DE" dirty="0" err="1"/>
              <a:t>korrekt</a:t>
            </a:r>
            <a:r>
              <a:rPr lang="en-DE" dirty="0"/>
              <a:t> </a:t>
            </a:r>
            <a:r>
              <a:rPr lang="en-DE" dirty="0" err="1"/>
              <a:t>als</a:t>
            </a:r>
            <a:r>
              <a:rPr lang="en-DE" dirty="0"/>
              <a:t> </a:t>
            </a:r>
            <a:r>
              <a:rPr lang="en-DE" dirty="0" err="1"/>
              <a:t>beantwortbar</a:t>
            </a:r>
            <a:r>
              <a:rPr lang="en-DE" dirty="0"/>
              <a:t> </a:t>
            </a:r>
            <a:r>
              <a:rPr lang="en-DE" dirty="0" err="1"/>
              <a:t>oder</a:t>
            </a:r>
            <a:r>
              <a:rPr lang="en-DE" dirty="0"/>
              <a:t> nicht </a:t>
            </a:r>
            <a:r>
              <a:rPr lang="en-DE" dirty="0" err="1"/>
              <a:t>beantwortbar</a:t>
            </a:r>
            <a:r>
              <a:rPr lang="en-DE" dirty="0"/>
              <a:t> </a:t>
            </a:r>
            <a:r>
              <a:rPr lang="en-DE" dirty="0" err="1"/>
              <a:t>eingeordnet</a:t>
            </a:r>
            <a:r>
              <a:rPr lang="en-DE" dirty="0"/>
              <a:t>.</a:t>
            </a:r>
          </a:p>
          <a:p>
            <a:endParaRPr lang="en-DE" dirty="0"/>
          </a:p>
        </p:txBody>
      </p:sp>
    </p:spTree>
    <p:extLst>
      <p:ext uri="{BB962C8B-B14F-4D97-AF65-F5344CB8AC3E}">
        <p14:creationId xmlns:p14="http://schemas.microsoft.com/office/powerpoint/2010/main" val="35748382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155680" y="502920"/>
            <a:ext cx="310896" cy="182880"/>
          </a:xfrm>
          <a:prstGeom prst="line">
            <a:avLst/>
          </a:prstGeom>
          <a:noFill/>
          <a:ln w="15875">
            <a:solidFill>
              <a:srgbClr val="3E7CB1"/>
            </a:solidFill>
            <a:prstDash val="solid"/>
          </a:ln>
        </p:spPr>
        <p:txBody>
          <a:bodyPr/>
          <a:lstStyle/>
          <a:p>
            <a:endParaRPr lang="en-DE"/>
          </a:p>
        </p:txBody>
      </p:sp>
      <p:sp>
        <p:nvSpPr>
          <p:cNvPr id="3" name="Shape 1"/>
          <p:cNvSpPr/>
          <p:nvPr/>
        </p:nvSpPr>
        <p:spPr>
          <a:xfrm>
            <a:off x="11210544" y="685800"/>
            <a:ext cx="256032" cy="201168"/>
          </a:xfrm>
          <a:prstGeom prst="line">
            <a:avLst/>
          </a:prstGeom>
          <a:noFill/>
          <a:ln w="15875">
            <a:solidFill>
              <a:srgbClr val="3E7CB1"/>
            </a:solidFill>
            <a:prstDash val="solid"/>
          </a:ln>
        </p:spPr>
        <p:txBody>
          <a:bodyPr/>
          <a:lstStyle/>
          <a:p>
            <a:endParaRPr lang="en-DE"/>
          </a:p>
        </p:txBody>
      </p:sp>
      <p:sp>
        <p:nvSpPr>
          <p:cNvPr id="4" name="Shape 2"/>
          <p:cNvSpPr/>
          <p:nvPr/>
        </p:nvSpPr>
        <p:spPr>
          <a:xfrm>
            <a:off x="11128248" y="475488"/>
            <a:ext cx="54864" cy="54864"/>
          </a:xfrm>
          <a:prstGeom prst="ellipse">
            <a:avLst/>
          </a:prstGeom>
          <a:solidFill>
            <a:srgbClr val="3E7CB1"/>
          </a:solidFill>
          <a:ln/>
        </p:spPr>
        <p:txBody>
          <a:bodyPr/>
          <a:lstStyle/>
          <a:p>
            <a:endParaRPr lang="en-DE"/>
          </a:p>
        </p:txBody>
      </p:sp>
      <p:sp>
        <p:nvSpPr>
          <p:cNvPr id="5" name="Shape 3"/>
          <p:cNvSpPr/>
          <p:nvPr/>
        </p:nvSpPr>
        <p:spPr>
          <a:xfrm>
            <a:off x="11432286" y="651510"/>
            <a:ext cx="68580" cy="68580"/>
          </a:xfrm>
          <a:prstGeom prst="ellipse">
            <a:avLst/>
          </a:prstGeom>
          <a:solidFill>
            <a:srgbClr val="3E7CB1"/>
          </a:solidFill>
          <a:ln/>
        </p:spPr>
        <p:txBody>
          <a:bodyPr/>
          <a:lstStyle/>
          <a:p>
            <a:endParaRPr lang="en-DE"/>
          </a:p>
        </p:txBody>
      </p:sp>
      <p:sp>
        <p:nvSpPr>
          <p:cNvPr id="6" name="Shape 4"/>
          <p:cNvSpPr/>
          <p:nvPr/>
        </p:nvSpPr>
        <p:spPr>
          <a:xfrm>
            <a:off x="11183112" y="859536"/>
            <a:ext cx="54864" cy="54864"/>
          </a:xfrm>
          <a:prstGeom prst="ellipse">
            <a:avLst/>
          </a:prstGeom>
          <a:solidFill>
            <a:srgbClr val="3E7CB1"/>
          </a:solidFill>
          <a:ln/>
        </p:spPr>
        <p:txBody>
          <a:bodyPr/>
          <a:lstStyle/>
          <a:p>
            <a:endParaRPr lang="en-DE"/>
          </a:p>
        </p:txBody>
      </p:sp>
      <p:sp>
        <p:nvSpPr>
          <p:cNvPr id="7" name="Shape 5"/>
          <p:cNvSpPr/>
          <p:nvPr/>
        </p:nvSpPr>
        <p:spPr>
          <a:xfrm>
            <a:off x="457200" y="475488"/>
            <a:ext cx="82296" cy="82296"/>
          </a:xfrm>
          <a:prstGeom prst="ellipse">
            <a:avLst/>
          </a:prstGeom>
          <a:solidFill>
            <a:srgbClr val="3E7CB1"/>
          </a:solidFill>
          <a:ln/>
        </p:spPr>
        <p:txBody>
          <a:bodyPr/>
          <a:lstStyle/>
          <a:p>
            <a:endParaRPr lang="en-DE"/>
          </a:p>
        </p:txBody>
      </p:sp>
      <p:sp>
        <p:nvSpPr>
          <p:cNvPr id="8" name="Text 6"/>
          <p:cNvSpPr/>
          <p:nvPr/>
        </p:nvSpPr>
        <p:spPr>
          <a:xfrm>
            <a:off x="621792" y="365760"/>
            <a:ext cx="8229600" cy="320040"/>
          </a:xfrm>
          <a:prstGeom prst="rect">
            <a:avLst/>
          </a:prstGeom>
          <a:noFill/>
          <a:ln/>
        </p:spPr>
        <p:txBody>
          <a:bodyPr wrap="square" rtlCol="0" anchor="ctr"/>
          <a:lstStyle/>
          <a:p>
            <a:pPr marL="0" indent="0">
              <a:buNone/>
            </a:pPr>
            <a:r>
              <a:rPr lang="en-US" sz="1250" b="1" kern="0" spc="150" dirty="0">
                <a:solidFill>
                  <a:srgbClr val="3E7CB1"/>
                </a:solidFill>
                <a:latin typeface="Calibri" pitchFamily="34" charset="0"/>
                <a:ea typeface="Calibri" pitchFamily="34" charset="-122"/>
                <a:cs typeface="Calibri" pitchFamily="34" charset="-120"/>
              </a:rPr>
              <a:t>04  ·  EVALUATION</a:t>
            </a:r>
            <a:endParaRPr lang="en-US" sz="1250" dirty="0"/>
          </a:p>
        </p:txBody>
      </p:sp>
      <p:sp>
        <p:nvSpPr>
          <p:cNvPr id="9" name="Text 7"/>
          <p:cNvSpPr/>
          <p:nvPr/>
        </p:nvSpPr>
        <p:spPr>
          <a:xfrm>
            <a:off x="457200" y="713232"/>
            <a:ext cx="10515600" cy="777240"/>
          </a:xfrm>
          <a:prstGeom prst="rect">
            <a:avLst/>
          </a:prstGeom>
          <a:noFill/>
          <a:ln/>
        </p:spPr>
        <p:txBody>
          <a:bodyPr wrap="square" rtlCol="0" anchor="t"/>
          <a:lstStyle/>
          <a:p>
            <a:pPr marL="0" indent="0">
              <a:buNone/>
            </a:pPr>
            <a:r>
              <a:rPr lang="en-US" sz="2800" b="1" dirty="0">
                <a:solidFill>
                  <a:srgbClr val="1B2A4A"/>
                </a:solidFill>
                <a:latin typeface="Cambria" pitchFamily="34" charset="0"/>
                <a:ea typeface="Cambria" pitchFamily="34" charset="-122"/>
                <a:cs typeface="Cambria" pitchFamily="34" charset="-120"/>
              </a:rPr>
              <a:t>Wie wurde der Ansatz geprüft?</a:t>
            </a:r>
            <a:endParaRPr lang="en-US" sz="2800" dirty="0"/>
          </a:p>
        </p:txBody>
      </p:sp>
      <p:sp>
        <p:nvSpPr>
          <p:cNvPr id="10" name="Shape 8"/>
          <p:cNvSpPr/>
          <p:nvPr/>
        </p:nvSpPr>
        <p:spPr>
          <a:xfrm>
            <a:off x="457200" y="1783080"/>
            <a:ext cx="2606040" cy="530352"/>
          </a:xfrm>
          <a:prstGeom prst="roundRect">
            <a:avLst>
              <a:gd name="adj" fmla="val 50000"/>
            </a:avLst>
          </a:prstGeom>
          <a:solidFill>
            <a:srgbClr val="1B2A4A"/>
          </a:solidFill>
          <a:ln/>
        </p:spPr>
        <p:txBody>
          <a:bodyPr/>
          <a:lstStyle/>
          <a:p>
            <a:endParaRPr lang="en-DE"/>
          </a:p>
        </p:txBody>
      </p:sp>
      <p:sp>
        <p:nvSpPr>
          <p:cNvPr id="11" name="Text 9"/>
          <p:cNvSpPr/>
          <p:nvPr/>
        </p:nvSpPr>
        <p:spPr>
          <a:xfrm>
            <a:off x="457200" y="1783080"/>
            <a:ext cx="2606040" cy="53035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Werkzeugauswahl</a:t>
            </a:r>
            <a:endParaRPr lang="en-US" sz="1200" dirty="0"/>
          </a:p>
        </p:txBody>
      </p:sp>
      <p:sp>
        <p:nvSpPr>
          <p:cNvPr id="12" name="Shape 10"/>
          <p:cNvSpPr/>
          <p:nvPr/>
        </p:nvSpPr>
        <p:spPr>
          <a:xfrm>
            <a:off x="3246120" y="1783080"/>
            <a:ext cx="2606040" cy="530352"/>
          </a:xfrm>
          <a:prstGeom prst="roundRect">
            <a:avLst>
              <a:gd name="adj" fmla="val 50000"/>
            </a:avLst>
          </a:prstGeom>
          <a:solidFill>
            <a:srgbClr val="1B2A4A"/>
          </a:solidFill>
          <a:ln/>
        </p:spPr>
        <p:txBody>
          <a:bodyPr/>
          <a:lstStyle/>
          <a:p>
            <a:endParaRPr lang="en-DE"/>
          </a:p>
        </p:txBody>
      </p:sp>
      <p:sp>
        <p:nvSpPr>
          <p:cNvPr id="13" name="Text 11"/>
          <p:cNvSpPr/>
          <p:nvPr/>
        </p:nvSpPr>
        <p:spPr>
          <a:xfrm>
            <a:off x="3246120" y="1783080"/>
            <a:ext cx="2606040" cy="53035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Statuskorrektheit</a:t>
            </a:r>
            <a:endParaRPr lang="en-US" sz="1200" dirty="0"/>
          </a:p>
        </p:txBody>
      </p:sp>
      <p:sp>
        <p:nvSpPr>
          <p:cNvPr id="14" name="Shape 12"/>
          <p:cNvSpPr/>
          <p:nvPr/>
        </p:nvSpPr>
        <p:spPr>
          <a:xfrm>
            <a:off x="6035040" y="1783080"/>
            <a:ext cx="2606040" cy="530352"/>
          </a:xfrm>
          <a:prstGeom prst="roundRect">
            <a:avLst>
              <a:gd name="adj" fmla="val 50000"/>
            </a:avLst>
          </a:prstGeom>
          <a:solidFill>
            <a:srgbClr val="1B2A4A"/>
          </a:solidFill>
          <a:ln/>
        </p:spPr>
        <p:txBody>
          <a:bodyPr/>
          <a:lstStyle/>
          <a:p>
            <a:endParaRPr lang="en-DE"/>
          </a:p>
        </p:txBody>
      </p:sp>
      <p:sp>
        <p:nvSpPr>
          <p:cNvPr id="15" name="Text 13"/>
          <p:cNvSpPr/>
          <p:nvPr/>
        </p:nvSpPr>
        <p:spPr>
          <a:xfrm>
            <a:off x="6035040" y="1783080"/>
            <a:ext cx="2606040" cy="53035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Evidenztreue</a:t>
            </a:r>
            <a:endParaRPr lang="en-US" sz="1200" dirty="0"/>
          </a:p>
        </p:txBody>
      </p:sp>
      <p:sp>
        <p:nvSpPr>
          <p:cNvPr id="16" name="Shape 14"/>
          <p:cNvSpPr/>
          <p:nvPr/>
        </p:nvSpPr>
        <p:spPr>
          <a:xfrm>
            <a:off x="8823960" y="1783080"/>
            <a:ext cx="2606040" cy="530352"/>
          </a:xfrm>
          <a:prstGeom prst="roundRect">
            <a:avLst>
              <a:gd name="adj" fmla="val 50000"/>
            </a:avLst>
          </a:prstGeom>
          <a:solidFill>
            <a:srgbClr val="1B2A4A"/>
          </a:solidFill>
          <a:ln/>
        </p:spPr>
        <p:txBody>
          <a:bodyPr/>
          <a:lstStyle/>
          <a:p>
            <a:endParaRPr lang="en-DE"/>
          </a:p>
        </p:txBody>
      </p:sp>
      <p:sp>
        <p:nvSpPr>
          <p:cNvPr id="17" name="Text 15"/>
          <p:cNvSpPr/>
          <p:nvPr/>
        </p:nvSpPr>
        <p:spPr>
          <a:xfrm>
            <a:off x="8823960" y="1783080"/>
            <a:ext cx="2606040" cy="53035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Abstention</a:t>
            </a:r>
            <a:endParaRPr lang="en-US" sz="1200" dirty="0"/>
          </a:p>
        </p:txBody>
      </p:sp>
      <p:sp>
        <p:nvSpPr>
          <p:cNvPr id="18" name="Shape 16"/>
          <p:cNvSpPr/>
          <p:nvPr/>
        </p:nvSpPr>
        <p:spPr>
          <a:xfrm>
            <a:off x="457200" y="2514600"/>
            <a:ext cx="3611880" cy="1965960"/>
          </a:xfrm>
          <a:prstGeom prst="roundRect">
            <a:avLst>
              <a:gd name="adj" fmla="val 4186"/>
            </a:avLst>
          </a:prstGeom>
          <a:solidFill>
            <a:srgbClr val="FFFFFF"/>
          </a:solidFill>
          <a:ln w="12700">
            <a:solidFill>
              <a:srgbClr val="E1E7F0"/>
            </a:solidFill>
            <a:prstDash val="solid"/>
          </a:ln>
          <a:effectLst>
            <a:outerShdw blurRad="76200" dist="25400" dir="5400000" algn="bl" rotWithShape="0">
              <a:srgbClr val="1B2A4A">
                <a:alpha val="10000"/>
              </a:srgbClr>
            </a:outerShdw>
          </a:effectLst>
        </p:spPr>
        <p:txBody>
          <a:bodyPr/>
          <a:lstStyle/>
          <a:p>
            <a:endParaRPr lang="en-DE"/>
          </a:p>
        </p:txBody>
      </p:sp>
      <p:sp>
        <p:nvSpPr>
          <p:cNvPr id="19" name="Text 17"/>
          <p:cNvSpPr/>
          <p:nvPr/>
        </p:nvSpPr>
        <p:spPr>
          <a:xfrm>
            <a:off x="713232" y="2697480"/>
            <a:ext cx="3099816" cy="274320"/>
          </a:xfrm>
          <a:prstGeom prst="rect">
            <a:avLst/>
          </a:prstGeom>
          <a:noFill/>
          <a:ln/>
        </p:spPr>
        <p:txBody>
          <a:bodyPr wrap="square" rtlCol="0" anchor="ctr"/>
          <a:lstStyle/>
          <a:p>
            <a:pPr marL="0" indent="0">
              <a:buNone/>
            </a:pPr>
            <a:r>
              <a:rPr lang="en-US" sz="1150" b="1" dirty="0">
                <a:solidFill>
                  <a:srgbClr val="3E7CB1"/>
                </a:solidFill>
                <a:latin typeface="Courier New" pitchFamily="34" charset="0"/>
                <a:ea typeface="Courier New" pitchFamily="34" charset="-122"/>
                <a:cs typeface="Courier New" pitchFamily="34" charset="-120"/>
              </a:rPr>
              <a:t>Kategorie A</a:t>
            </a:r>
            <a:endParaRPr lang="en-US" sz="1150" dirty="0"/>
          </a:p>
        </p:txBody>
      </p:sp>
      <p:sp>
        <p:nvSpPr>
          <p:cNvPr id="20" name="Text 18"/>
          <p:cNvSpPr/>
          <p:nvPr/>
        </p:nvSpPr>
        <p:spPr>
          <a:xfrm>
            <a:off x="713232" y="3017520"/>
            <a:ext cx="3099816" cy="365760"/>
          </a:xfrm>
          <a:prstGeom prst="rect">
            <a:avLst/>
          </a:prstGeom>
          <a:noFill/>
          <a:ln/>
        </p:spPr>
        <p:txBody>
          <a:bodyPr wrap="square"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Vorhandene Evidenz</a:t>
            </a:r>
            <a:endParaRPr lang="en-US" sz="1550" dirty="0"/>
          </a:p>
        </p:txBody>
      </p:sp>
      <p:sp>
        <p:nvSpPr>
          <p:cNvPr id="21" name="Text 19"/>
          <p:cNvSpPr/>
          <p:nvPr/>
        </p:nvSpPr>
        <p:spPr>
          <a:xfrm>
            <a:off x="713232" y="3429000"/>
            <a:ext cx="3099816" cy="868680"/>
          </a:xfrm>
          <a:prstGeom prst="rect">
            <a:avLst/>
          </a:prstGeom>
          <a:noFill/>
          <a:ln/>
        </p:spPr>
        <p:txBody>
          <a:bodyPr wrap="square" rtlCol="0" anchor="ctr"/>
          <a:lstStyle/>
          <a:p>
            <a:pPr marL="0" indent="0">
              <a:lnSpc>
                <a:spcPct val="120000"/>
              </a:lnSpc>
              <a:buNone/>
            </a:pPr>
            <a:r>
              <a:rPr lang="en-US" sz="1150" dirty="0">
                <a:solidFill>
                  <a:srgbClr val="5B6B82"/>
                </a:solidFill>
                <a:latin typeface="Calibri" pitchFamily="34" charset="0"/>
                <a:ea typeface="Calibri" pitchFamily="34" charset="-122"/>
                <a:cs typeface="Calibri" pitchFamily="34" charset="-120"/>
              </a:rPr>
              <a:t>Fragen, die anhand der im RDF-Modell hinterlegten Bezeichnungen direkt beantwortbar sind.</a:t>
            </a:r>
            <a:endParaRPr lang="en-US" sz="1150" dirty="0"/>
          </a:p>
        </p:txBody>
      </p:sp>
      <p:sp>
        <p:nvSpPr>
          <p:cNvPr id="22" name="Shape 20"/>
          <p:cNvSpPr/>
          <p:nvPr/>
        </p:nvSpPr>
        <p:spPr>
          <a:xfrm>
            <a:off x="4270248" y="2514600"/>
            <a:ext cx="3611880" cy="1965960"/>
          </a:xfrm>
          <a:prstGeom prst="roundRect">
            <a:avLst>
              <a:gd name="adj" fmla="val 4186"/>
            </a:avLst>
          </a:prstGeom>
          <a:solidFill>
            <a:srgbClr val="FFFFFF"/>
          </a:solidFill>
          <a:ln w="12700">
            <a:solidFill>
              <a:srgbClr val="E1E7F0"/>
            </a:solidFill>
            <a:prstDash val="solid"/>
          </a:ln>
          <a:effectLst>
            <a:outerShdw blurRad="76200" dist="25400" dir="5400000" algn="bl" rotWithShape="0">
              <a:srgbClr val="1B2A4A">
                <a:alpha val="10000"/>
              </a:srgbClr>
            </a:outerShdw>
          </a:effectLst>
        </p:spPr>
        <p:txBody>
          <a:bodyPr/>
          <a:lstStyle/>
          <a:p>
            <a:endParaRPr lang="en-DE"/>
          </a:p>
        </p:txBody>
      </p:sp>
      <p:sp>
        <p:nvSpPr>
          <p:cNvPr id="23" name="Text 21"/>
          <p:cNvSpPr/>
          <p:nvPr/>
        </p:nvSpPr>
        <p:spPr>
          <a:xfrm>
            <a:off x="4526280" y="2697480"/>
            <a:ext cx="3099816" cy="274320"/>
          </a:xfrm>
          <a:prstGeom prst="rect">
            <a:avLst/>
          </a:prstGeom>
          <a:noFill/>
          <a:ln/>
        </p:spPr>
        <p:txBody>
          <a:bodyPr wrap="square" rtlCol="0" anchor="ctr"/>
          <a:lstStyle/>
          <a:p>
            <a:pPr marL="0" indent="0">
              <a:buNone/>
            </a:pPr>
            <a:r>
              <a:rPr lang="en-US" sz="1150" b="1" dirty="0">
                <a:solidFill>
                  <a:srgbClr val="3E7CB1"/>
                </a:solidFill>
                <a:latin typeface="Courier New" pitchFamily="34" charset="0"/>
                <a:ea typeface="Courier New" pitchFamily="34" charset="-122"/>
                <a:cs typeface="Courier New" pitchFamily="34" charset="-120"/>
              </a:rPr>
              <a:t>Kategorie B</a:t>
            </a:r>
            <a:endParaRPr lang="en-US" sz="1150" dirty="0"/>
          </a:p>
        </p:txBody>
      </p:sp>
      <p:sp>
        <p:nvSpPr>
          <p:cNvPr id="24" name="Text 22"/>
          <p:cNvSpPr/>
          <p:nvPr/>
        </p:nvSpPr>
        <p:spPr>
          <a:xfrm>
            <a:off x="4526280" y="3017520"/>
            <a:ext cx="3099816" cy="365760"/>
          </a:xfrm>
          <a:prstGeom prst="rect">
            <a:avLst/>
          </a:prstGeom>
          <a:noFill/>
          <a:ln/>
        </p:spPr>
        <p:txBody>
          <a:bodyPr wrap="square"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Paraphrasen &amp; Varianten</a:t>
            </a:r>
            <a:endParaRPr lang="en-US" sz="1550" dirty="0"/>
          </a:p>
        </p:txBody>
      </p:sp>
      <p:sp>
        <p:nvSpPr>
          <p:cNvPr id="25" name="Text 23"/>
          <p:cNvSpPr/>
          <p:nvPr/>
        </p:nvSpPr>
        <p:spPr>
          <a:xfrm>
            <a:off x="4526280" y="3429000"/>
            <a:ext cx="3099816" cy="868680"/>
          </a:xfrm>
          <a:prstGeom prst="rect">
            <a:avLst/>
          </a:prstGeom>
          <a:noFill/>
          <a:ln/>
        </p:spPr>
        <p:txBody>
          <a:bodyPr wrap="square" rtlCol="0" anchor="ctr"/>
          <a:lstStyle/>
          <a:p>
            <a:pPr marL="0" indent="0">
              <a:lnSpc>
                <a:spcPct val="120000"/>
              </a:lnSpc>
              <a:buNone/>
            </a:pPr>
            <a:r>
              <a:rPr lang="en-US" sz="1150" dirty="0">
                <a:solidFill>
                  <a:srgbClr val="5B6B82"/>
                </a:solidFill>
                <a:latin typeface="Calibri" pitchFamily="34" charset="0"/>
                <a:ea typeface="Calibri" pitchFamily="34" charset="-122"/>
                <a:cs typeface="Calibri" pitchFamily="34" charset="-120"/>
              </a:rPr>
              <a:t>Terminologische Varianten und abweichend geschriebene Equipment-Tags.</a:t>
            </a:r>
            <a:endParaRPr lang="en-US" sz="1150" dirty="0"/>
          </a:p>
        </p:txBody>
      </p:sp>
      <p:sp>
        <p:nvSpPr>
          <p:cNvPr id="26" name="Shape 24"/>
          <p:cNvSpPr/>
          <p:nvPr/>
        </p:nvSpPr>
        <p:spPr>
          <a:xfrm>
            <a:off x="8083296" y="2514600"/>
            <a:ext cx="3611880" cy="1965960"/>
          </a:xfrm>
          <a:prstGeom prst="roundRect">
            <a:avLst>
              <a:gd name="adj" fmla="val 4186"/>
            </a:avLst>
          </a:prstGeom>
          <a:solidFill>
            <a:srgbClr val="FFFFFF"/>
          </a:solidFill>
          <a:ln w="12700">
            <a:solidFill>
              <a:srgbClr val="E1E7F0"/>
            </a:solidFill>
            <a:prstDash val="solid"/>
          </a:ln>
          <a:effectLst>
            <a:outerShdw blurRad="76200" dist="25400" dir="5400000" algn="bl" rotWithShape="0">
              <a:srgbClr val="1B2A4A">
                <a:alpha val="10000"/>
              </a:srgbClr>
            </a:outerShdw>
          </a:effectLst>
        </p:spPr>
        <p:txBody>
          <a:bodyPr/>
          <a:lstStyle/>
          <a:p>
            <a:endParaRPr lang="en-DE"/>
          </a:p>
        </p:txBody>
      </p:sp>
      <p:sp>
        <p:nvSpPr>
          <p:cNvPr id="27" name="Text 25"/>
          <p:cNvSpPr/>
          <p:nvPr/>
        </p:nvSpPr>
        <p:spPr>
          <a:xfrm>
            <a:off x="8339328" y="2697480"/>
            <a:ext cx="3099816" cy="274320"/>
          </a:xfrm>
          <a:prstGeom prst="rect">
            <a:avLst/>
          </a:prstGeom>
          <a:noFill/>
          <a:ln/>
        </p:spPr>
        <p:txBody>
          <a:bodyPr wrap="square" rtlCol="0" anchor="ctr"/>
          <a:lstStyle/>
          <a:p>
            <a:pPr marL="0" indent="0">
              <a:buNone/>
            </a:pPr>
            <a:r>
              <a:rPr lang="en-US" sz="1150" b="1" dirty="0">
                <a:solidFill>
                  <a:srgbClr val="B9701A"/>
                </a:solidFill>
                <a:latin typeface="Courier New" pitchFamily="34" charset="0"/>
                <a:ea typeface="Courier New" pitchFamily="34" charset="-122"/>
                <a:cs typeface="Courier New" pitchFamily="34" charset="-120"/>
              </a:rPr>
              <a:t>Kategorie C</a:t>
            </a:r>
            <a:endParaRPr lang="en-US" sz="1150" dirty="0"/>
          </a:p>
        </p:txBody>
      </p:sp>
      <p:sp>
        <p:nvSpPr>
          <p:cNvPr id="28" name="Text 26"/>
          <p:cNvSpPr/>
          <p:nvPr/>
        </p:nvSpPr>
        <p:spPr>
          <a:xfrm>
            <a:off x="8339328" y="3017520"/>
            <a:ext cx="3099816" cy="365760"/>
          </a:xfrm>
          <a:prstGeom prst="rect">
            <a:avLst/>
          </a:prstGeom>
          <a:noFill/>
          <a:ln/>
        </p:spPr>
        <p:txBody>
          <a:bodyPr wrap="square" rtlCol="0" anchor="ctr"/>
          <a:lstStyle/>
          <a:p>
            <a:pPr marL="0" indent="0">
              <a:buNone/>
            </a:pPr>
            <a:r>
              <a:rPr lang="en-US" sz="1550" b="1" dirty="0">
                <a:solidFill>
                  <a:srgbClr val="1B2A4A"/>
                </a:solidFill>
                <a:latin typeface="Cambria" pitchFamily="34" charset="0"/>
                <a:ea typeface="Cambria" pitchFamily="34" charset="-122"/>
                <a:cs typeface="Cambria" pitchFamily="34" charset="-120"/>
              </a:rPr>
              <a:t>Fehlende Evidenz</a:t>
            </a:r>
            <a:endParaRPr lang="en-US" sz="1550" dirty="0"/>
          </a:p>
        </p:txBody>
      </p:sp>
      <p:sp>
        <p:nvSpPr>
          <p:cNvPr id="29" name="Text 27"/>
          <p:cNvSpPr/>
          <p:nvPr/>
        </p:nvSpPr>
        <p:spPr>
          <a:xfrm>
            <a:off x="8339328" y="3429000"/>
            <a:ext cx="3099816" cy="868680"/>
          </a:xfrm>
          <a:prstGeom prst="rect">
            <a:avLst/>
          </a:prstGeom>
          <a:noFill/>
          <a:ln/>
        </p:spPr>
        <p:txBody>
          <a:bodyPr wrap="square" rtlCol="0" anchor="ctr"/>
          <a:lstStyle/>
          <a:p>
            <a:pPr marL="0" indent="0">
              <a:lnSpc>
                <a:spcPct val="120000"/>
              </a:lnSpc>
              <a:buNone/>
            </a:pPr>
            <a:r>
              <a:rPr lang="en-US" sz="1150" dirty="0">
                <a:solidFill>
                  <a:srgbClr val="5B6B82"/>
                </a:solidFill>
                <a:latin typeface="Calibri" pitchFamily="34" charset="0"/>
                <a:ea typeface="Calibri" pitchFamily="34" charset="-122"/>
                <a:cs typeface="Calibri" pitchFamily="34" charset="-120"/>
              </a:rPr>
              <a:t>Nicht verfügbare Information — korrektes, kontrolliertes Zurückweisen erwartet.</a:t>
            </a:r>
            <a:endParaRPr lang="en-US" sz="1150" dirty="0"/>
          </a:p>
        </p:txBody>
      </p:sp>
      <p:sp>
        <p:nvSpPr>
          <p:cNvPr id="30" name="Shape 28"/>
          <p:cNvSpPr/>
          <p:nvPr/>
        </p:nvSpPr>
        <p:spPr>
          <a:xfrm>
            <a:off x="457200" y="4709160"/>
            <a:ext cx="11247120" cy="1005840"/>
          </a:xfrm>
          <a:prstGeom prst="roundRect">
            <a:avLst>
              <a:gd name="adj" fmla="val 7273"/>
            </a:avLst>
          </a:prstGeom>
          <a:solidFill>
            <a:srgbClr val="F7F9FC"/>
          </a:solidFill>
          <a:ln w="12700">
            <a:solidFill>
              <a:srgbClr val="E1E7F0"/>
            </a:solidFill>
            <a:prstDash val="solid"/>
          </a:ln>
        </p:spPr>
        <p:txBody>
          <a:bodyPr/>
          <a:lstStyle/>
          <a:p>
            <a:endParaRPr lang="en-DE"/>
          </a:p>
        </p:txBody>
      </p:sp>
      <p:sp>
        <p:nvSpPr>
          <p:cNvPr id="31" name="Text 29"/>
          <p:cNvSpPr/>
          <p:nvPr/>
        </p:nvSpPr>
        <p:spPr>
          <a:xfrm>
            <a:off x="731520" y="4873752"/>
            <a:ext cx="2743200" cy="256032"/>
          </a:xfrm>
          <a:prstGeom prst="rect">
            <a:avLst/>
          </a:prstGeom>
          <a:noFill/>
          <a:ln/>
        </p:spPr>
        <p:txBody>
          <a:bodyPr wrap="square" rtlCol="0" anchor="ctr"/>
          <a:lstStyle/>
          <a:p>
            <a:pPr marL="0" indent="0">
              <a:buNone/>
            </a:pPr>
            <a:r>
              <a:rPr lang="en-US" sz="1100" b="1" kern="0" spc="100" dirty="0">
                <a:solidFill>
                  <a:srgbClr val="5B6B82"/>
                </a:solidFill>
                <a:latin typeface="Calibri" pitchFamily="34" charset="0"/>
                <a:ea typeface="Calibri" pitchFamily="34" charset="-122"/>
                <a:cs typeface="Calibri" pitchFamily="34" charset="-120"/>
              </a:rPr>
              <a:t>SYSTEM</a:t>
            </a:r>
            <a:endParaRPr lang="en-US" sz="1100" dirty="0"/>
          </a:p>
        </p:txBody>
      </p:sp>
      <p:sp>
        <p:nvSpPr>
          <p:cNvPr id="32" name="Text 30"/>
          <p:cNvSpPr/>
          <p:nvPr/>
        </p:nvSpPr>
        <p:spPr>
          <a:xfrm>
            <a:off x="731520" y="5138928"/>
            <a:ext cx="10698480" cy="411480"/>
          </a:xfrm>
          <a:prstGeom prst="rect">
            <a:avLst/>
          </a:prstGeom>
          <a:noFill/>
          <a:ln/>
        </p:spPr>
        <p:txBody>
          <a:bodyPr wrap="square" rtlCol="0" anchor="ctr"/>
          <a:lstStyle/>
          <a:p>
            <a:pPr marL="0" indent="0">
              <a:buNone/>
            </a:pPr>
            <a:r>
              <a:rPr lang="en-US" sz="1300" b="1" dirty="0">
                <a:solidFill>
                  <a:srgbClr val="1B2A4A"/>
                </a:solidFill>
                <a:latin typeface="Calibri" pitchFamily="34" charset="0"/>
                <a:ea typeface="Calibri" pitchFamily="34" charset="-122"/>
                <a:cs typeface="Calibri" pitchFamily="34" charset="-120"/>
              </a:rPr>
              <a:t>Qwen3.5-9B lokal (Ollama)  ·  T = 0  ·  11 Fragen × 3 Wiederholungen = 33 Durchläufe  ·  </a:t>
            </a:r>
            <a:r>
              <a:rPr lang="en-US" sz="1300" i="1" dirty="0">
                <a:solidFill>
                  <a:srgbClr val="5B6B82"/>
                </a:solidFill>
                <a:latin typeface="Calibri" pitchFamily="34" charset="0"/>
                <a:ea typeface="Calibri" pitchFamily="34" charset="-122"/>
                <a:cs typeface="Calibri" pitchFamily="34" charset="-120"/>
              </a:rPr>
              <a:t>keine Abweichungen beobachtet</a:t>
            </a:r>
            <a:endParaRPr lang="en-US" sz="1300" dirty="0"/>
          </a:p>
        </p:txBody>
      </p:sp>
      <p:sp>
        <p:nvSpPr>
          <p:cNvPr id="33" name="Text 31"/>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Evidenzbasierte HAZOP-Vorbereitung</a:t>
            </a:r>
            <a:endParaRPr lang="en-US" sz="900" dirty="0"/>
          </a:p>
        </p:txBody>
      </p:sp>
      <p:sp>
        <p:nvSpPr>
          <p:cNvPr id="34" name="Text 32"/>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155680" y="502920"/>
            <a:ext cx="310896" cy="182880"/>
          </a:xfrm>
          <a:prstGeom prst="line">
            <a:avLst/>
          </a:prstGeom>
          <a:noFill/>
          <a:ln w="15875">
            <a:solidFill>
              <a:srgbClr val="3E7CB1"/>
            </a:solidFill>
            <a:prstDash val="solid"/>
          </a:ln>
        </p:spPr>
        <p:txBody>
          <a:bodyPr/>
          <a:lstStyle/>
          <a:p>
            <a:endParaRPr lang="en-DE"/>
          </a:p>
        </p:txBody>
      </p:sp>
      <p:sp>
        <p:nvSpPr>
          <p:cNvPr id="3" name="Shape 1"/>
          <p:cNvSpPr/>
          <p:nvPr/>
        </p:nvSpPr>
        <p:spPr>
          <a:xfrm>
            <a:off x="11210544" y="685800"/>
            <a:ext cx="256032" cy="201168"/>
          </a:xfrm>
          <a:prstGeom prst="line">
            <a:avLst/>
          </a:prstGeom>
          <a:noFill/>
          <a:ln w="15875">
            <a:solidFill>
              <a:srgbClr val="3E7CB1"/>
            </a:solidFill>
            <a:prstDash val="solid"/>
          </a:ln>
        </p:spPr>
        <p:txBody>
          <a:bodyPr/>
          <a:lstStyle/>
          <a:p>
            <a:endParaRPr lang="en-DE"/>
          </a:p>
        </p:txBody>
      </p:sp>
      <p:sp>
        <p:nvSpPr>
          <p:cNvPr id="4" name="Shape 2"/>
          <p:cNvSpPr/>
          <p:nvPr/>
        </p:nvSpPr>
        <p:spPr>
          <a:xfrm>
            <a:off x="11128248" y="475488"/>
            <a:ext cx="54864" cy="54864"/>
          </a:xfrm>
          <a:prstGeom prst="ellipse">
            <a:avLst/>
          </a:prstGeom>
          <a:solidFill>
            <a:srgbClr val="3E7CB1"/>
          </a:solidFill>
          <a:ln/>
        </p:spPr>
        <p:txBody>
          <a:bodyPr/>
          <a:lstStyle/>
          <a:p>
            <a:endParaRPr lang="en-DE"/>
          </a:p>
        </p:txBody>
      </p:sp>
      <p:sp>
        <p:nvSpPr>
          <p:cNvPr id="5" name="Shape 3"/>
          <p:cNvSpPr/>
          <p:nvPr/>
        </p:nvSpPr>
        <p:spPr>
          <a:xfrm>
            <a:off x="11432286" y="651510"/>
            <a:ext cx="68580" cy="68580"/>
          </a:xfrm>
          <a:prstGeom prst="ellipse">
            <a:avLst/>
          </a:prstGeom>
          <a:solidFill>
            <a:srgbClr val="3E7CB1"/>
          </a:solidFill>
          <a:ln/>
        </p:spPr>
        <p:txBody>
          <a:bodyPr/>
          <a:lstStyle/>
          <a:p>
            <a:endParaRPr lang="en-DE"/>
          </a:p>
        </p:txBody>
      </p:sp>
      <p:sp>
        <p:nvSpPr>
          <p:cNvPr id="6" name="Shape 4"/>
          <p:cNvSpPr/>
          <p:nvPr/>
        </p:nvSpPr>
        <p:spPr>
          <a:xfrm>
            <a:off x="11183112" y="859536"/>
            <a:ext cx="54864" cy="54864"/>
          </a:xfrm>
          <a:prstGeom prst="ellipse">
            <a:avLst/>
          </a:prstGeom>
          <a:solidFill>
            <a:srgbClr val="3E7CB1"/>
          </a:solidFill>
          <a:ln/>
        </p:spPr>
        <p:txBody>
          <a:bodyPr/>
          <a:lstStyle/>
          <a:p>
            <a:endParaRPr lang="en-DE"/>
          </a:p>
        </p:txBody>
      </p:sp>
      <p:sp>
        <p:nvSpPr>
          <p:cNvPr id="7" name="Shape 5"/>
          <p:cNvSpPr/>
          <p:nvPr/>
        </p:nvSpPr>
        <p:spPr>
          <a:xfrm>
            <a:off x="457200" y="475488"/>
            <a:ext cx="82296" cy="82296"/>
          </a:xfrm>
          <a:prstGeom prst="ellipse">
            <a:avLst/>
          </a:prstGeom>
          <a:solidFill>
            <a:srgbClr val="3E7CB1"/>
          </a:solidFill>
          <a:ln/>
        </p:spPr>
        <p:txBody>
          <a:bodyPr/>
          <a:lstStyle/>
          <a:p>
            <a:endParaRPr lang="en-DE"/>
          </a:p>
        </p:txBody>
      </p:sp>
      <p:sp>
        <p:nvSpPr>
          <p:cNvPr id="8" name="Text 6"/>
          <p:cNvSpPr/>
          <p:nvPr/>
        </p:nvSpPr>
        <p:spPr>
          <a:xfrm>
            <a:off x="621792" y="365760"/>
            <a:ext cx="8229600" cy="320040"/>
          </a:xfrm>
          <a:prstGeom prst="rect">
            <a:avLst/>
          </a:prstGeom>
          <a:noFill/>
          <a:ln/>
        </p:spPr>
        <p:txBody>
          <a:bodyPr wrap="square" rtlCol="0" anchor="ctr"/>
          <a:lstStyle/>
          <a:p>
            <a:pPr marL="0" indent="0">
              <a:buNone/>
            </a:pPr>
            <a:r>
              <a:rPr lang="en-US" sz="1250" b="1" kern="0" spc="150" dirty="0">
                <a:solidFill>
                  <a:srgbClr val="3E7CB1"/>
                </a:solidFill>
                <a:latin typeface="Calibri" pitchFamily="34" charset="0"/>
                <a:ea typeface="Calibri" pitchFamily="34" charset="-122"/>
                <a:cs typeface="Calibri" pitchFamily="34" charset="-120"/>
              </a:rPr>
              <a:t>04  ·  EVALUATION</a:t>
            </a:r>
            <a:endParaRPr lang="en-US" sz="1250" dirty="0"/>
          </a:p>
        </p:txBody>
      </p:sp>
      <p:sp>
        <p:nvSpPr>
          <p:cNvPr id="9" name="Text 7"/>
          <p:cNvSpPr/>
          <p:nvPr/>
        </p:nvSpPr>
        <p:spPr>
          <a:xfrm>
            <a:off x="457200" y="713232"/>
            <a:ext cx="10515600" cy="777240"/>
          </a:xfrm>
          <a:prstGeom prst="rect">
            <a:avLst/>
          </a:prstGeom>
          <a:noFill/>
          <a:ln/>
        </p:spPr>
        <p:txBody>
          <a:bodyPr wrap="square" rtlCol="0" anchor="t"/>
          <a:lstStyle/>
          <a:p>
            <a:pPr marL="0" indent="0">
              <a:buNone/>
            </a:pPr>
            <a:r>
              <a:rPr lang="en-US" sz="2800" b="1" dirty="0">
                <a:solidFill>
                  <a:srgbClr val="1B2A4A"/>
                </a:solidFill>
                <a:latin typeface="Cambria" pitchFamily="34" charset="0"/>
                <a:ea typeface="Cambria" pitchFamily="34" charset="-122"/>
                <a:cs typeface="Cambria" pitchFamily="34" charset="-120"/>
              </a:rPr>
              <a:t>Ergebnisse: 10 von 11 Fragen evidenztreu bearbeitet</a:t>
            </a:r>
            <a:endParaRPr lang="en-US" sz="2800" dirty="0"/>
          </a:p>
        </p:txBody>
      </p:sp>
      <p:sp>
        <p:nvSpPr>
          <p:cNvPr id="10" name="Shape 8"/>
          <p:cNvSpPr/>
          <p:nvPr/>
        </p:nvSpPr>
        <p:spPr>
          <a:xfrm>
            <a:off x="457200" y="1874520"/>
            <a:ext cx="3566160" cy="2880360"/>
          </a:xfrm>
          <a:prstGeom prst="roundRect">
            <a:avLst>
              <a:gd name="adj" fmla="val 3175"/>
            </a:avLst>
          </a:prstGeom>
          <a:solidFill>
            <a:srgbClr val="1B2A4A"/>
          </a:solidFill>
          <a:ln/>
          <a:effectLst>
            <a:outerShdw blurRad="101600" dist="38100" dir="5400000" algn="bl" rotWithShape="0">
              <a:srgbClr val="1B2A4A">
                <a:alpha val="15000"/>
              </a:srgbClr>
            </a:outerShdw>
          </a:effectLst>
        </p:spPr>
        <p:txBody>
          <a:bodyPr/>
          <a:lstStyle/>
          <a:p>
            <a:endParaRPr lang="en-DE"/>
          </a:p>
        </p:txBody>
      </p:sp>
      <p:sp>
        <p:nvSpPr>
          <p:cNvPr id="11" name="Text 9"/>
          <p:cNvSpPr/>
          <p:nvPr/>
        </p:nvSpPr>
        <p:spPr>
          <a:xfrm>
            <a:off x="457200" y="2377440"/>
            <a:ext cx="3566160" cy="1188720"/>
          </a:xfrm>
          <a:prstGeom prst="rect">
            <a:avLst/>
          </a:prstGeom>
          <a:noFill/>
          <a:ln/>
        </p:spPr>
        <p:txBody>
          <a:bodyPr wrap="square" rtlCol="0" anchor="ctr"/>
          <a:lstStyle/>
          <a:p>
            <a:pPr marL="0" indent="0" algn="ctr">
              <a:buNone/>
            </a:pPr>
            <a:r>
              <a:rPr lang="en-US" sz="5800" b="1" dirty="0">
                <a:solidFill>
                  <a:srgbClr val="FFFFFF"/>
                </a:solidFill>
                <a:latin typeface="Cambria" pitchFamily="34" charset="0"/>
                <a:ea typeface="Cambria" pitchFamily="34" charset="-122"/>
                <a:cs typeface="Cambria" pitchFamily="34" charset="-120"/>
              </a:rPr>
              <a:t>10 / 11</a:t>
            </a:r>
            <a:endParaRPr lang="en-US" sz="5800" dirty="0"/>
          </a:p>
        </p:txBody>
      </p:sp>
      <p:sp>
        <p:nvSpPr>
          <p:cNvPr id="12" name="Text 10"/>
          <p:cNvSpPr/>
          <p:nvPr/>
        </p:nvSpPr>
        <p:spPr>
          <a:xfrm>
            <a:off x="822960" y="3657600"/>
            <a:ext cx="2834640" cy="822960"/>
          </a:xfrm>
          <a:prstGeom prst="rect">
            <a:avLst/>
          </a:prstGeom>
          <a:noFill/>
          <a:ln/>
        </p:spPr>
        <p:txBody>
          <a:bodyPr wrap="square" rtlCol="0" anchor="ctr"/>
          <a:lstStyle/>
          <a:p>
            <a:pPr marL="0" indent="0" algn="ctr">
              <a:lnSpc>
                <a:spcPct val="125000"/>
              </a:lnSpc>
              <a:buNone/>
            </a:pPr>
            <a:r>
              <a:rPr lang="en-US" sz="1400" dirty="0">
                <a:solidFill>
                  <a:srgbClr val="8FBEE0"/>
                </a:solidFill>
                <a:latin typeface="Calibri" pitchFamily="34" charset="0"/>
                <a:ea typeface="Calibri" pitchFamily="34" charset="-122"/>
                <a:cs typeface="Calibri" pitchFamily="34" charset="-120"/>
              </a:rPr>
              <a:t>evidenztreu und mit</a:t>
            </a:r>
            <a:endParaRPr lang="en-US" sz="1400" dirty="0"/>
          </a:p>
          <a:p>
            <a:pPr marL="0" indent="0" algn="ctr">
              <a:lnSpc>
                <a:spcPct val="125000"/>
              </a:lnSpc>
              <a:buNone/>
            </a:pPr>
            <a:r>
              <a:rPr lang="en-US" sz="1400" dirty="0">
                <a:solidFill>
                  <a:srgbClr val="8FBEE0"/>
                </a:solidFill>
                <a:latin typeface="Calibri" pitchFamily="34" charset="0"/>
                <a:ea typeface="Calibri" pitchFamily="34" charset="-122"/>
                <a:cs typeface="Calibri" pitchFamily="34" charset="-120"/>
              </a:rPr>
              <a:t>geeignetem Status</a:t>
            </a:r>
            <a:endParaRPr lang="en-US" sz="1400" dirty="0"/>
          </a:p>
        </p:txBody>
      </p:sp>
      <p:graphicFrame>
        <p:nvGraphicFramePr>
          <p:cNvPr id="13" name="Table 0"/>
          <p:cNvGraphicFramePr>
            <a:graphicFrameLocks noGrp="1"/>
          </p:cNvGraphicFramePr>
          <p:nvPr/>
        </p:nvGraphicFramePr>
        <p:xfrm>
          <a:off x="4343400" y="1874520"/>
          <a:ext cx="7388352" cy="2880360"/>
        </p:xfrm>
        <a:graphic>
          <a:graphicData uri="http://schemas.openxmlformats.org/drawingml/2006/table">
            <a:tbl>
              <a:tblPr/>
              <a:tblGrid>
                <a:gridCol w="5376672">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576072">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Dimension</a:t>
                      </a:r>
                      <a:endParaRPr lang="en-US" sz="13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B2A4A"/>
                    </a:solidFill>
                  </a:tcPr>
                </a:tc>
                <a:tc>
                  <a:txBody>
                    <a:bodyPr/>
                    <a:lstStyle/>
                    <a:p>
                      <a:pPr marL="0" indent="0" algn="ctr">
                        <a:buNone/>
                      </a:pPr>
                      <a:r>
                        <a:rPr lang="en-US" sz="1300" b="1" dirty="0">
                          <a:solidFill>
                            <a:srgbClr val="FFFFFF"/>
                          </a:solidFill>
                          <a:latin typeface="Calibri" pitchFamily="34" charset="0"/>
                          <a:ea typeface="Calibri" pitchFamily="34" charset="-122"/>
                          <a:cs typeface="Calibri" pitchFamily="34" charset="-120"/>
                        </a:rPr>
                        <a:t>Ergebnis</a:t>
                      </a:r>
                      <a:endParaRPr lang="en-US" sz="13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576072">
                <a:tc>
                  <a:txBody>
                    <a:bodyPr/>
                    <a:lstStyle/>
                    <a:p>
                      <a:pPr marL="0" indent="0" algn="l">
                        <a:buNone/>
                      </a:pPr>
                      <a:r>
                        <a:rPr lang="en-US" sz="1300" dirty="0">
                          <a:solidFill>
                            <a:srgbClr val="1D2433"/>
                          </a:solidFill>
                          <a:latin typeface="Calibri" pitchFamily="34" charset="0"/>
                          <a:ea typeface="Calibri" pitchFamily="34" charset="-122"/>
                          <a:cs typeface="Calibri" pitchFamily="34" charset="-120"/>
                        </a:rPr>
                        <a:t>Fachlich geeignete Werkzeugpfade</a:t>
                      </a:r>
                      <a:endParaRPr lang="en-US" sz="13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1B2A4A"/>
                          </a:solidFill>
                          <a:latin typeface="Courier New" pitchFamily="34" charset="0"/>
                          <a:ea typeface="Courier New" pitchFamily="34" charset="-122"/>
                          <a:cs typeface="Courier New" pitchFamily="34" charset="-120"/>
                        </a:rPr>
                        <a:t>9 / 11</a:t>
                      </a:r>
                      <a:endParaRPr lang="en-US" sz="1350" dirty="0">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072">
                <a:tc>
                  <a:txBody>
                    <a:bodyPr/>
                    <a:lstStyle/>
                    <a:p>
                      <a:pPr marL="0" indent="0" algn="l">
                        <a:buNone/>
                      </a:pPr>
                      <a:r>
                        <a:rPr lang="en-US" sz="1300" dirty="0">
                          <a:solidFill>
                            <a:srgbClr val="1D2433"/>
                          </a:solidFill>
                          <a:latin typeface="Calibri" pitchFamily="34" charset="0"/>
                          <a:ea typeface="Calibri" pitchFamily="34" charset="-122"/>
                          <a:cs typeface="Calibri" pitchFamily="34" charset="-120"/>
                        </a:rPr>
                        <a:t>Korrekter Evidenzstatus</a:t>
                      </a:r>
                      <a:endParaRPr lang="en-US" sz="13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350" b="1" dirty="0">
                          <a:solidFill>
                            <a:srgbClr val="1B2A4A"/>
                          </a:solidFill>
                          <a:latin typeface="Courier New" pitchFamily="34" charset="0"/>
                          <a:ea typeface="Courier New" pitchFamily="34" charset="-122"/>
                          <a:cs typeface="Courier New" pitchFamily="34" charset="-120"/>
                        </a:rPr>
                        <a:t>10 / 11</a:t>
                      </a:r>
                      <a:endParaRPr lang="en-US" sz="1350" dirty="0">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extLst>
                  <a:ext uri="{0D108BD9-81ED-4DB2-BD59-A6C34878D82A}">
                    <a16:rowId xmlns:a16="http://schemas.microsoft.com/office/drawing/2014/main" val="10002"/>
                  </a:ext>
                </a:extLst>
              </a:tr>
              <a:tr h="576072">
                <a:tc>
                  <a:txBody>
                    <a:bodyPr/>
                    <a:lstStyle/>
                    <a:p>
                      <a:pPr marL="0" indent="0" algn="l">
                        <a:buNone/>
                      </a:pPr>
                      <a:r>
                        <a:rPr lang="en-US" sz="1300" dirty="0">
                          <a:solidFill>
                            <a:srgbClr val="1D2433"/>
                          </a:solidFill>
                          <a:latin typeface="Calibri" pitchFamily="34" charset="0"/>
                          <a:ea typeface="Calibri" pitchFamily="34" charset="-122"/>
                          <a:cs typeface="Calibri" pitchFamily="34" charset="-120"/>
                        </a:rPr>
                        <a:t>Evidenztreue Antworten</a:t>
                      </a:r>
                      <a:endParaRPr lang="en-US" sz="13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tc>
                  <a:txBody>
                    <a:bodyPr/>
                    <a:lstStyle/>
                    <a:p>
                      <a:pPr marL="0" indent="0" algn="ctr">
                        <a:buNone/>
                      </a:pPr>
                      <a:r>
                        <a:rPr lang="en-US" sz="1350" b="1" dirty="0">
                          <a:solidFill>
                            <a:srgbClr val="1B2A4A"/>
                          </a:solidFill>
                          <a:latin typeface="Courier New" pitchFamily="34" charset="0"/>
                          <a:ea typeface="Courier New" pitchFamily="34" charset="-122"/>
                          <a:cs typeface="Courier New" pitchFamily="34" charset="-120"/>
                        </a:rPr>
                        <a:t>10 / 11</a:t>
                      </a:r>
                      <a:endParaRPr lang="en-US" sz="1350" dirty="0">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072">
                <a:tc>
                  <a:txBody>
                    <a:bodyPr/>
                    <a:lstStyle/>
                    <a:p>
                      <a:pPr marL="0" indent="0" algn="l">
                        <a:buNone/>
                      </a:pPr>
                      <a:r>
                        <a:rPr lang="en-US" sz="1300" dirty="0">
                          <a:solidFill>
                            <a:srgbClr val="1D2433"/>
                          </a:solidFill>
                          <a:latin typeface="Calibri" pitchFamily="34" charset="0"/>
                          <a:ea typeface="Calibri" pitchFamily="34" charset="-122"/>
                          <a:cs typeface="Calibri" pitchFamily="34" charset="-120"/>
                        </a:rPr>
                        <a:t>Korrekte Abstention</a:t>
                      </a:r>
                      <a:endParaRPr lang="en-US" sz="1300" dirty="0">
                        <a:latin typeface="Calibri" charset="0"/>
                        <a:ea typeface="Calibri" charset="0"/>
                        <a:cs typeface="Calibri"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tc>
                  <a:txBody>
                    <a:bodyPr/>
                    <a:lstStyle/>
                    <a:p>
                      <a:pPr marL="0" indent="0" algn="ctr">
                        <a:buNone/>
                      </a:pPr>
                      <a:r>
                        <a:rPr lang="en-US" sz="1350" b="1" dirty="0">
                          <a:solidFill>
                            <a:srgbClr val="1B2A4A"/>
                          </a:solidFill>
                          <a:latin typeface="Courier New" pitchFamily="34" charset="0"/>
                          <a:ea typeface="Courier New" pitchFamily="34" charset="-122"/>
                          <a:cs typeface="Courier New" pitchFamily="34" charset="-120"/>
                        </a:rPr>
                        <a:t>3 / 3</a:t>
                      </a:r>
                      <a:endParaRPr lang="en-US" sz="1350" dirty="0">
                        <a:latin typeface="Courier New" charset="0"/>
                        <a:ea typeface="Courier New" charset="0"/>
                        <a:cs typeface="Courier New" charset="0"/>
                      </a:endParaRPr>
                    </a:p>
                  </a:txBody>
                  <a:tcPr anchor="ctr">
                    <a:lnL w="9525" cap="flat" cmpd="sng" algn="ctr">
                      <a:solidFill>
                        <a:srgbClr val="E1E7F0"/>
                      </a:solidFill>
                      <a:prstDash val="solid"/>
                      <a:round/>
                      <a:headEnd type="none" w="med" len="med"/>
                      <a:tailEnd type="none" w="med" len="med"/>
                    </a:lnL>
                    <a:lnR w="9525" cap="flat" cmpd="sng" algn="ctr">
                      <a:solidFill>
                        <a:srgbClr val="E1E7F0"/>
                      </a:solidFill>
                      <a:prstDash val="solid"/>
                      <a:round/>
                      <a:headEnd type="none" w="med" len="med"/>
                      <a:tailEnd type="none" w="med" len="med"/>
                    </a:lnR>
                    <a:lnT w="9525" cap="flat" cmpd="sng" algn="ctr">
                      <a:solidFill>
                        <a:srgbClr val="E1E7F0"/>
                      </a:solidFill>
                      <a:prstDash val="solid"/>
                      <a:round/>
                      <a:headEnd type="none" w="med" len="med"/>
                      <a:tailEnd type="none" w="med" len="med"/>
                    </a:lnT>
                    <a:lnB w="9525" cap="flat" cmpd="sng" algn="ctr">
                      <a:solidFill>
                        <a:srgbClr val="E1E7F0"/>
                      </a:solidFill>
                      <a:prstDash val="solid"/>
                      <a:round/>
                      <a:headEnd type="none" w="med" len="med"/>
                      <a:tailEnd type="none" w="med" len="med"/>
                    </a:lnB>
                    <a:solidFill>
                      <a:srgbClr val="EFF3F9"/>
                    </a:solidFill>
                  </a:tcPr>
                </a:tc>
                <a:extLst>
                  <a:ext uri="{0D108BD9-81ED-4DB2-BD59-A6C34878D82A}">
                    <a16:rowId xmlns:a16="http://schemas.microsoft.com/office/drawing/2014/main" val="10004"/>
                  </a:ext>
                </a:extLst>
              </a:tr>
            </a:tbl>
          </a:graphicData>
        </a:graphic>
      </p:graphicFrame>
      <p:sp>
        <p:nvSpPr>
          <p:cNvPr id="14" name="Shape 11"/>
          <p:cNvSpPr/>
          <p:nvPr/>
        </p:nvSpPr>
        <p:spPr>
          <a:xfrm>
            <a:off x="457200" y="5084064"/>
            <a:ext cx="100584" cy="100584"/>
          </a:xfrm>
          <a:prstGeom prst="ellipse">
            <a:avLst/>
          </a:prstGeom>
          <a:solidFill>
            <a:srgbClr val="3E7CB1"/>
          </a:solidFill>
          <a:ln/>
        </p:spPr>
        <p:txBody>
          <a:bodyPr/>
          <a:lstStyle/>
          <a:p>
            <a:endParaRPr lang="en-DE"/>
          </a:p>
        </p:txBody>
      </p:sp>
      <p:sp>
        <p:nvSpPr>
          <p:cNvPr id="15" name="Text 12"/>
          <p:cNvSpPr/>
          <p:nvPr/>
        </p:nvSpPr>
        <p:spPr>
          <a:xfrm>
            <a:off x="685800" y="5029200"/>
            <a:ext cx="10972800" cy="320040"/>
          </a:xfrm>
          <a:prstGeom prst="rect">
            <a:avLst/>
          </a:prstGeom>
          <a:noFill/>
          <a:ln/>
        </p:spPr>
        <p:txBody>
          <a:bodyPr wrap="square" rtlCol="0" anchor="ctr"/>
          <a:lstStyle/>
          <a:p>
            <a:pPr marL="0" indent="0">
              <a:buNone/>
            </a:pPr>
            <a:r>
              <a:rPr lang="en-US" sz="1250" dirty="0">
                <a:solidFill>
                  <a:srgbClr val="5B6B82"/>
                </a:solidFill>
                <a:latin typeface="Calibri" pitchFamily="34" charset="0"/>
                <a:ea typeface="Calibri" pitchFamily="34" charset="-122"/>
                <a:cs typeface="Calibri" pitchFamily="34" charset="-120"/>
              </a:rPr>
              <a:t>KF2 korrekt nur teilweise beantwortet (Kapazität belegt, Medium „Lauge” nicht verifizierbar)</a:t>
            </a:r>
            <a:endParaRPr lang="en-US" sz="1250" dirty="0"/>
          </a:p>
        </p:txBody>
      </p:sp>
      <p:sp>
        <p:nvSpPr>
          <p:cNvPr id="16" name="Shape 13"/>
          <p:cNvSpPr/>
          <p:nvPr/>
        </p:nvSpPr>
        <p:spPr>
          <a:xfrm>
            <a:off x="457200" y="5468112"/>
            <a:ext cx="100584" cy="100584"/>
          </a:xfrm>
          <a:prstGeom prst="ellipse">
            <a:avLst/>
          </a:prstGeom>
          <a:solidFill>
            <a:srgbClr val="3E7CB1"/>
          </a:solidFill>
          <a:ln/>
        </p:spPr>
        <p:txBody>
          <a:bodyPr/>
          <a:lstStyle/>
          <a:p>
            <a:endParaRPr lang="en-DE"/>
          </a:p>
        </p:txBody>
      </p:sp>
      <p:sp>
        <p:nvSpPr>
          <p:cNvPr id="17" name="Text 14"/>
          <p:cNvSpPr/>
          <p:nvPr/>
        </p:nvSpPr>
        <p:spPr>
          <a:xfrm>
            <a:off x="685800" y="5413248"/>
            <a:ext cx="10972800" cy="320040"/>
          </a:xfrm>
          <a:prstGeom prst="rect">
            <a:avLst/>
          </a:prstGeom>
          <a:noFill/>
          <a:ln/>
        </p:spPr>
        <p:txBody>
          <a:bodyPr wrap="square" rtlCol="0" anchor="ctr"/>
          <a:lstStyle/>
          <a:p>
            <a:pPr marL="0" indent="0">
              <a:buNone/>
            </a:pPr>
            <a:r>
              <a:rPr lang="en-US" sz="1250" dirty="0">
                <a:solidFill>
                  <a:srgbClr val="5B6B82"/>
                </a:solidFill>
                <a:latin typeface="Calibri" pitchFamily="34" charset="0"/>
                <a:ea typeface="Calibri" pitchFamily="34" charset="-122"/>
                <a:cs typeface="Calibri" pitchFamily="34" charset="-120"/>
              </a:rPr>
              <a:t>KF9–KF11 korrekt zurückgewiesen — fehlende Evidenz zuverlässig erkannt</a:t>
            </a:r>
            <a:endParaRPr lang="en-US" sz="1250" dirty="0"/>
          </a:p>
        </p:txBody>
      </p:sp>
      <p:sp>
        <p:nvSpPr>
          <p:cNvPr id="18" name="Shape 15"/>
          <p:cNvSpPr/>
          <p:nvPr/>
        </p:nvSpPr>
        <p:spPr>
          <a:xfrm>
            <a:off x="457200" y="5852160"/>
            <a:ext cx="100584" cy="100584"/>
          </a:xfrm>
          <a:prstGeom prst="ellipse">
            <a:avLst/>
          </a:prstGeom>
          <a:solidFill>
            <a:srgbClr val="3E7CB1"/>
          </a:solidFill>
          <a:ln/>
        </p:spPr>
        <p:txBody>
          <a:bodyPr/>
          <a:lstStyle/>
          <a:p>
            <a:endParaRPr lang="en-DE"/>
          </a:p>
        </p:txBody>
      </p:sp>
      <p:sp>
        <p:nvSpPr>
          <p:cNvPr id="19" name="Text 16"/>
          <p:cNvSpPr/>
          <p:nvPr/>
        </p:nvSpPr>
        <p:spPr>
          <a:xfrm>
            <a:off x="685800" y="5797296"/>
            <a:ext cx="10972800" cy="320040"/>
          </a:xfrm>
          <a:prstGeom prst="rect">
            <a:avLst/>
          </a:prstGeom>
          <a:noFill/>
          <a:ln/>
        </p:spPr>
        <p:txBody>
          <a:bodyPr wrap="square" rtlCol="0" anchor="ctr"/>
          <a:lstStyle/>
          <a:p>
            <a:pPr marL="0" indent="0">
              <a:buNone/>
            </a:pPr>
            <a:r>
              <a:rPr lang="en-US" sz="1250" dirty="0">
                <a:solidFill>
                  <a:srgbClr val="5B6B82"/>
                </a:solidFill>
                <a:latin typeface="Calibri" pitchFamily="34" charset="0"/>
                <a:ea typeface="Calibri" pitchFamily="34" charset="-122"/>
                <a:cs typeface="Calibri" pitchFamily="34" charset="-120"/>
              </a:rPr>
              <a:t>Kein Rückgriff auf parametrisches Wissen bei der Korrosivitätsfrage (KF11)</a:t>
            </a:r>
            <a:endParaRPr lang="en-US" sz="1250" dirty="0"/>
          </a:p>
        </p:txBody>
      </p:sp>
      <p:sp>
        <p:nvSpPr>
          <p:cNvPr id="20" name="Text 17"/>
          <p:cNvSpPr/>
          <p:nvPr/>
        </p:nvSpPr>
        <p:spPr>
          <a:xfrm>
            <a:off x="457200" y="6473952"/>
            <a:ext cx="6400800" cy="274320"/>
          </a:xfrm>
          <a:prstGeom prst="rect">
            <a:avLst/>
          </a:prstGeom>
          <a:noFill/>
          <a:ln/>
        </p:spPr>
        <p:txBody>
          <a:bodyPr wrap="square" rtlCol="0" anchor="ctr"/>
          <a:lstStyle/>
          <a:p>
            <a:pPr marL="0" indent="0" algn="l">
              <a:buNone/>
            </a:pPr>
            <a:r>
              <a:rPr lang="en-US" sz="900" dirty="0">
                <a:solidFill>
                  <a:srgbClr val="5B6B82"/>
                </a:solidFill>
                <a:latin typeface="Calibri" pitchFamily="34" charset="0"/>
                <a:ea typeface="Calibri" pitchFamily="34" charset="-122"/>
                <a:cs typeface="Calibri" pitchFamily="34" charset="-120"/>
              </a:rPr>
              <a:t>Evidenzbasierte HAZOP-Vorbereitung</a:t>
            </a:r>
            <a:endParaRPr lang="en-US" sz="900" dirty="0"/>
          </a:p>
        </p:txBody>
      </p:sp>
      <p:sp>
        <p:nvSpPr>
          <p:cNvPr id="21" name="Text 18"/>
          <p:cNvSpPr/>
          <p:nvPr/>
        </p:nvSpPr>
        <p:spPr>
          <a:xfrm>
            <a:off x="11277295" y="6473952"/>
            <a:ext cx="457200" cy="274320"/>
          </a:xfrm>
          <a:prstGeom prst="rect">
            <a:avLst/>
          </a:prstGeom>
          <a:noFill/>
          <a:ln/>
        </p:spPr>
        <p:txBody>
          <a:bodyPr wrap="square" rtlCol="0" anchor="ctr"/>
          <a:lstStyle/>
          <a:p>
            <a:pPr marL="0" indent="0" algn="r">
              <a:buNone/>
            </a:pPr>
            <a:r>
              <a:rPr lang="en-US" sz="900" dirty="0">
                <a:solidFill>
                  <a:srgbClr val="5B6B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11155680" y="548640"/>
            <a:ext cx="404165" cy="237744"/>
          </a:xfrm>
          <a:prstGeom prst="line">
            <a:avLst/>
          </a:prstGeom>
          <a:noFill/>
          <a:ln w="15875">
            <a:solidFill>
              <a:srgbClr val="8FBEE0"/>
            </a:solidFill>
            <a:prstDash val="solid"/>
          </a:ln>
        </p:spPr>
        <p:txBody>
          <a:bodyPr/>
          <a:lstStyle/>
          <a:p>
            <a:endParaRPr lang="en-DE"/>
          </a:p>
        </p:txBody>
      </p:sp>
      <p:sp>
        <p:nvSpPr>
          <p:cNvPr id="3" name="Shape 1"/>
          <p:cNvSpPr/>
          <p:nvPr/>
        </p:nvSpPr>
        <p:spPr>
          <a:xfrm>
            <a:off x="11227003" y="786384"/>
            <a:ext cx="332842" cy="261518"/>
          </a:xfrm>
          <a:prstGeom prst="line">
            <a:avLst/>
          </a:prstGeom>
          <a:noFill/>
          <a:ln w="15875">
            <a:solidFill>
              <a:srgbClr val="8FBEE0"/>
            </a:solidFill>
            <a:prstDash val="solid"/>
          </a:ln>
        </p:spPr>
        <p:txBody>
          <a:bodyPr/>
          <a:lstStyle/>
          <a:p>
            <a:endParaRPr lang="en-DE"/>
          </a:p>
        </p:txBody>
      </p:sp>
      <p:sp>
        <p:nvSpPr>
          <p:cNvPr id="4" name="Shape 2"/>
          <p:cNvSpPr/>
          <p:nvPr/>
        </p:nvSpPr>
        <p:spPr>
          <a:xfrm>
            <a:off x="11128248" y="521208"/>
            <a:ext cx="54864" cy="54864"/>
          </a:xfrm>
          <a:prstGeom prst="ellipse">
            <a:avLst/>
          </a:prstGeom>
          <a:solidFill>
            <a:srgbClr val="8FBEE0"/>
          </a:solidFill>
          <a:ln/>
        </p:spPr>
        <p:txBody>
          <a:bodyPr/>
          <a:lstStyle/>
          <a:p>
            <a:endParaRPr lang="en-DE"/>
          </a:p>
        </p:txBody>
      </p:sp>
      <p:sp>
        <p:nvSpPr>
          <p:cNvPr id="5" name="Shape 3"/>
          <p:cNvSpPr/>
          <p:nvPr/>
        </p:nvSpPr>
        <p:spPr>
          <a:xfrm>
            <a:off x="11525555" y="752094"/>
            <a:ext cx="68580" cy="68580"/>
          </a:xfrm>
          <a:prstGeom prst="ellipse">
            <a:avLst/>
          </a:prstGeom>
          <a:solidFill>
            <a:srgbClr val="8FBEE0"/>
          </a:solidFill>
          <a:ln/>
        </p:spPr>
        <p:txBody>
          <a:bodyPr/>
          <a:lstStyle/>
          <a:p>
            <a:endParaRPr lang="en-DE"/>
          </a:p>
        </p:txBody>
      </p:sp>
      <p:sp>
        <p:nvSpPr>
          <p:cNvPr id="6" name="Shape 4"/>
          <p:cNvSpPr/>
          <p:nvPr/>
        </p:nvSpPr>
        <p:spPr>
          <a:xfrm>
            <a:off x="11199571" y="1020470"/>
            <a:ext cx="54864" cy="54864"/>
          </a:xfrm>
          <a:prstGeom prst="ellipse">
            <a:avLst/>
          </a:prstGeom>
          <a:solidFill>
            <a:srgbClr val="8FBEE0"/>
          </a:solidFill>
          <a:ln/>
        </p:spPr>
        <p:txBody>
          <a:bodyPr/>
          <a:lstStyle/>
          <a:p>
            <a:endParaRPr lang="en-DE"/>
          </a:p>
        </p:txBody>
      </p:sp>
      <p:sp>
        <p:nvSpPr>
          <p:cNvPr id="7" name="Shape 5"/>
          <p:cNvSpPr/>
          <p:nvPr/>
        </p:nvSpPr>
        <p:spPr>
          <a:xfrm>
            <a:off x="640080" y="5623560"/>
            <a:ext cx="341986" cy="201168"/>
          </a:xfrm>
          <a:prstGeom prst="line">
            <a:avLst/>
          </a:prstGeom>
          <a:noFill/>
          <a:ln w="15875">
            <a:solidFill>
              <a:srgbClr val="E8A33D"/>
            </a:solidFill>
            <a:prstDash val="solid"/>
          </a:ln>
        </p:spPr>
        <p:txBody>
          <a:bodyPr/>
          <a:lstStyle/>
          <a:p>
            <a:endParaRPr lang="en-DE"/>
          </a:p>
        </p:txBody>
      </p:sp>
      <p:sp>
        <p:nvSpPr>
          <p:cNvPr id="8" name="Shape 6"/>
          <p:cNvSpPr/>
          <p:nvPr/>
        </p:nvSpPr>
        <p:spPr>
          <a:xfrm>
            <a:off x="700430" y="5824728"/>
            <a:ext cx="281635" cy="221285"/>
          </a:xfrm>
          <a:prstGeom prst="line">
            <a:avLst/>
          </a:prstGeom>
          <a:noFill/>
          <a:ln w="15875">
            <a:solidFill>
              <a:srgbClr val="E8A33D"/>
            </a:solidFill>
            <a:prstDash val="solid"/>
          </a:ln>
        </p:spPr>
        <p:txBody>
          <a:bodyPr/>
          <a:lstStyle/>
          <a:p>
            <a:endParaRPr lang="en-DE"/>
          </a:p>
        </p:txBody>
      </p:sp>
      <p:sp>
        <p:nvSpPr>
          <p:cNvPr id="9" name="Shape 7"/>
          <p:cNvSpPr/>
          <p:nvPr/>
        </p:nvSpPr>
        <p:spPr>
          <a:xfrm>
            <a:off x="612648" y="5596128"/>
            <a:ext cx="54864" cy="54864"/>
          </a:xfrm>
          <a:prstGeom prst="ellipse">
            <a:avLst/>
          </a:prstGeom>
          <a:solidFill>
            <a:srgbClr val="E8A33D"/>
          </a:solidFill>
          <a:ln/>
        </p:spPr>
        <p:txBody>
          <a:bodyPr/>
          <a:lstStyle/>
          <a:p>
            <a:endParaRPr lang="en-DE"/>
          </a:p>
        </p:txBody>
      </p:sp>
      <p:sp>
        <p:nvSpPr>
          <p:cNvPr id="10" name="Shape 8"/>
          <p:cNvSpPr/>
          <p:nvPr/>
        </p:nvSpPr>
        <p:spPr>
          <a:xfrm>
            <a:off x="947776" y="5790438"/>
            <a:ext cx="68580" cy="68580"/>
          </a:xfrm>
          <a:prstGeom prst="ellipse">
            <a:avLst/>
          </a:prstGeom>
          <a:solidFill>
            <a:srgbClr val="E8A33D"/>
          </a:solidFill>
          <a:ln/>
        </p:spPr>
        <p:txBody>
          <a:bodyPr/>
          <a:lstStyle/>
          <a:p>
            <a:endParaRPr lang="en-DE"/>
          </a:p>
        </p:txBody>
      </p:sp>
      <p:sp>
        <p:nvSpPr>
          <p:cNvPr id="11" name="Shape 9"/>
          <p:cNvSpPr/>
          <p:nvPr/>
        </p:nvSpPr>
        <p:spPr>
          <a:xfrm>
            <a:off x="672998" y="6018581"/>
            <a:ext cx="54864" cy="54864"/>
          </a:xfrm>
          <a:prstGeom prst="ellipse">
            <a:avLst/>
          </a:prstGeom>
          <a:solidFill>
            <a:srgbClr val="E8A33D"/>
          </a:solidFill>
          <a:ln/>
        </p:spPr>
        <p:txBody>
          <a:bodyPr/>
          <a:lstStyle/>
          <a:p>
            <a:endParaRPr lang="en-DE"/>
          </a:p>
        </p:txBody>
      </p:sp>
      <p:sp>
        <p:nvSpPr>
          <p:cNvPr id="12" name="Shape 10"/>
          <p:cNvSpPr/>
          <p:nvPr/>
        </p:nvSpPr>
        <p:spPr>
          <a:xfrm>
            <a:off x="457200" y="475488"/>
            <a:ext cx="82296" cy="82296"/>
          </a:xfrm>
          <a:prstGeom prst="ellipse">
            <a:avLst/>
          </a:prstGeom>
          <a:solidFill>
            <a:srgbClr val="8FBEE0"/>
          </a:solidFill>
          <a:ln/>
        </p:spPr>
        <p:txBody>
          <a:bodyPr/>
          <a:lstStyle/>
          <a:p>
            <a:endParaRPr lang="en-DE"/>
          </a:p>
        </p:txBody>
      </p:sp>
      <p:sp>
        <p:nvSpPr>
          <p:cNvPr id="13" name="Text 11"/>
          <p:cNvSpPr/>
          <p:nvPr/>
        </p:nvSpPr>
        <p:spPr>
          <a:xfrm>
            <a:off x="621792" y="365760"/>
            <a:ext cx="8229600" cy="320040"/>
          </a:xfrm>
          <a:prstGeom prst="rect">
            <a:avLst/>
          </a:prstGeom>
          <a:noFill/>
          <a:ln/>
        </p:spPr>
        <p:txBody>
          <a:bodyPr wrap="square" rtlCol="0" anchor="ctr"/>
          <a:lstStyle/>
          <a:p>
            <a:pPr marL="0" indent="0">
              <a:buNone/>
            </a:pPr>
            <a:r>
              <a:rPr lang="en-US" sz="1250" b="1" kern="0" spc="150" dirty="0">
                <a:solidFill>
                  <a:srgbClr val="8FBEE0"/>
                </a:solidFill>
                <a:latin typeface="Calibri" pitchFamily="34" charset="0"/>
                <a:ea typeface="Calibri" pitchFamily="34" charset="-122"/>
                <a:cs typeface="Calibri" pitchFamily="34" charset="-120"/>
              </a:rPr>
              <a:t>05  ·  FAZIT &amp; AUSBLICK</a:t>
            </a:r>
            <a:endParaRPr lang="en-US" sz="1250" dirty="0"/>
          </a:p>
        </p:txBody>
      </p:sp>
      <p:sp>
        <p:nvSpPr>
          <p:cNvPr id="14" name="Text 12"/>
          <p:cNvSpPr/>
          <p:nvPr/>
        </p:nvSpPr>
        <p:spPr>
          <a:xfrm>
            <a:off x="457200" y="713232"/>
            <a:ext cx="10789920" cy="777240"/>
          </a:xfrm>
          <a:prstGeom prst="rect">
            <a:avLst/>
          </a:prstGeom>
          <a:noFill/>
          <a:ln/>
        </p:spPr>
        <p:txBody>
          <a:bodyPr wrap="square" rtlCol="0" anchor="t"/>
          <a:lstStyle/>
          <a:p>
            <a:pPr marL="0" indent="0">
              <a:buNone/>
            </a:pPr>
            <a:r>
              <a:rPr lang="en-US" sz="2600" b="1" dirty="0">
                <a:solidFill>
                  <a:srgbClr val="FFFFFF"/>
                </a:solidFill>
                <a:latin typeface="Cambria" pitchFamily="34" charset="0"/>
                <a:ea typeface="Cambria" pitchFamily="34" charset="-122"/>
                <a:cs typeface="Cambria" pitchFamily="34" charset="-120"/>
              </a:rPr>
              <a:t>Nachvollziehbare Evidenz statt freier Modellantworten</a:t>
            </a:r>
            <a:endParaRPr lang="en-US" sz="2600" dirty="0"/>
          </a:p>
        </p:txBody>
      </p:sp>
      <p:sp>
        <p:nvSpPr>
          <p:cNvPr id="15" name="Shape 13"/>
          <p:cNvSpPr/>
          <p:nvPr/>
        </p:nvSpPr>
        <p:spPr>
          <a:xfrm>
            <a:off x="457200" y="1600200"/>
            <a:ext cx="11274552" cy="914400"/>
          </a:xfrm>
          <a:prstGeom prst="roundRect">
            <a:avLst>
              <a:gd name="adj" fmla="val 9000"/>
            </a:avLst>
          </a:prstGeom>
          <a:solidFill>
            <a:srgbClr val="24365C"/>
          </a:solidFill>
          <a:ln/>
        </p:spPr>
        <p:txBody>
          <a:bodyPr/>
          <a:lstStyle/>
          <a:p>
            <a:endParaRPr lang="en-DE"/>
          </a:p>
        </p:txBody>
      </p:sp>
      <p:sp>
        <p:nvSpPr>
          <p:cNvPr id="16" name="Text 14"/>
          <p:cNvSpPr/>
          <p:nvPr/>
        </p:nvSpPr>
        <p:spPr>
          <a:xfrm>
            <a:off x="777240" y="1600200"/>
            <a:ext cx="10607040" cy="914400"/>
          </a:xfrm>
          <a:prstGeom prst="rect">
            <a:avLst/>
          </a:prstGeom>
          <a:noFill/>
          <a:ln/>
        </p:spPr>
        <p:txBody>
          <a:bodyPr wrap="square" rtlCol="0" anchor="ctr"/>
          <a:lstStyle/>
          <a:p>
            <a:pPr marL="0" indent="0">
              <a:lnSpc>
                <a:spcPct val="120000"/>
              </a:lnSpc>
              <a:buNone/>
            </a:pPr>
            <a:r>
              <a:rPr lang="en-US" sz="1650" b="1" i="1" dirty="0">
                <a:solidFill>
                  <a:srgbClr val="E8A33D"/>
                </a:solidFill>
                <a:latin typeface="Cambria" pitchFamily="34" charset="0"/>
                <a:ea typeface="Cambria" pitchFamily="34" charset="-122"/>
                <a:cs typeface="Cambria" pitchFamily="34" charset="-120"/>
              </a:rPr>
              <a:t>RDF/OWL, Reasoning und kontrollierte SPARQL-Werkzeuge ermöglichen nachvollziehbare HAZOP-Evidenzabfragen in natürlicher Sprache.</a:t>
            </a:r>
            <a:endParaRPr lang="en-US" sz="1650" dirty="0"/>
          </a:p>
        </p:txBody>
      </p:sp>
      <p:sp>
        <p:nvSpPr>
          <p:cNvPr id="17" name="Text 15"/>
          <p:cNvSpPr/>
          <p:nvPr/>
        </p:nvSpPr>
        <p:spPr>
          <a:xfrm>
            <a:off x="457200" y="2788920"/>
            <a:ext cx="5257800" cy="292608"/>
          </a:xfrm>
          <a:prstGeom prst="rect">
            <a:avLst/>
          </a:prstGeom>
          <a:noFill/>
          <a:ln/>
        </p:spPr>
        <p:txBody>
          <a:bodyPr wrap="square" rtlCol="0" anchor="ctr"/>
          <a:lstStyle/>
          <a:p>
            <a:pPr marL="0" indent="0">
              <a:buNone/>
            </a:pPr>
            <a:r>
              <a:rPr lang="en-US" sz="1250" b="1" kern="0" spc="150" dirty="0">
                <a:solidFill>
                  <a:srgbClr val="8FBEE0"/>
                </a:solidFill>
                <a:latin typeface="Calibri" pitchFamily="34" charset="0"/>
                <a:ea typeface="Calibri" pitchFamily="34" charset="-122"/>
                <a:cs typeface="Calibri" pitchFamily="34" charset="-120"/>
              </a:rPr>
              <a:t>DREI TAKEAWAYS</a:t>
            </a:r>
            <a:endParaRPr lang="en-US" sz="1250" dirty="0"/>
          </a:p>
        </p:txBody>
      </p:sp>
      <p:sp>
        <p:nvSpPr>
          <p:cNvPr id="18" name="Text 16"/>
          <p:cNvSpPr/>
          <p:nvPr/>
        </p:nvSpPr>
        <p:spPr>
          <a:xfrm>
            <a:off x="457200" y="3136392"/>
            <a:ext cx="5257800" cy="2468880"/>
          </a:xfrm>
          <a:prstGeom prst="rect">
            <a:avLst/>
          </a:prstGeom>
          <a:noFill/>
          <a:ln/>
        </p:spPr>
        <p:txBody>
          <a:bodyPr wrap="square" rtlCol="0" anchor="t"/>
          <a:lstStyle/>
          <a:p>
            <a:pPr marL="177800" indent="-177800">
              <a:lnSpc>
                <a:spcPct val="135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Fachliche Evidenz stammt aus dem Knowledge Graph, nicht aus dem LLM.</a:t>
            </a:r>
            <a:endParaRPr lang="en-US" sz="1350" dirty="0"/>
          </a:p>
          <a:p>
            <a:pPr marL="177800" indent="-177800">
              <a:lnSpc>
                <a:spcPct val="135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Reasoning macht indirekte Anlagenbeziehungen explizit und zitierbar.</a:t>
            </a:r>
            <a:endParaRPr lang="en-US" sz="1350" dirty="0"/>
          </a:p>
          <a:p>
            <a:pPr marL="177800" indent="-177800">
              <a:lnSpc>
                <a:spcPct val="135000"/>
              </a:lnSpc>
              <a:spcAft>
                <a:spcPts val="1200"/>
              </a:spcAft>
              <a:buSzPct val="100000"/>
              <a:buChar char="•"/>
            </a:pPr>
            <a:r>
              <a:rPr lang="en-US" sz="1350" dirty="0">
                <a:solidFill>
                  <a:srgbClr val="FFFFFF"/>
                </a:solidFill>
                <a:latin typeface="Calibri" pitchFamily="34" charset="0"/>
                <a:ea typeface="Calibri" pitchFamily="34" charset="-122"/>
                <a:cs typeface="Calibri" pitchFamily="34" charset="-120"/>
              </a:rPr>
              <a:t>Robuste Entity-Auflösung und eindeutige Werkzeugstatus sind sicherheitskritisch.</a:t>
            </a:r>
            <a:endParaRPr lang="en-US" sz="1350" dirty="0"/>
          </a:p>
        </p:txBody>
      </p:sp>
      <p:sp>
        <p:nvSpPr>
          <p:cNvPr id="19" name="Text 17"/>
          <p:cNvSpPr/>
          <p:nvPr/>
        </p:nvSpPr>
        <p:spPr>
          <a:xfrm>
            <a:off x="6172200" y="2788920"/>
            <a:ext cx="5257800" cy="292608"/>
          </a:xfrm>
          <a:prstGeom prst="rect">
            <a:avLst/>
          </a:prstGeom>
          <a:noFill/>
          <a:ln/>
        </p:spPr>
        <p:txBody>
          <a:bodyPr wrap="square" rtlCol="0" anchor="ctr"/>
          <a:lstStyle/>
          <a:p>
            <a:pPr marL="0" indent="0">
              <a:buNone/>
            </a:pPr>
            <a:r>
              <a:rPr lang="en-US" sz="1250" b="1" kern="0" spc="150" dirty="0">
                <a:solidFill>
                  <a:srgbClr val="E8A33D"/>
                </a:solidFill>
                <a:latin typeface="Calibri" pitchFamily="34" charset="0"/>
                <a:ea typeface="Calibri" pitchFamily="34" charset="-122"/>
                <a:cs typeface="Calibri" pitchFamily="34" charset="-120"/>
              </a:rPr>
              <a:t>AUSBLICK</a:t>
            </a:r>
            <a:endParaRPr lang="en-US" sz="1250" dirty="0"/>
          </a:p>
        </p:txBody>
      </p:sp>
      <p:sp>
        <p:nvSpPr>
          <p:cNvPr id="20" name="Text 18"/>
          <p:cNvSpPr/>
          <p:nvPr/>
        </p:nvSpPr>
        <p:spPr>
          <a:xfrm>
            <a:off x="6172200" y="3136392"/>
            <a:ext cx="5257800" cy="2468880"/>
          </a:xfrm>
          <a:prstGeom prst="rect">
            <a:avLst/>
          </a:prstGeom>
          <a:noFill/>
          <a:ln/>
        </p:spPr>
        <p:txBody>
          <a:bodyPr wrap="square" rtlCol="0" anchor="t"/>
          <a:lstStyle/>
          <a:p>
            <a:pPr marL="177800" indent="-177800">
              <a:lnSpc>
                <a:spcPct val="135000"/>
              </a:lnSpc>
              <a:spcAft>
                <a:spcPts val="1200"/>
              </a:spcAft>
              <a:buSzPct val="100000"/>
              <a:buChar char="•"/>
            </a:pPr>
            <a:r>
              <a:rPr lang="en-US" sz="1350" dirty="0">
                <a:solidFill>
                  <a:srgbClr val="8FBEE0"/>
                </a:solidFill>
                <a:latin typeface="Calibri" pitchFamily="34" charset="0"/>
                <a:ea typeface="Calibri" pitchFamily="34" charset="-122"/>
                <a:cs typeface="Calibri" pitchFamily="34" charset="-120"/>
              </a:rPr>
              <a:t>Größere Anlagenmodelle</a:t>
            </a:r>
            <a:endParaRPr lang="en-US" sz="1350" dirty="0"/>
          </a:p>
          <a:p>
            <a:pPr marL="177800" indent="-177800">
              <a:lnSpc>
                <a:spcPct val="135000"/>
              </a:lnSpc>
              <a:spcAft>
                <a:spcPts val="1200"/>
              </a:spcAft>
              <a:buSzPct val="100000"/>
              <a:buChar char="•"/>
            </a:pPr>
            <a:r>
              <a:rPr lang="en-US" sz="1350" dirty="0">
                <a:solidFill>
                  <a:srgbClr val="8FBEE0"/>
                </a:solidFill>
                <a:latin typeface="Calibri" pitchFamily="34" charset="0"/>
                <a:ea typeface="Calibri" pitchFamily="34" charset="-122"/>
                <a:cs typeface="Calibri" pitchFamily="34" charset="-120"/>
              </a:rPr>
              <a:t>Weitere HAZOP-Fragestellungen</a:t>
            </a:r>
            <a:endParaRPr lang="en-US" sz="1350" dirty="0"/>
          </a:p>
          <a:p>
            <a:pPr marL="177800" indent="-177800">
              <a:lnSpc>
                <a:spcPct val="135000"/>
              </a:lnSpc>
              <a:spcAft>
                <a:spcPts val="1200"/>
              </a:spcAft>
              <a:buSzPct val="100000"/>
              <a:buChar char="•"/>
            </a:pPr>
            <a:r>
              <a:rPr lang="en-US" sz="1350" dirty="0">
                <a:solidFill>
                  <a:srgbClr val="8FBEE0"/>
                </a:solidFill>
                <a:latin typeface="Calibri" pitchFamily="34" charset="0"/>
                <a:ea typeface="Calibri" pitchFamily="34" charset="-122"/>
                <a:cs typeface="Calibri" pitchFamily="34" charset="-120"/>
              </a:rPr>
              <a:t>Vergleich verschiedener LLMs</a:t>
            </a:r>
            <a:endParaRPr lang="en-US" sz="1350" dirty="0"/>
          </a:p>
          <a:p>
            <a:pPr marL="177800" indent="-177800">
              <a:lnSpc>
                <a:spcPct val="135000"/>
              </a:lnSpc>
              <a:spcAft>
                <a:spcPts val="1200"/>
              </a:spcAft>
              <a:buSzPct val="100000"/>
              <a:buChar char="•"/>
            </a:pPr>
            <a:r>
              <a:rPr lang="en-US" sz="1350" dirty="0">
                <a:solidFill>
                  <a:srgbClr val="8FBEE0"/>
                </a:solidFill>
                <a:latin typeface="Calibri" pitchFamily="34" charset="0"/>
                <a:ea typeface="Calibri" pitchFamily="34" charset="-122"/>
                <a:cs typeface="Calibri" pitchFamily="34" charset="-120"/>
              </a:rPr>
              <a:t>Kontrollierte LLM-generierte SPARQL-Abfragen</a:t>
            </a:r>
            <a:endParaRPr lang="en-US" sz="1350" dirty="0"/>
          </a:p>
        </p:txBody>
      </p:sp>
      <p:sp>
        <p:nvSpPr>
          <p:cNvPr id="21" name="Shape 19"/>
          <p:cNvSpPr/>
          <p:nvPr/>
        </p:nvSpPr>
        <p:spPr>
          <a:xfrm>
            <a:off x="457200" y="5806440"/>
            <a:ext cx="11274552" cy="0"/>
          </a:xfrm>
          <a:prstGeom prst="line">
            <a:avLst/>
          </a:prstGeom>
          <a:noFill/>
          <a:ln w="12700">
            <a:solidFill>
              <a:srgbClr val="3A4A6B"/>
            </a:solidFill>
            <a:prstDash val="solid"/>
          </a:ln>
        </p:spPr>
        <p:txBody>
          <a:bodyPr/>
          <a:lstStyle/>
          <a:p>
            <a:endParaRPr lang="en-DE"/>
          </a:p>
        </p:txBody>
      </p:sp>
      <p:sp>
        <p:nvSpPr>
          <p:cNvPr id="22" name="Text 20"/>
          <p:cNvSpPr/>
          <p:nvPr/>
        </p:nvSpPr>
        <p:spPr>
          <a:xfrm>
            <a:off x="457200" y="5925312"/>
            <a:ext cx="11274552" cy="548640"/>
          </a:xfrm>
          <a:prstGeom prst="rect">
            <a:avLst/>
          </a:prstGeom>
          <a:noFill/>
          <a:ln/>
        </p:spPr>
        <p:txBody>
          <a:bodyPr wrap="square" rtlCol="0" anchor="ctr"/>
          <a:lstStyle/>
          <a:p>
            <a:pPr marL="0" indent="0" algn="ctr">
              <a:buNone/>
            </a:pPr>
            <a:r>
              <a:rPr lang="en-US" sz="1250" i="1" dirty="0">
                <a:solidFill>
                  <a:srgbClr val="8FBEE0"/>
                </a:solidFill>
                <a:latin typeface="Calibri" pitchFamily="34" charset="0"/>
                <a:ea typeface="Calibri" pitchFamily="34" charset="-122"/>
                <a:cs typeface="Calibri" pitchFamily="34" charset="-120"/>
              </a:rPr>
              <a:t>„Damit ist der Ansatz keine automatische HAZOP, sondern eine nachvollziehbare semantische Assistenz für deren Vorbereitung.“</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B7B0969-53CF-A02D-2047-4E5FD9804893}"/>
              </a:ext>
            </a:extLst>
          </p:cNvPr>
          <p:cNvSpPr>
            <a:spLocks noGrp="1"/>
          </p:cNvSpPr>
          <p:nvPr>
            <p:ph type="title"/>
          </p:nvPr>
        </p:nvSpPr>
        <p:spPr/>
        <p:txBody>
          <a:bodyPr/>
          <a:lstStyle/>
          <a:p>
            <a:r>
              <a:rPr lang="de-DE" dirty="0"/>
              <a:t>Prinzipien zur Lösung ähnlicher Aufgaben (optional)</a:t>
            </a:r>
          </a:p>
        </p:txBody>
      </p:sp>
      <p:sp>
        <p:nvSpPr>
          <p:cNvPr id="3" name="Textplatzhalter 2">
            <a:extLst>
              <a:ext uri="{FF2B5EF4-FFF2-40B4-BE49-F238E27FC236}">
                <a16:creationId xmlns:a16="http://schemas.microsoft.com/office/drawing/2014/main" id="{B0721222-9A76-F9FE-41FD-9BE616578112}"/>
              </a:ext>
            </a:extLst>
          </p:cNvPr>
          <p:cNvSpPr>
            <a:spLocks noGrp="1"/>
          </p:cNvSpPr>
          <p:nvPr>
            <p:ph type="body" sz="quarter" idx="10"/>
          </p:nvPr>
        </p:nvSpPr>
        <p:spPr/>
        <p:txBody>
          <a:bodyPr/>
          <a:lstStyle/>
          <a:p>
            <a:endParaRPr lang="de-DE"/>
          </a:p>
        </p:txBody>
      </p:sp>
    </p:spTree>
    <p:extLst>
      <p:ext uri="{BB962C8B-B14F-4D97-AF65-F5344CB8AC3E}">
        <p14:creationId xmlns:p14="http://schemas.microsoft.com/office/powerpoint/2010/main" val="2661166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79C38-BD7E-6400-5FA1-F30849E0459A}"/>
              </a:ext>
            </a:extLst>
          </p:cNvPr>
          <p:cNvSpPr>
            <a:spLocks noGrp="1"/>
          </p:cNvSpPr>
          <p:nvPr>
            <p:ph type="title"/>
          </p:nvPr>
        </p:nvSpPr>
        <p:spPr/>
        <p:txBody>
          <a:bodyPr/>
          <a:lstStyle/>
          <a:p>
            <a:r>
              <a:rPr lang="en-US" dirty="0" err="1"/>
              <a:t>Testaufbau</a:t>
            </a:r>
            <a:endParaRPr lang="en-DE" dirty="0"/>
          </a:p>
        </p:txBody>
      </p:sp>
      <p:sp>
        <p:nvSpPr>
          <p:cNvPr id="3" name="Content Placeholder 2">
            <a:extLst>
              <a:ext uri="{FF2B5EF4-FFF2-40B4-BE49-F238E27FC236}">
                <a16:creationId xmlns:a16="http://schemas.microsoft.com/office/drawing/2014/main" id="{25AF5341-3F42-8E78-7F9F-D42CBD7D5D44}"/>
              </a:ext>
            </a:extLst>
          </p:cNvPr>
          <p:cNvSpPr>
            <a:spLocks noGrp="1"/>
          </p:cNvSpPr>
          <p:nvPr>
            <p:ph idx="1"/>
          </p:nvPr>
        </p:nvSpPr>
        <p:spPr/>
        <p:txBody>
          <a:bodyPr/>
          <a:lstStyle/>
          <a:p>
            <a:endParaRPr lang="en-DE" dirty="0"/>
          </a:p>
        </p:txBody>
      </p:sp>
    </p:spTree>
    <p:extLst>
      <p:ext uri="{BB962C8B-B14F-4D97-AF65-F5344CB8AC3E}">
        <p14:creationId xmlns:p14="http://schemas.microsoft.com/office/powerpoint/2010/main" val="25339796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85FC11-7D54-D1C3-1393-4B81AEA4443B}"/>
              </a:ext>
            </a:extLst>
          </p:cNvPr>
          <p:cNvSpPr>
            <a:spLocks noGrp="1"/>
          </p:cNvSpPr>
          <p:nvPr>
            <p:ph type="title"/>
          </p:nvPr>
        </p:nvSpPr>
        <p:spPr/>
        <p:txBody>
          <a:bodyPr/>
          <a:lstStyle/>
          <a:p>
            <a:r>
              <a:rPr lang="de-DE" dirty="0"/>
              <a:t>OSAT-Hinweise</a:t>
            </a:r>
          </a:p>
        </p:txBody>
      </p:sp>
      <p:sp>
        <p:nvSpPr>
          <p:cNvPr id="3" name="Inhaltsplatzhalter 2">
            <a:extLst>
              <a:ext uri="{FF2B5EF4-FFF2-40B4-BE49-F238E27FC236}">
                <a16:creationId xmlns:a16="http://schemas.microsoft.com/office/drawing/2014/main" id="{E916AFE8-E700-1C36-F96B-E178EBF4336C}"/>
              </a:ext>
            </a:extLst>
          </p:cNvPr>
          <p:cNvSpPr>
            <a:spLocks noGrp="1"/>
          </p:cNvSpPr>
          <p:nvPr>
            <p:ph idx="1"/>
          </p:nvPr>
        </p:nvSpPr>
        <p:spPr/>
        <p:txBody>
          <a:bodyPr/>
          <a:lstStyle/>
          <a:p>
            <a:pPr marL="285750" indent="-285750">
              <a:buFont typeface="Arial" panose="020B0604020202020204" pitchFamily="34" charset="0"/>
              <a:buChar char="•"/>
            </a:pPr>
            <a:r>
              <a:rPr lang="de-DE" b="0" dirty="0"/>
              <a:t>Die Folien in diesem Abschnitt </a:t>
            </a:r>
            <a:r>
              <a:rPr lang="de-DE" b="1" dirty="0"/>
              <a:t>können </a:t>
            </a:r>
            <a:r>
              <a:rPr lang="de-DE" b="0" dirty="0"/>
              <a:t>zur </a:t>
            </a:r>
            <a:r>
              <a:rPr lang="de-DE" b="1" dirty="0"/>
              <a:t>begleitenden </a:t>
            </a:r>
            <a:r>
              <a:rPr lang="de-DE" b="0" dirty="0"/>
              <a:t>zur Darstellung der Ergebnisse der </a:t>
            </a:r>
            <a:r>
              <a:rPr lang="de-DE" dirty="0"/>
              <a:t>optionalen </a:t>
            </a:r>
            <a:r>
              <a:rPr lang="de-DE" b="0" dirty="0"/>
              <a:t>Teilaufgabe „Verstehen der Prinzipien zur Lösung ähnlicher Aufgaben mithilfe von neuronalen Netzen“ in der </a:t>
            </a:r>
            <a:r>
              <a:rPr lang="de-DE" b="1" dirty="0"/>
              <a:t>Verteidigung</a:t>
            </a:r>
            <a:r>
              <a:rPr lang="de-DE" b="0" dirty="0"/>
              <a:t> benutzt werden.</a:t>
            </a:r>
          </a:p>
          <a:p>
            <a:pPr marL="285750" indent="-285750">
              <a:buFont typeface="Arial" panose="020B0604020202020204" pitchFamily="34" charset="0"/>
              <a:buChar char="•"/>
            </a:pPr>
            <a:r>
              <a:rPr lang="de-DE" b="0" dirty="0"/>
              <a:t>Beachten Sie dabei die Fragestellungen in der Aufgabenstellung!</a:t>
            </a:r>
            <a:r>
              <a:rPr lang="de-DE" b="0" dirty="0">
                <a:solidFill>
                  <a:srgbClr val="0B2A51"/>
                </a:solidFill>
              </a:rPr>
              <a:t>!</a:t>
            </a:r>
            <a:endParaRPr lang="de-DE" b="0" dirty="0"/>
          </a:p>
          <a:p>
            <a:endParaRPr lang="de-DE" dirty="0"/>
          </a:p>
        </p:txBody>
      </p:sp>
    </p:spTree>
    <p:extLst>
      <p:ext uri="{BB962C8B-B14F-4D97-AF65-F5344CB8AC3E}">
        <p14:creationId xmlns:p14="http://schemas.microsoft.com/office/powerpoint/2010/main" val="250225099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181909-CE33-A893-9C6B-60170D031E3E}"/>
              </a:ext>
            </a:extLst>
          </p:cNvPr>
          <p:cNvSpPr>
            <a:spLocks noGrp="1"/>
          </p:cNvSpPr>
          <p:nvPr>
            <p:ph type="title"/>
          </p:nvPr>
        </p:nvSpPr>
        <p:spPr/>
        <p:txBody>
          <a:bodyPr/>
          <a:lstStyle/>
          <a:p>
            <a:r>
              <a:rPr lang="de-DE" dirty="0"/>
              <a:t>Quellen</a:t>
            </a:r>
          </a:p>
        </p:txBody>
      </p:sp>
      <p:sp>
        <p:nvSpPr>
          <p:cNvPr id="3" name="Textplatzhalter 2">
            <a:extLst>
              <a:ext uri="{FF2B5EF4-FFF2-40B4-BE49-F238E27FC236}">
                <a16:creationId xmlns:a16="http://schemas.microsoft.com/office/drawing/2014/main" id="{03085309-6F8E-AE62-2B3F-56AE95D9AFCD}"/>
              </a:ext>
            </a:extLst>
          </p:cNvPr>
          <p:cNvSpPr>
            <a:spLocks noGrp="1"/>
          </p:cNvSpPr>
          <p:nvPr>
            <p:ph type="body" sz="quarter" idx="10"/>
          </p:nvPr>
        </p:nvSpPr>
        <p:spPr/>
        <p:txBody>
          <a:bodyPr/>
          <a:lstStyle/>
          <a:p>
            <a:endParaRPr lang="de-DE"/>
          </a:p>
        </p:txBody>
      </p:sp>
    </p:spTree>
    <p:extLst>
      <p:ext uri="{BB962C8B-B14F-4D97-AF65-F5344CB8AC3E}">
        <p14:creationId xmlns:p14="http://schemas.microsoft.com/office/powerpoint/2010/main" val="320635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85FC11-7D54-D1C3-1393-4B81AEA4443B}"/>
              </a:ext>
            </a:extLst>
          </p:cNvPr>
          <p:cNvSpPr>
            <a:spLocks noGrp="1"/>
          </p:cNvSpPr>
          <p:nvPr>
            <p:ph type="title"/>
          </p:nvPr>
        </p:nvSpPr>
        <p:spPr/>
        <p:txBody>
          <a:bodyPr/>
          <a:lstStyle/>
          <a:p>
            <a:r>
              <a:rPr lang="de-DE" b="1" dirty="0"/>
              <a:t>Quelle</a:t>
            </a:r>
          </a:p>
        </p:txBody>
      </p:sp>
      <p:sp>
        <p:nvSpPr>
          <p:cNvPr id="3" name="Inhaltsplatzhalter 2">
            <a:extLst>
              <a:ext uri="{FF2B5EF4-FFF2-40B4-BE49-F238E27FC236}">
                <a16:creationId xmlns:a16="http://schemas.microsoft.com/office/drawing/2014/main" id="{E916AFE8-E700-1C36-F96B-E178EBF4336C}"/>
              </a:ext>
            </a:extLst>
          </p:cNvPr>
          <p:cNvSpPr>
            <a:spLocks noGrp="1"/>
          </p:cNvSpPr>
          <p:nvPr>
            <p:ph idx="1"/>
          </p:nvPr>
        </p:nvSpPr>
        <p:spPr/>
        <p:txBody>
          <a:bodyPr/>
          <a:lstStyle/>
          <a:p>
            <a:r>
              <a:rPr lang="de-DE" sz="1100" dirty="0"/>
              <a:t>[1] Internationale Vereinigung für Soziale Sicherheit (Hrsg.): „Das PAAG-/HAZOP-Verfahren und weitere praxisbewährte Methoden: Risikobeurteilung in der Anlagensicherheit“. 5. Ausgabe 3/2020, IVSS Sektion Chemie, Heidelberg, 2020, ISBN 978-92-843-7037-5.</a:t>
            </a:r>
          </a:p>
          <a:p>
            <a:pPr lvl="0"/>
            <a:r>
              <a:rPr lang="en-US" sz="1100" dirty="0"/>
              <a:t>[2] A.A. </a:t>
            </a:r>
            <a:r>
              <a:rPr lang="en-US" sz="1100" dirty="0" err="1"/>
              <a:t>Alimin</a:t>
            </a:r>
            <a:r>
              <a:rPr lang="en-US" sz="1100" dirty="0"/>
              <a:t>, D.P. Goldstein, L. Schulze Balhorn, A.M. </a:t>
            </a:r>
            <a:r>
              <a:rPr lang="en-US" sz="1100" dirty="0" err="1"/>
              <a:t>Schweidtmann</a:t>
            </a:r>
            <a:r>
              <a:rPr lang="en-US" sz="1100" dirty="0"/>
              <a:t>: “Talking Like Piping and Instrumentation Diagrams (P&amp;IDs)”. </a:t>
            </a:r>
            <a:r>
              <a:rPr lang="en-US" sz="1100" dirty="0" err="1"/>
              <a:t>arXiv</a:t>
            </a:r>
            <a:r>
              <a:rPr lang="en-US" sz="1100" dirty="0"/>
              <a:t> preprint arXiv:2502.18928, 2025 (Internet source https://arxiv.org/abs/2502.18928, accessed on 05.07.2026).</a:t>
            </a:r>
            <a:endParaRPr lang="en-DE" sz="1100" dirty="0"/>
          </a:p>
          <a:p>
            <a:pPr lvl="0"/>
            <a:r>
              <a:rPr lang="en-US" sz="1100" dirty="0"/>
              <a:t>[3] A.A. </a:t>
            </a:r>
            <a:r>
              <a:rPr lang="en-US" sz="1100" dirty="0" err="1"/>
              <a:t>Alimin</a:t>
            </a:r>
            <a:r>
              <a:rPr lang="en-US" sz="1100" dirty="0"/>
              <a:t>, A.M. </a:t>
            </a:r>
            <a:r>
              <a:rPr lang="en-US" sz="1100" dirty="0" err="1"/>
              <a:t>Schweidtmann</a:t>
            </a:r>
            <a:r>
              <a:rPr lang="en-US" sz="1100" dirty="0"/>
              <a:t>: “</a:t>
            </a:r>
            <a:r>
              <a:rPr lang="en-US" sz="1100" dirty="0" err="1"/>
              <a:t>GraphRAG</a:t>
            </a:r>
            <a:r>
              <a:rPr lang="en-US" sz="1100" dirty="0"/>
              <a:t> for Engineering Diagrams: </a:t>
            </a:r>
            <a:r>
              <a:rPr lang="en-US" sz="1100" dirty="0" err="1"/>
              <a:t>ChatP&amp;ID</a:t>
            </a:r>
            <a:r>
              <a:rPr lang="en-US" sz="1100" dirty="0"/>
              <a:t> Enables LLM Interaction with P&amp;IDs”. </a:t>
            </a:r>
            <a:r>
              <a:rPr lang="en-US" sz="1100" dirty="0" err="1"/>
              <a:t>arXiv</a:t>
            </a:r>
            <a:r>
              <a:rPr lang="en-US" sz="1100" dirty="0"/>
              <a:t> preprint arXiv:2603.22528, 2026 (Internet source https://arxiv.org/abs/2603.22528, accessed on 05.07.2026).</a:t>
            </a:r>
            <a:endParaRPr lang="en-DE" sz="1100" dirty="0"/>
          </a:p>
          <a:p>
            <a:endParaRPr lang="en-DE" sz="1100" dirty="0"/>
          </a:p>
          <a:p>
            <a:endParaRPr lang="de-DE" sz="1100" dirty="0"/>
          </a:p>
        </p:txBody>
      </p:sp>
    </p:spTree>
    <p:extLst>
      <p:ext uri="{BB962C8B-B14F-4D97-AF65-F5344CB8AC3E}">
        <p14:creationId xmlns:p14="http://schemas.microsoft.com/office/powerpoint/2010/main" val="18564754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3E8F6C8-3424-434A-977D-2E381AC65D4A}"/>
              </a:ext>
            </a:extLst>
          </p:cNvPr>
          <p:cNvSpPr>
            <a:spLocks noGrp="1"/>
          </p:cNvSpPr>
          <p:nvPr>
            <p:ph type="title"/>
          </p:nvPr>
        </p:nvSpPr>
        <p:spPr/>
        <p:txBody>
          <a:bodyPr/>
          <a:lstStyle/>
          <a:p>
            <a:r>
              <a:rPr lang="de-DE" dirty="0"/>
              <a:t>TUD Farben</a:t>
            </a:r>
            <a:endParaRPr lang="en-US" dirty="0"/>
          </a:p>
        </p:txBody>
      </p:sp>
      <p:grpSp>
        <p:nvGrpSpPr>
          <p:cNvPr id="71" name="Gruppieren 70">
            <a:extLst>
              <a:ext uri="{FF2B5EF4-FFF2-40B4-BE49-F238E27FC236}">
                <a16:creationId xmlns:a16="http://schemas.microsoft.com/office/drawing/2014/main" id="{E5D52C39-7129-4BAC-83B2-BC7CC36C7900}"/>
              </a:ext>
            </a:extLst>
          </p:cNvPr>
          <p:cNvGrpSpPr/>
          <p:nvPr/>
        </p:nvGrpSpPr>
        <p:grpSpPr>
          <a:xfrm>
            <a:off x="609600" y="3152775"/>
            <a:ext cx="11439525" cy="1106488"/>
            <a:chOff x="609600" y="2609850"/>
            <a:chExt cx="11439525" cy="1106488"/>
          </a:xfrm>
        </p:grpSpPr>
        <p:sp>
          <p:nvSpPr>
            <p:cNvPr id="10" name="Rechteck 9">
              <a:extLst>
                <a:ext uri="{FF2B5EF4-FFF2-40B4-BE49-F238E27FC236}">
                  <a16:creationId xmlns:a16="http://schemas.microsoft.com/office/drawing/2014/main" id="{1FC3AD65-8337-40EA-88E3-B0A8EEB820D4}"/>
                </a:ext>
              </a:extLst>
            </p:cNvPr>
            <p:cNvSpPr/>
            <p:nvPr/>
          </p:nvSpPr>
          <p:spPr>
            <a:xfrm>
              <a:off x="609600" y="2609850"/>
              <a:ext cx="733425" cy="381000"/>
            </a:xfrm>
            <a:prstGeom prst="rect">
              <a:avLst/>
            </a:prstGeom>
            <a:solidFill>
              <a:srgbClr val="2F57B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hteck 10">
              <a:extLst>
                <a:ext uri="{FF2B5EF4-FFF2-40B4-BE49-F238E27FC236}">
                  <a16:creationId xmlns:a16="http://schemas.microsoft.com/office/drawing/2014/main" id="{FE25C7C2-63CE-47E9-A199-B615234159FA}"/>
                </a:ext>
              </a:extLst>
            </p:cNvPr>
            <p:cNvSpPr/>
            <p:nvPr/>
          </p:nvSpPr>
          <p:spPr>
            <a:xfrm>
              <a:off x="1889522" y="2609850"/>
              <a:ext cx="733425" cy="381000"/>
            </a:xfrm>
            <a:prstGeom prst="rect">
              <a:avLst/>
            </a:prstGeom>
            <a:solidFill>
              <a:srgbClr val="7369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hteck 11">
              <a:extLst>
                <a:ext uri="{FF2B5EF4-FFF2-40B4-BE49-F238E27FC236}">
                  <a16:creationId xmlns:a16="http://schemas.microsoft.com/office/drawing/2014/main" id="{AFD7EEEF-4DC0-46B5-9B4F-E8AED738FCA3}"/>
                </a:ext>
              </a:extLst>
            </p:cNvPr>
            <p:cNvSpPr/>
            <p:nvPr/>
          </p:nvSpPr>
          <p:spPr>
            <a:xfrm>
              <a:off x="3169444" y="2609850"/>
              <a:ext cx="733425" cy="381000"/>
            </a:xfrm>
            <a:prstGeom prst="rect">
              <a:avLst/>
            </a:prstGeom>
            <a:solidFill>
              <a:srgbClr val="BC158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hteck 12">
              <a:extLst>
                <a:ext uri="{FF2B5EF4-FFF2-40B4-BE49-F238E27FC236}">
                  <a16:creationId xmlns:a16="http://schemas.microsoft.com/office/drawing/2014/main" id="{459AE714-FBEC-4415-8E6C-E4B3ADE523E9}"/>
                </a:ext>
              </a:extLst>
            </p:cNvPr>
            <p:cNvSpPr/>
            <p:nvPr/>
          </p:nvSpPr>
          <p:spPr>
            <a:xfrm>
              <a:off x="4449366" y="2609850"/>
              <a:ext cx="733425" cy="381000"/>
            </a:xfrm>
            <a:prstGeom prst="rect">
              <a:avLst/>
            </a:prstGeom>
            <a:solidFill>
              <a:srgbClr val="D20F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hteck 13">
              <a:extLst>
                <a:ext uri="{FF2B5EF4-FFF2-40B4-BE49-F238E27FC236}">
                  <a16:creationId xmlns:a16="http://schemas.microsoft.com/office/drawing/2014/main" id="{BA3EF785-ECD3-4474-B482-2F3805D7C1A5}"/>
                </a:ext>
              </a:extLst>
            </p:cNvPr>
            <p:cNvSpPr/>
            <p:nvPr/>
          </p:nvSpPr>
          <p:spPr>
            <a:xfrm>
              <a:off x="5729288" y="2609850"/>
              <a:ext cx="733425" cy="381000"/>
            </a:xfrm>
            <a:prstGeom prst="rect">
              <a:avLst/>
            </a:prstGeom>
            <a:solidFill>
              <a:srgbClr val="C85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hteck 14">
              <a:extLst>
                <a:ext uri="{FF2B5EF4-FFF2-40B4-BE49-F238E27FC236}">
                  <a16:creationId xmlns:a16="http://schemas.microsoft.com/office/drawing/2014/main" id="{84ECD5B7-3900-4884-A382-8DEB480B10F1}"/>
                </a:ext>
              </a:extLst>
            </p:cNvPr>
            <p:cNvSpPr/>
            <p:nvPr/>
          </p:nvSpPr>
          <p:spPr>
            <a:xfrm>
              <a:off x="7009210" y="2609850"/>
              <a:ext cx="733425" cy="381000"/>
            </a:xfrm>
            <a:prstGeom prst="rect">
              <a:avLst/>
            </a:prstGeom>
            <a:solidFill>
              <a:srgbClr val="FFC7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hteck 15">
              <a:extLst>
                <a:ext uri="{FF2B5EF4-FFF2-40B4-BE49-F238E27FC236}">
                  <a16:creationId xmlns:a16="http://schemas.microsoft.com/office/drawing/2014/main" id="{3DB30718-7156-48F7-887E-E8CC188CFDA7}"/>
                </a:ext>
              </a:extLst>
            </p:cNvPr>
            <p:cNvSpPr/>
            <p:nvPr/>
          </p:nvSpPr>
          <p:spPr>
            <a:xfrm>
              <a:off x="8289132" y="2609850"/>
              <a:ext cx="733425" cy="381000"/>
            </a:xfrm>
            <a:prstGeom prst="rect">
              <a:avLst/>
            </a:prstGeom>
            <a:solidFill>
              <a:srgbClr val="767A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hteck 16">
              <a:extLst>
                <a:ext uri="{FF2B5EF4-FFF2-40B4-BE49-F238E27FC236}">
                  <a16:creationId xmlns:a16="http://schemas.microsoft.com/office/drawing/2014/main" id="{D120921B-0757-4264-BF3D-1E5FDDD63614}"/>
                </a:ext>
              </a:extLst>
            </p:cNvPr>
            <p:cNvSpPr/>
            <p:nvPr/>
          </p:nvSpPr>
          <p:spPr>
            <a:xfrm>
              <a:off x="9569054" y="2609850"/>
              <a:ext cx="733425" cy="381000"/>
            </a:xfrm>
            <a:prstGeom prst="rect">
              <a:avLst/>
            </a:prstGeom>
            <a:solidFill>
              <a:srgbClr val="007D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hteck 17">
              <a:extLst>
                <a:ext uri="{FF2B5EF4-FFF2-40B4-BE49-F238E27FC236}">
                  <a16:creationId xmlns:a16="http://schemas.microsoft.com/office/drawing/2014/main" id="{25DFB171-B7F2-4262-A1ED-1DFEA8A78F62}"/>
                </a:ext>
              </a:extLst>
            </p:cNvPr>
            <p:cNvSpPr/>
            <p:nvPr/>
          </p:nvSpPr>
          <p:spPr>
            <a:xfrm>
              <a:off x="10848975" y="2609850"/>
              <a:ext cx="733425" cy="381000"/>
            </a:xfrm>
            <a:prstGeom prst="rect">
              <a:avLst/>
            </a:prstGeom>
            <a:solidFill>
              <a:srgbClr val="0A77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feld 44">
              <a:extLst>
                <a:ext uri="{FF2B5EF4-FFF2-40B4-BE49-F238E27FC236}">
                  <a16:creationId xmlns:a16="http://schemas.microsoft.com/office/drawing/2014/main" id="{A0B61FC9-92DE-4BF9-8408-FD004145574F}"/>
                </a:ext>
              </a:extLst>
            </p:cNvPr>
            <p:cNvSpPr txBox="1"/>
            <p:nvPr/>
          </p:nvSpPr>
          <p:spPr>
            <a:xfrm>
              <a:off x="609600" y="3100785"/>
              <a:ext cx="1200150" cy="615553"/>
            </a:xfrm>
            <a:prstGeom prst="rect">
              <a:avLst/>
            </a:prstGeom>
            <a:noFill/>
          </p:spPr>
          <p:txBody>
            <a:bodyPr wrap="square" lIns="0" tIns="0" rIns="0" bIns="0" rtlCol="0">
              <a:spAutoFit/>
            </a:bodyPr>
            <a:lstStyle/>
            <a:p>
              <a:r>
                <a:rPr lang="en-US" sz="800" dirty="0" err="1"/>
                <a:t>Blau</a:t>
              </a:r>
              <a:r>
                <a:rPr lang="en-US" sz="800" dirty="0"/>
                <a:t> 1</a:t>
              </a:r>
            </a:p>
            <a:p>
              <a:pPr>
                <a:tabLst>
                  <a:tab pos="360000" algn="l"/>
                </a:tabLst>
              </a:pPr>
              <a:r>
                <a:rPr lang="en-US" sz="800" dirty="0"/>
                <a:t>Hex	#2F57B2</a:t>
              </a:r>
            </a:p>
            <a:p>
              <a:pPr>
                <a:tabLst>
                  <a:tab pos="360000" algn="l"/>
                </a:tabLst>
              </a:pPr>
              <a:r>
                <a:rPr lang="en-US" sz="800" dirty="0"/>
                <a:t>RGB	47 / 87 / 178</a:t>
              </a:r>
            </a:p>
            <a:p>
              <a:pPr>
                <a:tabLst>
                  <a:tab pos="360000" algn="l"/>
                </a:tabLst>
              </a:pPr>
              <a:r>
                <a:rPr lang="en-US" sz="800" dirty="0"/>
                <a:t>CMYK	90 / 50 / 0 / 0</a:t>
              </a:r>
            </a:p>
            <a:p>
              <a:pPr>
                <a:tabLst>
                  <a:tab pos="360000" algn="l"/>
                </a:tabLst>
              </a:pPr>
              <a:r>
                <a:rPr lang="en-US" sz="800" dirty="0"/>
                <a:t>NCS	3050-R90B</a:t>
              </a:r>
            </a:p>
          </p:txBody>
        </p:sp>
        <p:sp>
          <p:nvSpPr>
            <p:cNvPr id="46" name="Textfeld 45">
              <a:extLst>
                <a:ext uri="{FF2B5EF4-FFF2-40B4-BE49-F238E27FC236}">
                  <a16:creationId xmlns:a16="http://schemas.microsoft.com/office/drawing/2014/main" id="{B54B16F4-BD41-4EE8-B67B-79B4C18725B2}"/>
                </a:ext>
              </a:extLst>
            </p:cNvPr>
            <p:cNvSpPr txBox="1"/>
            <p:nvPr/>
          </p:nvSpPr>
          <p:spPr>
            <a:xfrm>
              <a:off x="1889522" y="3100785"/>
              <a:ext cx="1200150" cy="615553"/>
            </a:xfrm>
            <a:prstGeom prst="rect">
              <a:avLst/>
            </a:prstGeom>
            <a:noFill/>
          </p:spPr>
          <p:txBody>
            <a:bodyPr wrap="square" lIns="0" tIns="0" rIns="0" bIns="0" rtlCol="0">
              <a:spAutoFit/>
            </a:bodyPr>
            <a:lstStyle/>
            <a:p>
              <a:pPr>
                <a:tabLst>
                  <a:tab pos="360000" algn="l"/>
                </a:tabLst>
              </a:pPr>
              <a:r>
                <a:rPr lang="en-US" sz="800" dirty="0" err="1"/>
                <a:t>Violett</a:t>
              </a:r>
              <a:r>
                <a:rPr lang="en-US" sz="800" dirty="0"/>
                <a:t> 1</a:t>
              </a:r>
            </a:p>
            <a:p>
              <a:pPr>
                <a:tabLst>
                  <a:tab pos="360000" algn="l"/>
                </a:tabLst>
              </a:pPr>
              <a:r>
                <a:rPr lang="en-US" sz="800" dirty="0"/>
                <a:t>Hex	#7369BE</a:t>
              </a:r>
            </a:p>
            <a:p>
              <a:pPr>
                <a:tabLst>
                  <a:tab pos="360000" algn="l"/>
                </a:tabLst>
              </a:pPr>
              <a:r>
                <a:rPr lang="en-US" sz="800" dirty="0"/>
                <a:t>RGB	115 / 105 / 190</a:t>
              </a:r>
            </a:p>
            <a:p>
              <a:pPr>
                <a:tabLst>
                  <a:tab pos="360000" algn="l"/>
                </a:tabLst>
              </a:pPr>
              <a:r>
                <a:rPr lang="en-US" sz="800" dirty="0"/>
                <a:t>CMYK	64 / 62 / 0 / 0</a:t>
              </a:r>
            </a:p>
            <a:p>
              <a:pPr>
                <a:tabLst>
                  <a:tab pos="360000" algn="l"/>
                </a:tabLst>
              </a:pPr>
              <a:r>
                <a:rPr lang="en-US" sz="800" dirty="0"/>
                <a:t>NCS	2050-R60B</a:t>
              </a:r>
            </a:p>
          </p:txBody>
        </p:sp>
        <p:sp>
          <p:nvSpPr>
            <p:cNvPr id="47" name="Textfeld 46">
              <a:extLst>
                <a:ext uri="{FF2B5EF4-FFF2-40B4-BE49-F238E27FC236}">
                  <a16:creationId xmlns:a16="http://schemas.microsoft.com/office/drawing/2014/main" id="{97172466-33ED-4CC1-92DE-5502E8AB8393}"/>
                </a:ext>
              </a:extLst>
            </p:cNvPr>
            <p:cNvSpPr txBox="1"/>
            <p:nvPr/>
          </p:nvSpPr>
          <p:spPr>
            <a:xfrm>
              <a:off x="3169444" y="3100785"/>
              <a:ext cx="1200150" cy="615553"/>
            </a:xfrm>
            <a:prstGeom prst="rect">
              <a:avLst/>
            </a:prstGeom>
            <a:noFill/>
          </p:spPr>
          <p:txBody>
            <a:bodyPr wrap="square" lIns="0" tIns="0" rIns="0" bIns="0" rtlCol="0">
              <a:spAutoFit/>
            </a:bodyPr>
            <a:lstStyle/>
            <a:p>
              <a:pPr>
                <a:tabLst>
                  <a:tab pos="360000" algn="l"/>
                </a:tabLst>
              </a:pPr>
              <a:r>
                <a:rPr lang="en-US" sz="800" dirty="0"/>
                <a:t>Magenta 1</a:t>
              </a:r>
            </a:p>
            <a:p>
              <a:pPr>
                <a:tabLst>
                  <a:tab pos="360000" algn="l"/>
                </a:tabLst>
              </a:pPr>
              <a:r>
                <a:rPr lang="en-US" sz="800" dirty="0"/>
                <a:t>Hex	#BC1589</a:t>
              </a:r>
            </a:p>
            <a:p>
              <a:pPr>
                <a:tabLst>
                  <a:tab pos="360000" algn="l"/>
                </a:tabLst>
              </a:pPr>
              <a:r>
                <a:rPr lang="en-US" sz="800" dirty="0"/>
                <a:t>RGB	188 / 21 / 137</a:t>
              </a:r>
            </a:p>
            <a:p>
              <a:pPr>
                <a:tabLst>
                  <a:tab pos="360000" algn="l"/>
                </a:tabLst>
              </a:pPr>
              <a:r>
                <a:rPr lang="en-US" sz="800" dirty="0"/>
                <a:t>CMYK	30 / 96 / 0 / 0</a:t>
              </a:r>
            </a:p>
            <a:p>
              <a:pPr>
                <a:tabLst>
                  <a:tab pos="360000" algn="l"/>
                </a:tabLst>
              </a:pPr>
              <a:r>
                <a:rPr lang="en-US" sz="800" dirty="0"/>
                <a:t>NCS	2060-R40B</a:t>
              </a:r>
            </a:p>
          </p:txBody>
        </p:sp>
        <p:sp>
          <p:nvSpPr>
            <p:cNvPr id="48" name="Textfeld 47">
              <a:extLst>
                <a:ext uri="{FF2B5EF4-FFF2-40B4-BE49-F238E27FC236}">
                  <a16:creationId xmlns:a16="http://schemas.microsoft.com/office/drawing/2014/main" id="{DEE3163C-D613-4E28-9A9C-09979C7175C2}"/>
                </a:ext>
              </a:extLst>
            </p:cNvPr>
            <p:cNvSpPr txBox="1"/>
            <p:nvPr/>
          </p:nvSpPr>
          <p:spPr>
            <a:xfrm>
              <a:off x="4449366" y="3100785"/>
              <a:ext cx="1200150" cy="615553"/>
            </a:xfrm>
            <a:prstGeom prst="rect">
              <a:avLst/>
            </a:prstGeom>
            <a:noFill/>
          </p:spPr>
          <p:txBody>
            <a:bodyPr wrap="square" lIns="0" tIns="0" rIns="0" bIns="0" rtlCol="0">
              <a:spAutoFit/>
            </a:bodyPr>
            <a:lstStyle/>
            <a:p>
              <a:pPr>
                <a:tabLst>
                  <a:tab pos="360000" algn="l"/>
                </a:tabLst>
              </a:pPr>
              <a:r>
                <a:rPr lang="nn-NO" sz="800" dirty="0"/>
                <a:t>Rot 1</a:t>
              </a:r>
            </a:p>
            <a:p>
              <a:pPr>
                <a:tabLst>
                  <a:tab pos="360000" algn="l"/>
                </a:tabLst>
              </a:pPr>
              <a:r>
                <a:rPr lang="nn-NO" sz="800" dirty="0"/>
                <a:t>Hex	#D20F41</a:t>
              </a:r>
            </a:p>
            <a:p>
              <a:pPr>
                <a:tabLst>
                  <a:tab pos="360000" algn="l"/>
                </a:tabLst>
              </a:pPr>
              <a:r>
                <a:rPr lang="nn-NO" sz="800" dirty="0"/>
                <a:t>RGB	210 / 15 / 65</a:t>
              </a:r>
            </a:p>
            <a:p>
              <a:pPr>
                <a:tabLst>
                  <a:tab pos="360000" algn="l"/>
                </a:tabLst>
              </a:pPr>
              <a:r>
                <a:rPr lang="nn-NO" sz="800" dirty="0"/>
                <a:t>CMYK	0 / 100 / 60 / 0</a:t>
              </a:r>
            </a:p>
            <a:p>
              <a:pPr>
                <a:tabLst>
                  <a:tab pos="360000" algn="l"/>
                </a:tabLst>
              </a:pPr>
              <a:r>
                <a:rPr lang="nn-NO" sz="800" dirty="0"/>
                <a:t>NCS	1080-R</a:t>
              </a:r>
              <a:endParaRPr lang="en-US" sz="800" dirty="0"/>
            </a:p>
          </p:txBody>
        </p:sp>
        <p:sp>
          <p:nvSpPr>
            <p:cNvPr id="49" name="Textfeld 48">
              <a:extLst>
                <a:ext uri="{FF2B5EF4-FFF2-40B4-BE49-F238E27FC236}">
                  <a16:creationId xmlns:a16="http://schemas.microsoft.com/office/drawing/2014/main" id="{8ADAC513-C015-41BE-8F24-4F71D1D97649}"/>
                </a:ext>
              </a:extLst>
            </p:cNvPr>
            <p:cNvSpPr txBox="1"/>
            <p:nvPr/>
          </p:nvSpPr>
          <p:spPr>
            <a:xfrm>
              <a:off x="5729288" y="3100785"/>
              <a:ext cx="1200150" cy="615553"/>
            </a:xfrm>
            <a:prstGeom prst="rect">
              <a:avLst/>
            </a:prstGeom>
            <a:noFill/>
          </p:spPr>
          <p:txBody>
            <a:bodyPr wrap="square" lIns="0" tIns="0" rIns="0" bIns="0" rtlCol="0">
              <a:spAutoFit/>
            </a:bodyPr>
            <a:lstStyle/>
            <a:p>
              <a:pPr>
                <a:tabLst>
                  <a:tab pos="360000" algn="l"/>
                </a:tabLst>
              </a:pPr>
              <a:r>
                <a:rPr lang="en-US" sz="800" dirty="0"/>
                <a:t>Orange 1</a:t>
              </a:r>
            </a:p>
            <a:p>
              <a:pPr>
                <a:tabLst>
                  <a:tab pos="360000" algn="l"/>
                </a:tabLst>
              </a:pPr>
              <a:r>
                <a:rPr lang="en-US" sz="800" dirty="0"/>
                <a:t>Hex	#C85000</a:t>
              </a:r>
            </a:p>
            <a:p>
              <a:pPr>
                <a:tabLst>
                  <a:tab pos="360000" algn="l"/>
                </a:tabLst>
              </a:pPr>
              <a:r>
                <a:rPr lang="en-US" sz="800" dirty="0"/>
                <a:t>RGB	200 / 80 / 0</a:t>
              </a:r>
            </a:p>
            <a:p>
              <a:pPr>
                <a:tabLst>
                  <a:tab pos="360000" algn="l"/>
                </a:tabLst>
              </a:pPr>
              <a:r>
                <a:rPr lang="en-US" sz="800" dirty="0"/>
                <a:t>CMYK	0 / 90 / 100 / 20</a:t>
              </a:r>
            </a:p>
            <a:p>
              <a:pPr>
                <a:tabLst>
                  <a:tab pos="360000" algn="l"/>
                </a:tabLst>
              </a:pPr>
              <a:r>
                <a:rPr lang="en-US" sz="800" dirty="0"/>
                <a:t>NCS	2075-Y70R</a:t>
              </a:r>
            </a:p>
          </p:txBody>
        </p:sp>
        <p:sp>
          <p:nvSpPr>
            <p:cNvPr id="50" name="Textfeld 49">
              <a:extLst>
                <a:ext uri="{FF2B5EF4-FFF2-40B4-BE49-F238E27FC236}">
                  <a16:creationId xmlns:a16="http://schemas.microsoft.com/office/drawing/2014/main" id="{7A3F46FD-A442-404E-9C2C-744A39C9E27F}"/>
                </a:ext>
              </a:extLst>
            </p:cNvPr>
            <p:cNvSpPr txBox="1"/>
            <p:nvPr/>
          </p:nvSpPr>
          <p:spPr>
            <a:xfrm>
              <a:off x="7009210" y="3100785"/>
              <a:ext cx="1200150" cy="615553"/>
            </a:xfrm>
            <a:prstGeom prst="rect">
              <a:avLst/>
            </a:prstGeom>
            <a:noFill/>
          </p:spPr>
          <p:txBody>
            <a:bodyPr wrap="square" lIns="0" tIns="0" rIns="0" bIns="0" rtlCol="0">
              <a:spAutoFit/>
            </a:bodyPr>
            <a:lstStyle/>
            <a:p>
              <a:pPr>
                <a:tabLst>
                  <a:tab pos="360000" algn="l"/>
                </a:tabLst>
              </a:pPr>
              <a:r>
                <a:rPr lang="en-US" sz="800" dirty="0"/>
                <a:t>Gelb 1</a:t>
              </a:r>
            </a:p>
            <a:p>
              <a:pPr>
                <a:tabLst>
                  <a:tab pos="360000" algn="l"/>
                </a:tabLst>
              </a:pPr>
              <a:r>
                <a:rPr lang="en-US" sz="800" dirty="0"/>
                <a:t>Hex	#FFC700</a:t>
              </a:r>
            </a:p>
            <a:p>
              <a:pPr>
                <a:tabLst>
                  <a:tab pos="360000" algn="l"/>
                </a:tabLst>
              </a:pPr>
              <a:r>
                <a:rPr lang="en-US" sz="800" dirty="0"/>
                <a:t>RGB	255 / 199 / 0</a:t>
              </a:r>
            </a:p>
            <a:p>
              <a:pPr>
                <a:tabLst>
                  <a:tab pos="360000" algn="l"/>
                </a:tabLst>
              </a:pPr>
              <a:r>
                <a:rPr lang="en-US" sz="800" dirty="0"/>
                <a:t>CMYK	0 / 25 / 100 / 0</a:t>
              </a:r>
            </a:p>
            <a:p>
              <a:pPr>
                <a:tabLst>
                  <a:tab pos="360000" algn="l"/>
                </a:tabLst>
              </a:pPr>
              <a:r>
                <a:rPr lang="en-US" sz="800" dirty="0"/>
                <a:t>NCS	0580-Y10R</a:t>
              </a:r>
            </a:p>
          </p:txBody>
        </p:sp>
        <p:sp>
          <p:nvSpPr>
            <p:cNvPr id="51" name="Textfeld 50">
              <a:extLst>
                <a:ext uri="{FF2B5EF4-FFF2-40B4-BE49-F238E27FC236}">
                  <a16:creationId xmlns:a16="http://schemas.microsoft.com/office/drawing/2014/main" id="{E249D392-89A6-4E56-B61E-6A07B539BA89}"/>
                </a:ext>
              </a:extLst>
            </p:cNvPr>
            <p:cNvSpPr txBox="1"/>
            <p:nvPr/>
          </p:nvSpPr>
          <p:spPr>
            <a:xfrm>
              <a:off x="8289132" y="3100785"/>
              <a:ext cx="1200150" cy="615553"/>
            </a:xfrm>
            <a:prstGeom prst="rect">
              <a:avLst/>
            </a:prstGeom>
            <a:noFill/>
          </p:spPr>
          <p:txBody>
            <a:bodyPr wrap="square" lIns="0" tIns="0" rIns="0" bIns="0" rtlCol="0">
              <a:spAutoFit/>
            </a:bodyPr>
            <a:lstStyle/>
            <a:p>
              <a:pPr>
                <a:tabLst>
                  <a:tab pos="360000" algn="l"/>
                </a:tabLst>
              </a:pPr>
              <a:r>
                <a:rPr lang="en-US" sz="800" dirty="0" err="1"/>
                <a:t>Oliv</a:t>
              </a:r>
              <a:r>
                <a:rPr lang="en-US" sz="800" dirty="0"/>
                <a:t> 1</a:t>
              </a:r>
            </a:p>
            <a:p>
              <a:pPr>
                <a:tabLst>
                  <a:tab pos="360000" algn="l"/>
                </a:tabLst>
              </a:pPr>
              <a:r>
                <a:rPr lang="en-US" sz="800" dirty="0"/>
                <a:t>Hex	#767A23</a:t>
              </a:r>
            </a:p>
            <a:p>
              <a:pPr>
                <a:tabLst>
                  <a:tab pos="360000" algn="l"/>
                </a:tabLst>
              </a:pPr>
              <a:r>
                <a:rPr lang="en-US" sz="800" dirty="0"/>
                <a:t>RGB	118 / 122 / 35</a:t>
              </a:r>
            </a:p>
            <a:p>
              <a:pPr>
                <a:tabLst>
                  <a:tab pos="360000" algn="l"/>
                </a:tabLst>
              </a:pPr>
              <a:r>
                <a:rPr lang="en-US" sz="800" dirty="0"/>
                <a:t>CMYK	50 / 35 / 100 / 22</a:t>
              </a:r>
            </a:p>
            <a:p>
              <a:pPr>
                <a:tabLst>
                  <a:tab pos="360000" algn="l"/>
                </a:tabLst>
              </a:pPr>
              <a:r>
                <a:rPr lang="en-US" sz="800" dirty="0"/>
                <a:t>NCS	4040-G80Y</a:t>
              </a:r>
            </a:p>
          </p:txBody>
        </p:sp>
        <p:sp>
          <p:nvSpPr>
            <p:cNvPr id="52" name="Textfeld 51">
              <a:extLst>
                <a:ext uri="{FF2B5EF4-FFF2-40B4-BE49-F238E27FC236}">
                  <a16:creationId xmlns:a16="http://schemas.microsoft.com/office/drawing/2014/main" id="{D1588A47-C981-46CA-9716-0258B0E95FBD}"/>
                </a:ext>
              </a:extLst>
            </p:cNvPr>
            <p:cNvSpPr txBox="1"/>
            <p:nvPr/>
          </p:nvSpPr>
          <p:spPr>
            <a:xfrm>
              <a:off x="9569054" y="3100785"/>
              <a:ext cx="1200150" cy="615553"/>
            </a:xfrm>
            <a:prstGeom prst="rect">
              <a:avLst/>
            </a:prstGeom>
            <a:noFill/>
          </p:spPr>
          <p:txBody>
            <a:bodyPr wrap="square" lIns="0" tIns="0" rIns="0" bIns="0" rtlCol="0">
              <a:spAutoFit/>
            </a:bodyPr>
            <a:lstStyle/>
            <a:p>
              <a:pPr>
                <a:tabLst>
                  <a:tab pos="360000" algn="l"/>
                </a:tabLst>
              </a:pPr>
              <a:r>
                <a:rPr lang="en-US" sz="800" dirty="0" err="1"/>
                <a:t>Grün</a:t>
              </a:r>
              <a:r>
                <a:rPr lang="en-US" sz="800" dirty="0"/>
                <a:t> 1</a:t>
              </a:r>
            </a:p>
            <a:p>
              <a:pPr>
                <a:tabLst>
                  <a:tab pos="360000" algn="l"/>
                </a:tabLst>
              </a:pPr>
              <a:r>
                <a:rPr lang="en-US" sz="800" dirty="0"/>
                <a:t>Hex	#007D4B</a:t>
              </a:r>
            </a:p>
            <a:p>
              <a:pPr>
                <a:tabLst>
                  <a:tab pos="360000" algn="l"/>
                </a:tabLst>
              </a:pPr>
              <a:r>
                <a:rPr lang="en-US" sz="800" dirty="0"/>
                <a:t>RGB	0 / 125 / 75</a:t>
              </a:r>
            </a:p>
            <a:p>
              <a:pPr>
                <a:tabLst>
                  <a:tab pos="360000" algn="l"/>
                </a:tabLst>
              </a:pPr>
              <a:r>
                <a:rPr lang="en-US" sz="800" dirty="0"/>
                <a:t>CMYK	90 / 0 / 80 / 15</a:t>
              </a:r>
            </a:p>
            <a:p>
              <a:pPr>
                <a:tabLst>
                  <a:tab pos="360000" algn="l"/>
                </a:tabLst>
              </a:pPr>
              <a:r>
                <a:rPr lang="en-US" sz="800" dirty="0"/>
                <a:t>NCS	3050-G</a:t>
              </a:r>
            </a:p>
          </p:txBody>
        </p:sp>
        <p:sp>
          <p:nvSpPr>
            <p:cNvPr id="53" name="Textfeld 52">
              <a:extLst>
                <a:ext uri="{FF2B5EF4-FFF2-40B4-BE49-F238E27FC236}">
                  <a16:creationId xmlns:a16="http://schemas.microsoft.com/office/drawing/2014/main" id="{17B21D9B-AEC8-4E96-8A67-3F7A3E453047}"/>
                </a:ext>
              </a:extLst>
            </p:cNvPr>
            <p:cNvSpPr txBox="1"/>
            <p:nvPr/>
          </p:nvSpPr>
          <p:spPr>
            <a:xfrm>
              <a:off x="10848975" y="3100785"/>
              <a:ext cx="1200150" cy="615553"/>
            </a:xfrm>
            <a:prstGeom prst="rect">
              <a:avLst/>
            </a:prstGeom>
            <a:noFill/>
          </p:spPr>
          <p:txBody>
            <a:bodyPr wrap="square" lIns="0" tIns="0" rIns="0" bIns="0" rtlCol="0">
              <a:spAutoFit/>
            </a:bodyPr>
            <a:lstStyle/>
            <a:p>
              <a:pPr>
                <a:tabLst>
                  <a:tab pos="360000" algn="l"/>
                </a:tabLst>
              </a:pPr>
              <a:r>
                <a:rPr lang="en-US" sz="800" dirty="0" err="1"/>
                <a:t>Türkis</a:t>
              </a:r>
              <a:r>
                <a:rPr lang="en-US" sz="800" dirty="0"/>
                <a:t> 1</a:t>
              </a:r>
            </a:p>
            <a:p>
              <a:pPr>
                <a:tabLst>
                  <a:tab pos="360000" algn="l"/>
                </a:tabLst>
              </a:pPr>
              <a:r>
                <a:rPr lang="en-US" sz="800" dirty="0"/>
                <a:t>Hex	#0A777F</a:t>
              </a:r>
            </a:p>
            <a:p>
              <a:pPr>
                <a:tabLst>
                  <a:tab pos="360000" algn="l"/>
                </a:tabLst>
              </a:pPr>
              <a:r>
                <a:rPr lang="en-US" sz="800" dirty="0"/>
                <a:t>RGB	10 / 119 / 127</a:t>
              </a:r>
            </a:p>
            <a:p>
              <a:pPr>
                <a:tabLst>
                  <a:tab pos="360000" algn="l"/>
                </a:tabLst>
              </a:pPr>
              <a:r>
                <a:rPr lang="en-US" sz="800" dirty="0"/>
                <a:t>CMYK	100 / 10 / 30 / 40</a:t>
              </a:r>
            </a:p>
            <a:p>
              <a:pPr>
                <a:tabLst>
                  <a:tab pos="360000" algn="l"/>
                </a:tabLst>
              </a:pPr>
              <a:r>
                <a:rPr lang="en-US" sz="800" dirty="0"/>
                <a:t>NCS	3060-B10G</a:t>
              </a:r>
            </a:p>
          </p:txBody>
        </p:sp>
      </p:grpSp>
      <p:grpSp>
        <p:nvGrpSpPr>
          <p:cNvPr id="63" name="Gruppieren 62">
            <a:extLst>
              <a:ext uri="{FF2B5EF4-FFF2-40B4-BE49-F238E27FC236}">
                <a16:creationId xmlns:a16="http://schemas.microsoft.com/office/drawing/2014/main" id="{0D2C28E4-D483-4DB7-9ED4-146FA2DA7A26}"/>
              </a:ext>
            </a:extLst>
          </p:cNvPr>
          <p:cNvGrpSpPr/>
          <p:nvPr/>
        </p:nvGrpSpPr>
        <p:grpSpPr>
          <a:xfrm>
            <a:off x="596900" y="4681538"/>
            <a:ext cx="11452225" cy="1120775"/>
            <a:chOff x="596900" y="4138613"/>
            <a:chExt cx="11452225" cy="1120775"/>
          </a:xfrm>
        </p:grpSpPr>
        <p:sp>
          <p:nvSpPr>
            <p:cNvPr id="19" name="Rechteck 18">
              <a:extLst>
                <a:ext uri="{FF2B5EF4-FFF2-40B4-BE49-F238E27FC236}">
                  <a16:creationId xmlns:a16="http://schemas.microsoft.com/office/drawing/2014/main" id="{C03525DC-6B00-499C-A028-67779E2A1795}"/>
                </a:ext>
              </a:extLst>
            </p:cNvPr>
            <p:cNvSpPr/>
            <p:nvPr/>
          </p:nvSpPr>
          <p:spPr>
            <a:xfrm>
              <a:off x="596900" y="4138613"/>
              <a:ext cx="733425" cy="381000"/>
            </a:xfrm>
            <a:prstGeom prst="rect">
              <a:avLst/>
            </a:prstGeom>
            <a:solidFill>
              <a:srgbClr val="97C6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hteck 19">
              <a:extLst>
                <a:ext uri="{FF2B5EF4-FFF2-40B4-BE49-F238E27FC236}">
                  <a16:creationId xmlns:a16="http://schemas.microsoft.com/office/drawing/2014/main" id="{7AD4994E-0655-4410-90DA-75EB1594F8A6}"/>
                </a:ext>
              </a:extLst>
            </p:cNvPr>
            <p:cNvSpPr/>
            <p:nvPr/>
          </p:nvSpPr>
          <p:spPr>
            <a:xfrm>
              <a:off x="1878409" y="4138613"/>
              <a:ext cx="733425" cy="381000"/>
            </a:xfrm>
            <a:prstGeom prst="rect">
              <a:avLst/>
            </a:prstGeom>
            <a:solidFill>
              <a:srgbClr val="C8C8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hteck 20">
              <a:extLst>
                <a:ext uri="{FF2B5EF4-FFF2-40B4-BE49-F238E27FC236}">
                  <a16:creationId xmlns:a16="http://schemas.microsoft.com/office/drawing/2014/main" id="{71E777B2-6E6B-40FC-A9D7-346217FF6FE6}"/>
                </a:ext>
              </a:extLst>
            </p:cNvPr>
            <p:cNvSpPr/>
            <p:nvPr/>
          </p:nvSpPr>
          <p:spPr>
            <a:xfrm>
              <a:off x="3159918" y="4138613"/>
              <a:ext cx="733425" cy="381000"/>
            </a:xfrm>
            <a:prstGeom prst="rect">
              <a:avLst/>
            </a:prstGeom>
            <a:solidFill>
              <a:srgbClr val="FFB9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hteck 21">
              <a:extLst>
                <a:ext uri="{FF2B5EF4-FFF2-40B4-BE49-F238E27FC236}">
                  <a16:creationId xmlns:a16="http://schemas.microsoft.com/office/drawing/2014/main" id="{1C8F898A-1C62-42E9-8192-36E04C8F0EE0}"/>
                </a:ext>
              </a:extLst>
            </p:cNvPr>
            <p:cNvSpPr/>
            <p:nvPr/>
          </p:nvSpPr>
          <p:spPr>
            <a:xfrm>
              <a:off x="4441427" y="4138613"/>
              <a:ext cx="733425" cy="381000"/>
            </a:xfrm>
            <a:prstGeom prst="rect">
              <a:avLst/>
            </a:prstGeom>
            <a:solidFill>
              <a:srgbClr val="FFAAA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hteck 22">
              <a:extLst>
                <a:ext uri="{FF2B5EF4-FFF2-40B4-BE49-F238E27FC236}">
                  <a16:creationId xmlns:a16="http://schemas.microsoft.com/office/drawing/2014/main" id="{C9445892-E2B6-4CB0-B2AC-9B9033502294}"/>
                </a:ext>
              </a:extLst>
            </p:cNvPr>
            <p:cNvSpPr/>
            <p:nvPr/>
          </p:nvSpPr>
          <p:spPr>
            <a:xfrm>
              <a:off x="5722936" y="4138613"/>
              <a:ext cx="733425" cy="381000"/>
            </a:xfrm>
            <a:prstGeom prst="rect">
              <a:avLst/>
            </a:prstGeom>
            <a:solidFill>
              <a:srgbClr val="FFBE7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hteck 23">
              <a:extLst>
                <a:ext uri="{FF2B5EF4-FFF2-40B4-BE49-F238E27FC236}">
                  <a16:creationId xmlns:a16="http://schemas.microsoft.com/office/drawing/2014/main" id="{8F867D91-C7AB-4064-9152-940A22934B92}"/>
                </a:ext>
              </a:extLst>
            </p:cNvPr>
            <p:cNvSpPr/>
            <p:nvPr/>
          </p:nvSpPr>
          <p:spPr>
            <a:xfrm>
              <a:off x="7004445" y="4138613"/>
              <a:ext cx="733425" cy="381000"/>
            </a:xfrm>
            <a:prstGeom prst="rect">
              <a:avLst/>
            </a:prstGeom>
            <a:solidFill>
              <a:srgbClr val="FFE48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Rechteck 24">
              <a:extLst>
                <a:ext uri="{FF2B5EF4-FFF2-40B4-BE49-F238E27FC236}">
                  <a16:creationId xmlns:a16="http://schemas.microsoft.com/office/drawing/2014/main" id="{4F98B275-7272-42A4-BE21-CF6574D92787}"/>
                </a:ext>
              </a:extLst>
            </p:cNvPr>
            <p:cNvSpPr/>
            <p:nvPr/>
          </p:nvSpPr>
          <p:spPr>
            <a:xfrm>
              <a:off x="8285954" y="4138613"/>
              <a:ext cx="733425" cy="381000"/>
            </a:xfrm>
            <a:prstGeom prst="rect">
              <a:avLst/>
            </a:prstGeom>
            <a:solidFill>
              <a:srgbClr val="D2DC4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hteck 25">
              <a:extLst>
                <a:ext uri="{FF2B5EF4-FFF2-40B4-BE49-F238E27FC236}">
                  <a16:creationId xmlns:a16="http://schemas.microsoft.com/office/drawing/2014/main" id="{CC35FD80-87D7-40D1-828C-CBB0CFA5E700}"/>
                </a:ext>
              </a:extLst>
            </p:cNvPr>
            <p:cNvSpPr/>
            <p:nvPr/>
          </p:nvSpPr>
          <p:spPr>
            <a:xfrm>
              <a:off x="9567463" y="4138613"/>
              <a:ext cx="733425" cy="381000"/>
            </a:xfrm>
            <a:prstGeom prst="rect">
              <a:avLst/>
            </a:prstGeom>
            <a:solidFill>
              <a:srgbClr val="8CE6A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hteck 26">
              <a:extLst>
                <a:ext uri="{FF2B5EF4-FFF2-40B4-BE49-F238E27FC236}">
                  <a16:creationId xmlns:a16="http://schemas.microsoft.com/office/drawing/2014/main" id="{290DCA2F-F522-4203-A40A-363C1B073648}"/>
                </a:ext>
              </a:extLst>
            </p:cNvPr>
            <p:cNvSpPr/>
            <p:nvPr/>
          </p:nvSpPr>
          <p:spPr>
            <a:xfrm>
              <a:off x="10848975" y="4138613"/>
              <a:ext cx="733425" cy="381000"/>
            </a:xfrm>
            <a:prstGeom prst="rect">
              <a:avLst/>
            </a:prstGeom>
            <a:solidFill>
              <a:srgbClr val="8CE6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feld 53">
              <a:extLst>
                <a:ext uri="{FF2B5EF4-FFF2-40B4-BE49-F238E27FC236}">
                  <a16:creationId xmlns:a16="http://schemas.microsoft.com/office/drawing/2014/main" id="{EE5E6E0E-9E7E-4985-B2BB-6B0229531741}"/>
                </a:ext>
              </a:extLst>
            </p:cNvPr>
            <p:cNvSpPr txBox="1"/>
            <p:nvPr/>
          </p:nvSpPr>
          <p:spPr>
            <a:xfrm>
              <a:off x="609600" y="4643835"/>
              <a:ext cx="1200150" cy="615553"/>
            </a:xfrm>
            <a:prstGeom prst="rect">
              <a:avLst/>
            </a:prstGeom>
            <a:noFill/>
          </p:spPr>
          <p:txBody>
            <a:bodyPr wrap="square" lIns="0" tIns="0" rIns="0" bIns="0" rtlCol="0">
              <a:spAutoFit/>
            </a:bodyPr>
            <a:lstStyle/>
            <a:p>
              <a:pPr>
                <a:tabLst>
                  <a:tab pos="360000" algn="l"/>
                </a:tabLst>
              </a:pPr>
              <a:r>
                <a:rPr lang="en-US" sz="800" dirty="0" err="1"/>
                <a:t>Blau</a:t>
              </a:r>
              <a:r>
                <a:rPr lang="en-US" sz="800" dirty="0"/>
                <a:t> 2</a:t>
              </a:r>
            </a:p>
            <a:p>
              <a:pPr>
                <a:tabLst>
                  <a:tab pos="360000" algn="l"/>
                </a:tabLst>
              </a:pPr>
              <a:r>
                <a:rPr lang="en-US" sz="800" dirty="0"/>
                <a:t>Hex	#97C6FF</a:t>
              </a:r>
            </a:p>
            <a:p>
              <a:pPr>
                <a:tabLst>
                  <a:tab pos="360000" algn="l"/>
                </a:tabLst>
              </a:pPr>
              <a:r>
                <a:rPr lang="en-US" sz="800" dirty="0"/>
                <a:t>RGB	151 / 198 / 255</a:t>
              </a:r>
            </a:p>
            <a:p>
              <a:pPr>
                <a:tabLst>
                  <a:tab pos="360000" algn="l"/>
                </a:tabLst>
              </a:pPr>
              <a:r>
                <a:rPr lang="en-US" sz="800" dirty="0"/>
                <a:t>CMYK	43 / 15 / 0 / 0</a:t>
              </a:r>
            </a:p>
            <a:p>
              <a:pPr>
                <a:tabLst>
                  <a:tab pos="360000" algn="l"/>
                </a:tabLst>
              </a:pPr>
              <a:r>
                <a:rPr lang="en-US" sz="800" dirty="0"/>
                <a:t>NCS	1040-R90B</a:t>
              </a:r>
            </a:p>
          </p:txBody>
        </p:sp>
        <p:sp>
          <p:nvSpPr>
            <p:cNvPr id="55" name="Textfeld 54">
              <a:extLst>
                <a:ext uri="{FF2B5EF4-FFF2-40B4-BE49-F238E27FC236}">
                  <a16:creationId xmlns:a16="http://schemas.microsoft.com/office/drawing/2014/main" id="{80A1ABE7-6E52-4F47-A7F0-403DD26EB0AC}"/>
                </a:ext>
              </a:extLst>
            </p:cNvPr>
            <p:cNvSpPr txBox="1"/>
            <p:nvPr/>
          </p:nvSpPr>
          <p:spPr>
            <a:xfrm>
              <a:off x="1889522" y="4643835"/>
              <a:ext cx="1200150" cy="615553"/>
            </a:xfrm>
            <a:prstGeom prst="rect">
              <a:avLst/>
            </a:prstGeom>
            <a:noFill/>
          </p:spPr>
          <p:txBody>
            <a:bodyPr wrap="square" lIns="0" tIns="0" rIns="0" bIns="0" rtlCol="0">
              <a:spAutoFit/>
            </a:bodyPr>
            <a:lstStyle/>
            <a:p>
              <a:pPr>
                <a:tabLst>
                  <a:tab pos="360000" algn="l"/>
                </a:tabLst>
              </a:pPr>
              <a:r>
                <a:rPr lang="en-US" sz="800" dirty="0" err="1"/>
                <a:t>Violett</a:t>
              </a:r>
              <a:r>
                <a:rPr lang="en-US" sz="800" dirty="0"/>
                <a:t> 2</a:t>
              </a:r>
            </a:p>
            <a:p>
              <a:pPr>
                <a:tabLst>
                  <a:tab pos="360000" algn="l"/>
                </a:tabLst>
              </a:pPr>
              <a:r>
                <a:rPr lang="en-US" sz="800" dirty="0"/>
                <a:t>Hex	#C8C8FF</a:t>
              </a:r>
            </a:p>
            <a:p>
              <a:pPr>
                <a:tabLst>
                  <a:tab pos="360000" algn="l"/>
                </a:tabLst>
              </a:pPr>
              <a:r>
                <a:rPr lang="en-US" sz="800" dirty="0"/>
                <a:t>RGB	200 / 200 / 255</a:t>
              </a:r>
            </a:p>
            <a:p>
              <a:pPr>
                <a:tabLst>
                  <a:tab pos="360000" algn="l"/>
                </a:tabLst>
              </a:pPr>
              <a:r>
                <a:rPr lang="en-US" sz="800" dirty="0"/>
                <a:t>CMYK	20 / 20 / 0 / 0</a:t>
              </a:r>
            </a:p>
            <a:p>
              <a:pPr>
                <a:tabLst>
                  <a:tab pos="360000" algn="l"/>
                </a:tabLst>
              </a:pPr>
              <a:r>
                <a:rPr lang="en-US" sz="800" dirty="0"/>
                <a:t>NCS	0520-R60B</a:t>
              </a:r>
            </a:p>
          </p:txBody>
        </p:sp>
        <p:sp>
          <p:nvSpPr>
            <p:cNvPr id="56" name="Textfeld 55">
              <a:extLst>
                <a:ext uri="{FF2B5EF4-FFF2-40B4-BE49-F238E27FC236}">
                  <a16:creationId xmlns:a16="http://schemas.microsoft.com/office/drawing/2014/main" id="{C505F438-4057-4F6D-844A-D28EFD633C30}"/>
                </a:ext>
              </a:extLst>
            </p:cNvPr>
            <p:cNvSpPr txBox="1"/>
            <p:nvPr/>
          </p:nvSpPr>
          <p:spPr>
            <a:xfrm>
              <a:off x="3169444" y="4643835"/>
              <a:ext cx="1200150" cy="615553"/>
            </a:xfrm>
            <a:prstGeom prst="rect">
              <a:avLst/>
            </a:prstGeom>
            <a:noFill/>
          </p:spPr>
          <p:txBody>
            <a:bodyPr wrap="square" lIns="0" tIns="0" rIns="0" bIns="0" rtlCol="0">
              <a:spAutoFit/>
            </a:bodyPr>
            <a:lstStyle/>
            <a:p>
              <a:pPr>
                <a:tabLst>
                  <a:tab pos="360000" algn="l"/>
                </a:tabLst>
              </a:pPr>
              <a:r>
                <a:rPr lang="en-US" sz="800" dirty="0"/>
                <a:t>Magenta 2</a:t>
              </a:r>
            </a:p>
            <a:p>
              <a:pPr>
                <a:tabLst>
                  <a:tab pos="360000" algn="l"/>
                </a:tabLst>
              </a:pPr>
              <a:r>
                <a:rPr lang="en-US" sz="800" dirty="0"/>
                <a:t>Hex	#FFB9FF</a:t>
              </a:r>
            </a:p>
            <a:p>
              <a:pPr>
                <a:tabLst>
                  <a:tab pos="360000" algn="l"/>
                </a:tabLst>
              </a:pPr>
              <a:r>
                <a:rPr lang="en-US" sz="800" dirty="0"/>
                <a:t>RGB	255 / 185 / 255</a:t>
              </a:r>
            </a:p>
            <a:p>
              <a:pPr>
                <a:tabLst>
                  <a:tab pos="360000" algn="l"/>
                </a:tabLst>
              </a:pPr>
              <a:r>
                <a:rPr lang="en-US" sz="800" dirty="0"/>
                <a:t>CMYK	0 / 30 / 0 / 0</a:t>
              </a:r>
            </a:p>
            <a:p>
              <a:pPr>
                <a:tabLst>
                  <a:tab pos="360000" algn="l"/>
                </a:tabLst>
              </a:pPr>
              <a:r>
                <a:rPr lang="en-US" sz="800" dirty="0"/>
                <a:t>NCS	0520-R40B</a:t>
              </a:r>
            </a:p>
          </p:txBody>
        </p:sp>
        <p:sp>
          <p:nvSpPr>
            <p:cNvPr id="57" name="Textfeld 56">
              <a:extLst>
                <a:ext uri="{FF2B5EF4-FFF2-40B4-BE49-F238E27FC236}">
                  <a16:creationId xmlns:a16="http://schemas.microsoft.com/office/drawing/2014/main" id="{5B307C51-B940-4DA7-83B6-413E2C00CBE4}"/>
                </a:ext>
              </a:extLst>
            </p:cNvPr>
            <p:cNvSpPr txBox="1"/>
            <p:nvPr/>
          </p:nvSpPr>
          <p:spPr>
            <a:xfrm>
              <a:off x="4449366" y="4643835"/>
              <a:ext cx="1200150" cy="615553"/>
            </a:xfrm>
            <a:prstGeom prst="rect">
              <a:avLst/>
            </a:prstGeom>
            <a:noFill/>
          </p:spPr>
          <p:txBody>
            <a:bodyPr wrap="square" lIns="0" tIns="0" rIns="0" bIns="0" rtlCol="0">
              <a:spAutoFit/>
            </a:bodyPr>
            <a:lstStyle/>
            <a:p>
              <a:pPr>
                <a:tabLst>
                  <a:tab pos="360000" algn="l"/>
                </a:tabLst>
              </a:pPr>
              <a:r>
                <a:rPr lang="nn-NO" sz="800" dirty="0"/>
                <a:t>Rot 2</a:t>
              </a:r>
            </a:p>
            <a:p>
              <a:pPr>
                <a:tabLst>
                  <a:tab pos="360000" algn="l"/>
                </a:tabLst>
              </a:pPr>
              <a:r>
                <a:rPr lang="nn-NO" sz="800" dirty="0"/>
                <a:t>Hex	#FFAAA5</a:t>
              </a:r>
            </a:p>
            <a:p>
              <a:pPr>
                <a:tabLst>
                  <a:tab pos="360000" algn="l"/>
                </a:tabLst>
              </a:pPr>
              <a:r>
                <a:rPr lang="nn-NO" sz="800" dirty="0"/>
                <a:t>RGB	255 / 170 / 165</a:t>
              </a:r>
            </a:p>
            <a:p>
              <a:pPr>
                <a:tabLst>
                  <a:tab pos="360000" algn="l"/>
                </a:tabLst>
              </a:pPr>
              <a:r>
                <a:rPr lang="nn-NO" sz="800" dirty="0"/>
                <a:t>CMYK	0 / 44 / 27 / 0</a:t>
              </a:r>
            </a:p>
            <a:p>
              <a:pPr>
                <a:tabLst>
                  <a:tab pos="360000" algn="l"/>
                </a:tabLst>
              </a:pPr>
              <a:r>
                <a:rPr lang="nn-NO" sz="800" dirty="0"/>
                <a:t>NCS	1030-R</a:t>
              </a:r>
              <a:endParaRPr lang="en-US" sz="800" dirty="0"/>
            </a:p>
          </p:txBody>
        </p:sp>
        <p:sp>
          <p:nvSpPr>
            <p:cNvPr id="58" name="Textfeld 57">
              <a:extLst>
                <a:ext uri="{FF2B5EF4-FFF2-40B4-BE49-F238E27FC236}">
                  <a16:creationId xmlns:a16="http://schemas.microsoft.com/office/drawing/2014/main" id="{294D7D7D-934A-40BA-8D37-C0F89A574BFA}"/>
                </a:ext>
              </a:extLst>
            </p:cNvPr>
            <p:cNvSpPr txBox="1"/>
            <p:nvPr/>
          </p:nvSpPr>
          <p:spPr>
            <a:xfrm>
              <a:off x="5729288" y="4643835"/>
              <a:ext cx="1200150" cy="615553"/>
            </a:xfrm>
            <a:prstGeom prst="rect">
              <a:avLst/>
            </a:prstGeom>
            <a:noFill/>
          </p:spPr>
          <p:txBody>
            <a:bodyPr wrap="square" lIns="0" tIns="0" rIns="0" bIns="0" rtlCol="0">
              <a:spAutoFit/>
            </a:bodyPr>
            <a:lstStyle/>
            <a:p>
              <a:pPr>
                <a:tabLst>
                  <a:tab pos="360000" algn="l"/>
                </a:tabLst>
              </a:pPr>
              <a:r>
                <a:rPr lang="fr-FR" sz="800" dirty="0"/>
                <a:t>Orange 2</a:t>
              </a:r>
            </a:p>
            <a:p>
              <a:pPr>
                <a:tabLst>
                  <a:tab pos="360000" algn="l"/>
                </a:tabLst>
              </a:pPr>
              <a:r>
                <a:rPr lang="fr-FR" sz="800" dirty="0" err="1"/>
                <a:t>Hex</a:t>
              </a:r>
              <a:r>
                <a:rPr lang="fr-FR" sz="800" dirty="0"/>
                <a:t>	#FFBE78</a:t>
              </a:r>
            </a:p>
            <a:p>
              <a:pPr>
                <a:tabLst>
                  <a:tab pos="360000" algn="l"/>
                </a:tabLst>
              </a:pPr>
              <a:r>
                <a:rPr lang="fr-FR" sz="800" dirty="0"/>
                <a:t>RGB	255 / 190 / 120</a:t>
              </a:r>
            </a:p>
            <a:p>
              <a:pPr>
                <a:tabLst>
                  <a:tab pos="360000" algn="l"/>
                </a:tabLst>
              </a:pPr>
              <a:r>
                <a:rPr lang="fr-FR" sz="800" dirty="0"/>
                <a:t>CMYK	0 / 30 / 55 / 0</a:t>
              </a:r>
            </a:p>
            <a:p>
              <a:pPr>
                <a:tabLst>
                  <a:tab pos="360000" algn="l"/>
                </a:tabLst>
              </a:pPr>
              <a:r>
                <a:rPr lang="fr-FR" sz="800" dirty="0"/>
                <a:t>NCS	1030-Y30R</a:t>
              </a:r>
              <a:endParaRPr lang="en-US" sz="800" dirty="0"/>
            </a:p>
          </p:txBody>
        </p:sp>
        <p:sp>
          <p:nvSpPr>
            <p:cNvPr id="59" name="Textfeld 58">
              <a:extLst>
                <a:ext uri="{FF2B5EF4-FFF2-40B4-BE49-F238E27FC236}">
                  <a16:creationId xmlns:a16="http://schemas.microsoft.com/office/drawing/2014/main" id="{97181276-56DF-49BC-AE2D-384C0E6A3CAA}"/>
                </a:ext>
              </a:extLst>
            </p:cNvPr>
            <p:cNvSpPr txBox="1"/>
            <p:nvPr/>
          </p:nvSpPr>
          <p:spPr>
            <a:xfrm>
              <a:off x="7009210" y="4643835"/>
              <a:ext cx="1200150" cy="615553"/>
            </a:xfrm>
            <a:prstGeom prst="rect">
              <a:avLst/>
            </a:prstGeom>
            <a:noFill/>
          </p:spPr>
          <p:txBody>
            <a:bodyPr wrap="square" lIns="0" tIns="0" rIns="0" bIns="0" rtlCol="0">
              <a:spAutoFit/>
            </a:bodyPr>
            <a:lstStyle/>
            <a:p>
              <a:pPr>
                <a:tabLst>
                  <a:tab pos="360000" algn="l"/>
                </a:tabLst>
              </a:pPr>
              <a:r>
                <a:rPr lang="en-US" sz="800" dirty="0"/>
                <a:t>Gelb 2</a:t>
              </a:r>
            </a:p>
            <a:p>
              <a:pPr>
                <a:tabLst>
                  <a:tab pos="360000" algn="l"/>
                </a:tabLst>
              </a:pPr>
              <a:r>
                <a:rPr lang="en-US" sz="800" dirty="0"/>
                <a:t>Hex	#FFE483</a:t>
              </a:r>
            </a:p>
            <a:p>
              <a:pPr>
                <a:tabLst>
                  <a:tab pos="360000" algn="l"/>
                </a:tabLst>
              </a:pPr>
              <a:r>
                <a:rPr lang="en-US" sz="800" dirty="0"/>
                <a:t>RGB	255 / 228 / 131</a:t>
              </a:r>
            </a:p>
            <a:p>
              <a:pPr>
                <a:tabLst>
                  <a:tab pos="360000" algn="l"/>
                </a:tabLst>
              </a:pPr>
              <a:r>
                <a:rPr lang="en-US" sz="800" dirty="0"/>
                <a:t>CMYK	0 / 5 / 50 / 0</a:t>
              </a:r>
            </a:p>
            <a:p>
              <a:pPr>
                <a:tabLst>
                  <a:tab pos="360000" algn="l"/>
                </a:tabLst>
              </a:pPr>
              <a:r>
                <a:rPr lang="en-US" sz="800" dirty="0"/>
                <a:t>NCS	0530-G90Y</a:t>
              </a:r>
            </a:p>
          </p:txBody>
        </p:sp>
        <p:sp>
          <p:nvSpPr>
            <p:cNvPr id="60" name="Textfeld 59">
              <a:extLst>
                <a:ext uri="{FF2B5EF4-FFF2-40B4-BE49-F238E27FC236}">
                  <a16:creationId xmlns:a16="http://schemas.microsoft.com/office/drawing/2014/main" id="{5A50BECD-151A-450E-9B17-40F5A8A51F52}"/>
                </a:ext>
              </a:extLst>
            </p:cNvPr>
            <p:cNvSpPr txBox="1"/>
            <p:nvPr/>
          </p:nvSpPr>
          <p:spPr>
            <a:xfrm>
              <a:off x="8289132" y="4643835"/>
              <a:ext cx="1200150" cy="615553"/>
            </a:xfrm>
            <a:prstGeom prst="rect">
              <a:avLst/>
            </a:prstGeom>
            <a:noFill/>
          </p:spPr>
          <p:txBody>
            <a:bodyPr wrap="square" lIns="0" tIns="0" rIns="0" bIns="0" rtlCol="0">
              <a:spAutoFit/>
            </a:bodyPr>
            <a:lstStyle/>
            <a:p>
              <a:pPr>
                <a:tabLst>
                  <a:tab pos="360000" algn="l"/>
                </a:tabLst>
              </a:pPr>
              <a:r>
                <a:rPr lang="en-US" sz="800" dirty="0" err="1"/>
                <a:t>Oliv</a:t>
              </a:r>
              <a:r>
                <a:rPr lang="en-US" sz="800" dirty="0"/>
                <a:t> 2</a:t>
              </a:r>
            </a:p>
            <a:p>
              <a:pPr>
                <a:tabLst>
                  <a:tab pos="360000" algn="l"/>
                </a:tabLst>
              </a:pPr>
              <a:r>
                <a:rPr lang="en-US" sz="800" dirty="0"/>
                <a:t>Hex	#D2DC46</a:t>
              </a:r>
            </a:p>
            <a:p>
              <a:pPr>
                <a:tabLst>
                  <a:tab pos="360000" algn="l"/>
                </a:tabLst>
              </a:pPr>
              <a:r>
                <a:rPr lang="en-US" sz="800" dirty="0"/>
                <a:t>RGB	210 / 220 / 70</a:t>
              </a:r>
            </a:p>
            <a:p>
              <a:pPr>
                <a:tabLst>
                  <a:tab pos="360000" algn="l"/>
                </a:tabLst>
              </a:pPr>
              <a:r>
                <a:rPr lang="en-US" sz="800" dirty="0"/>
                <a:t>CMYK	25 / 0 / 81 / 0</a:t>
              </a:r>
            </a:p>
            <a:p>
              <a:pPr>
                <a:tabLst>
                  <a:tab pos="360000" algn="l"/>
                </a:tabLst>
              </a:pPr>
              <a:r>
                <a:rPr lang="en-US" sz="800" dirty="0"/>
                <a:t>NCS	0550-G60Y</a:t>
              </a:r>
            </a:p>
          </p:txBody>
        </p:sp>
        <p:sp>
          <p:nvSpPr>
            <p:cNvPr id="61" name="Textfeld 60">
              <a:extLst>
                <a:ext uri="{FF2B5EF4-FFF2-40B4-BE49-F238E27FC236}">
                  <a16:creationId xmlns:a16="http://schemas.microsoft.com/office/drawing/2014/main" id="{65C35EB2-9EF4-42C9-89FA-56F3DF910281}"/>
                </a:ext>
              </a:extLst>
            </p:cNvPr>
            <p:cNvSpPr txBox="1"/>
            <p:nvPr/>
          </p:nvSpPr>
          <p:spPr>
            <a:xfrm>
              <a:off x="9569054" y="4643835"/>
              <a:ext cx="1200150" cy="615553"/>
            </a:xfrm>
            <a:prstGeom prst="rect">
              <a:avLst/>
            </a:prstGeom>
            <a:noFill/>
          </p:spPr>
          <p:txBody>
            <a:bodyPr wrap="square" lIns="0" tIns="0" rIns="0" bIns="0" rtlCol="0">
              <a:spAutoFit/>
            </a:bodyPr>
            <a:lstStyle/>
            <a:p>
              <a:pPr>
                <a:tabLst>
                  <a:tab pos="360000" algn="l"/>
                </a:tabLst>
              </a:pPr>
              <a:r>
                <a:rPr lang="en-US" sz="800" dirty="0" err="1"/>
                <a:t>Grün</a:t>
              </a:r>
              <a:r>
                <a:rPr lang="en-US" sz="800" dirty="0"/>
                <a:t> 2</a:t>
              </a:r>
            </a:p>
            <a:p>
              <a:pPr>
                <a:tabLst>
                  <a:tab pos="360000" algn="l"/>
                </a:tabLst>
              </a:pPr>
              <a:r>
                <a:rPr lang="en-US" sz="800" dirty="0"/>
                <a:t>Hex	#8CE6AA</a:t>
              </a:r>
            </a:p>
            <a:p>
              <a:pPr>
                <a:tabLst>
                  <a:tab pos="360000" algn="l"/>
                </a:tabLst>
              </a:pPr>
              <a:r>
                <a:rPr lang="en-US" sz="800" dirty="0"/>
                <a:t>RGB	140 / 230 / 170</a:t>
              </a:r>
            </a:p>
            <a:p>
              <a:pPr>
                <a:tabLst>
                  <a:tab pos="360000" algn="l"/>
                </a:tabLst>
              </a:pPr>
              <a:r>
                <a:rPr lang="en-US" sz="800" dirty="0"/>
                <a:t>CMYK	45 / 0 / 45 / 0</a:t>
              </a:r>
            </a:p>
            <a:p>
              <a:pPr>
                <a:tabLst>
                  <a:tab pos="360000" algn="l"/>
                </a:tabLst>
              </a:pPr>
              <a:r>
                <a:rPr lang="en-US" sz="800" dirty="0"/>
                <a:t>NCS	2030-G10Y</a:t>
              </a:r>
            </a:p>
          </p:txBody>
        </p:sp>
        <p:sp>
          <p:nvSpPr>
            <p:cNvPr id="62" name="Textfeld 61">
              <a:extLst>
                <a:ext uri="{FF2B5EF4-FFF2-40B4-BE49-F238E27FC236}">
                  <a16:creationId xmlns:a16="http://schemas.microsoft.com/office/drawing/2014/main" id="{18C8F522-3AA0-4E8D-B9C7-00BEB2991CB9}"/>
                </a:ext>
              </a:extLst>
            </p:cNvPr>
            <p:cNvSpPr txBox="1"/>
            <p:nvPr/>
          </p:nvSpPr>
          <p:spPr>
            <a:xfrm>
              <a:off x="10848975" y="4643835"/>
              <a:ext cx="1200150" cy="615553"/>
            </a:xfrm>
            <a:prstGeom prst="rect">
              <a:avLst/>
            </a:prstGeom>
            <a:noFill/>
          </p:spPr>
          <p:txBody>
            <a:bodyPr wrap="square" lIns="0" tIns="0" rIns="0" bIns="0" rtlCol="0">
              <a:spAutoFit/>
            </a:bodyPr>
            <a:lstStyle/>
            <a:p>
              <a:pPr>
                <a:tabLst>
                  <a:tab pos="360000" algn="l"/>
                </a:tabLst>
              </a:pPr>
              <a:r>
                <a:rPr lang="en-US" sz="800" dirty="0" err="1"/>
                <a:t>Türkis</a:t>
              </a:r>
              <a:r>
                <a:rPr lang="en-US" sz="800" dirty="0"/>
                <a:t> 2</a:t>
              </a:r>
            </a:p>
            <a:p>
              <a:pPr>
                <a:tabLst>
                  <a:tab pos="360000" algn="l"/>
                </a:tabLst>
              </a:pPr>
              <a:r>
                <a:rPr lang="en-US" sz="800" dirty="0"/>
                <a:t>Hex	#8CE6D7</a:t>
              </a:r>
            </a:p>
            <a:p>
              <a:pPr>
                <a:tabLst>
                  <a:tab pos="360000" algn="l"/>
                </a:tabLst>
              </a:pPr>
              <a:r>
                <a:rPr lang="en-US" sz="800" dirty="0"/>
                <a:t>RGB	140 / 230 / 215</a:t>
              </a:r>
            </a:p>
            <a:p>
              <a:pPr>
                <a:tabLst>
                  <a:tab pos="360000" algn="l"/>
                </a:tabLst>
              </a:pPr>
              <a:r>
                <a:rPr lang="en-US" sz="800" dirty="0"/>
                <a:t>CMYK	45 / 0 / 20 / 0</a:t>
              </a:r>
            </a:p>
            <a:p>
              <a:pPr>
                <a:tabLst>
                  <a:tab pos="360000" algn="l"/>
                </a:tabLst>
              </a:pPr>
              <a:r>
                <a:rPr lang="en-US" sz="800" dirty="0"/>
                <a:t>NCS	1030-B30G</a:t>
              </a:r>
            </a:p>
          </p:txBody>
        </p:sp>
      </p:grpSp>
      <p:grpSp>
        <p:nvGrpSpPr>
          <p:cNvPr id="72" name="Gruppieren 71">
            <a:extLst>
              <a:ext uri="{FF2B5EF4-FFF2-40B4-BE49-F238E27FC236}">
                <a16:creationId xmlns:a16="http://schemas.microsoft.com/office/drawing/2014/main" id="{398D963C-95BC-4910-AD7E-824F016E2F76}"/>
              </a:ext>
            </a:extLst>
          </p:cNvPr>
          <p:cNvGrpSpPr/>
          <p:nvPr/>
        </p:nvGrpSpPr>
        <p:grpSpPr>
          <a:xfrm>
            <a:off x="609600" y="1309688"/>
            <a:ext cx="2019146" cy="1435100"/>
            <a:chOff x="609600" y="1052513"/>
            <a:chExt cx="2019146" cy="1435100"/>
          </a:xfrm>
        </p:grpSpPr>
        <p:sp>
          <p:nvSpPr>
            <p:cNvPr id="40" name="Rechteck 39">
              <a:extLst>
                <a:ext uri="{FF2B5EF4-FFF2-40B4-BE49-F238E27FC236}">
                  <a16:creationId xmlns:a16="http://schemas.microsoft.com/office/drawing/2014/main" id="{D91D7398-5451-4E2C-940D-03ADC617B18C}"/>
                </a:ext>
              </a:extLst>
            </p:cNvPr>
            <p:cNvSpPr/>
            <p:nvPr/>
          </p:nvSpPr>
          <p:spPr>
            <a:xfrm>
              <a:off x="616346" y="1052513"/>
              <a:ext cx="2012400" cy="684212"/>
            </a:xfrm>
            <a:prstGeom prst="rect">
              <a:avLst/>
            </a:prstGeom>
            <a:solidFill>
              <a:srgbClr val="00008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feld 64">
              <a:extLst>
                <a:ext uri="{FF2B5EF4-FFF2-40B4-BE49-F238E27FC236}">
                  <a16:creationId xmlns:a16="http://schemas.microsoft.com/office/drawing/2014/main" id="{FAC4F9D5-8339-4153-B67B-7ACC8E16CCE3}"/>
                </a:ext>
              </a:extLst>
            </p:cNvPr>
            <p:cNvSpPr txBox="1"/>
            <p:nvPr/>
          </p:nvSpPr>
          <p:spPr>
            <a:xfrm>
              <a:off x="609600" y="1872060"/>
              <a:ext cx="1666875" cy="615553"/>
            </a:xfrm>
            <a:prstGeom prst="rect">
              <a:avLst/>
            </a:prstGeom>
            <a:noFill/>
          </p:spPr>
          <p:txBody>
            <a:bodyPr wrap="square" lIns="0" tIns="0" rIns="0" bIns="0" rtlCol="0">
              <a:spAutoFit/>
            </a:bodyPr>
            <a:lstStyle/>
            <a:p>
              <a:pPr>
                <a:tabLst>
                  <a:tab pos="360000" algn="l"/>
                </a:tabLst>
              </a:pPr>
              <a:r>
                <a:rPr lang="en-US" sz="800" dirty="0" err="1"/>
                <a:t>Brillantblau</a:t>
              </a:r>
              <a:endParaRPr lang="en-US" sz="800" dirty="0"/>
            </a:p>
            <a:p>
              <a:pPr>
                <a:tabLst>
                  <a:tab pos="360000" algn="l"/>
                </a:tabLst>
              </a:pPr>
              <a:r>
                <a:rPr lang="en-US" sz="800" dirty="0"/>
                <a:t>Hex	#00008C</a:t>
              </a:r>
            </a:p>
            <a:p>
              <a:pPr>
                <a:tabLst>
                  <a:tab pos="360000" algn="l"/>
                </a:tabLst>
              </a:pPr>
              <a:r>
                <a:rPr lang="en-US" sz="800" dirty="0"/>
                <a:t>RGB	0 / 0 / 140</a:t>
              </a:r>
            </a:p>
            <a:p>
              <a:pPr>
                <a:tabLst>
                  <a:tab pos="360000" algn="l"/>
                </a:tabLst>
              </a:pPr>
              <a:r>
                <a:rPr lang="en-US" sz="800" dirty="0"/>
                <a:t>CMYK	100 / 80 / 5 / 0</a:t>
              </a:r>
            </a:p>
            <a:p>
              <a:pPr>
                <a:tabLst>
                  <a:tab pos="360000" algn="l"/>
                </a:tabLst>
              </a:pPr>
              <a:r>
                <a:rPr lang="en-US" sz="800" dirty="0"/>
                <a:t>NCS	3060-R80B</a:t>
              </a:r>
            </a:p>
          </p:txBody>
        </p:sp>
      </p:grpSp>
      <p:grpSp>
        <p:nvGrpSpPr>
          <p:cNvPr id="73" name="Gruppieren 72">
            <a:extLst>
              <a:ext uri="{FF2B5EF4-FFF2-40B4-BE49-F238E27FC236}">
                <a16:creationId xmlns:a16="http://schemas.microsoft.com/office/drawing/2014/main" id="{8AF3DAE7-8404-4007-AE1A-C23015BA371F}"/>
              </a:ext>
            </a:extLst>
          </p:cNvPr>
          <p:cNvGrpSpPr/>
          <p:nvPr/>
        </p:nvGrpSpPr>
        <p:grpSpPr>
          <a:xfrm>
            <a:off x="7009210" y="1309688"/>
            <a:ext cx="5039915" cy="1435100"/>
            <a:chOff x="7009210" y="1052513"/>
            <a:chExt cx="5039915" cy="1435100"/>
          </a:xfrm>
        </p:grpSpPr>
        <p:sp>
          <p:nvSpPr>
            <p:cNvPr id="41" name="Rechteck 40">
              <a:extLst>
                <a:ext uri="{FF2B5EF4-FFF2-40B4-BE49-F238E27FC236}">
                  <a16:creationId xmlns:a16="http://schemas.microsoft.com/office/drawing/2014/main" id="{0E41642A-5E53-4F23-8066-3BA82738D548}"/>
                </a:ext>
              </a:extLst>
            </p:cNvPr>
            <p:cNvSpPr/>
            <p:nvPr/>
          </p:nvSpPr>
          <p:spPr>
            <a:xfrm>
              <a:off x="7009210" y="1052513"/>
              <a:ext cx="733425" cy="684212"/>
            </a:xfrm>
            <a:prstGeom prst="rect">
              <a:avLst/>
            </a:prstGeom>
            <a:solidFill>
              <a:srgbClr val="00005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hteck 41">
              <a:extLst>
                <a:ext uri="{FF2B5EF4-FFF2-40B4-BE49-F238E27FC236}">
                  <a16:creationId xmlns:a16="http://schemas.microsoft.com/office/drawing/2014/main" id="{76482F71-2A0A-4B23-80EB-0CD23AF14BB6}"/>
                </a:ext>
              </a:extLst>
            </p:cNvPr>
            <p:cNvSpPr/>
            <p:nvPr/>
          </p:nvSpPr>
          <p:spPr>
            <a:xfrm>
              <a:off x="8289132" y="1052513"/>
              <a:ext cx="733425" cy="684212"/>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hteck 42">
              <a:extLst>
                <a:ext uri="{FF2B5EF4-FFF2-40B4-BE49-F238E27FC236}">
                  <a16:creationId xmlns:a16="http://schemas.microsoft.com/office/drawing/2014/main" id="{CE15FFA5-549A-417B-A278-10F761D3342D}"/>
                </a:ext>
              </a:extLst>
            </p:cNvPr>
            <p:cNvSpPr/>
            <p:nvPr/>
          </p:nvSpPr>
          <p:spPr>
            <a:xfrm>
              <a:off x="9569054" y="1052513"/>
              <a:ext cx="733425" cy="684212"/>
            </a:xfrm>
            <a:prstGeom prst="rect">
              <a:avLst/>
            </a:prstGeom>
            <a:solidFill>
              <a:srgbClr val="323F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hteck 43">
              <a:extLst>
                <a:ext uri="{FF2B5EF4-FFF2-40B4-BE49-F238E27FC236}">
                  <a16:creationId xmlns:a16="http://schemas.microsoft.com/office/drawing/2014/main" id="{BCA40B61-6453-41D0-BD2B-4309F57036C7}"/>
                </a:ext>
              </a:extLst>
            </p:cNvPr>
            <p:cNvSpPr/>
            <p:nvPr/>
          </p:nvSpPr>
          <p:spPr>
            <a:xfrm>
              <a:off x="10848975" y="1052513"/>
              <a:ext cx="733425" cy="684212"/>
            </a:xfrm>
            <a:prstGeom prst="rect">
              <a:avLst/>
            </a:prstGeom>
            <a:solidFill>
              <a:srgbClr val="FFFF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Textfeld 65">
              <a:extLst>
                <a:ext uri="{FF2B5EF4-FFF2-40B4-BE49-F238E27FC236}">
                  <a16:creationId xmlns:a16="http://schemas.microsoft.com/office/drawing/2014/main" id="{10648FA2-0E4E-49FB-9604-036D1C1DD8AC}"/>
                </a:ext>
              </a:extLst>
            </p:cNvPr>
            <p:cNvSpPr txBox="1"/>
            <p:nvPr/>
          </p:nvSpPr>
          <p:spPr>
            <a:xfrm>
              <a:off x="7009210" y="1872060"/>
              <a:ext cx="1200150" cy="615553"/>
            </a:xfrm>
            <a:prstGeom prst="rect">
              <a:avLst/>
            </a:prstGeom>
            <a:noFill/>
          </p:spPr>
          <p:txBody>
            <a:bodyPr wrap="square" lIns="0" tIns="0" rIns="0" bIns="0" rtlCol="0">
              <a:spAutoFit/>
            </a:bodyPr>
            <a:lstStyle/>
            <a:p>
              <a:pPr>
                <a:tabLst>
                  <a:tab pos="360000" algn="l"/>
                </a:tabLst>
              </a:pPr>
              <a:r>
                <a:rPr lang="en-US" sz="800" dirty="0" err="1"/>
                <a:t>Dunkelblau</a:t>
              </a:r>
              <a:endParaRPr lang="en-US" sz="800" dirty="0"/>
            </a:p>
            <a:p>
              <a:pPr>
                <a:tabLst>
                  <a:tab pos="360000" algn="l"/>
                </a:tabLst>
              </a:pPr>
              <a:r>
                <a:rPr lang="en-US" sz="800" dirty="0"/>
                <a:t>Hex	#001450</a:t>
              </a:r>
            </a:p>
            <a:p>
              <a:pPr>
                <a:tabLst>
                  <a:tab pos="360000" algn="l"/>
                </a:tabLst>
              </a:pPr>
              <a:r>
                <a:rPr lang="en-US" sz="800" dirty="0"/>
                <a:t>RGB	0 / 20 / 80</a:t>
              </a:r>
            </a:p>
            <a:p>
              <a:pPr>
                <a:tabLst>
                  <a:tab pos="360000" algn="l"/>
                </a:tabLst>
              </a:pPr>
              <a:r>
                <a:rPr lang="en-US" sz="800" dirty="0"/>
                <a:t>CMYK	100 / 70 </a:t>
              </a:r>
              <a:r>
                <a:rPr lang="en-US" sz="800"/>
                <a:t>/ 10 </a:t>
              </a:r>
              <a:r>
                <a:rPr lang="en-US" sz="800" dirty="0"/>
                <a:t>/ 60</a:t>
              </a:r>
            </a:p>
            <a:p>
              <a:pPr>
                <a:tabLst>
                  <a:tab pos="360000" algn="l"/>
                </a:tabLst>
              </a:pPr>
              <a:r>
                <a:rPr lang="en-US" sz="800" dirty="0"/>
                <a:t>NCS	7020-R70B</a:t>
              </a:r>
            </a:p>
          </p:txBody>
        </p:sp>
        <p:sp>
          <p:nvSpPr>
            <p:cNvPr id="67" name="Textfeld 66">
              <a:extLst>
                <a:ext uri="{FF2B5EF4-FFF2-40B4-BE49-F238E27FC236}">
                  <a16:creationId xmlns:a16="http://schemas.microsoft.com/office/drawing/2014/main" id="{28BF8421-3AF0-48E1-9F0C-05D94C393A78}"/>
                </a:ext>
              </a:extLst>
            </p:cNvPr>
            <p:cNvSpPr txBox="1"/>
            <p:nvPr/>
          </p:nvSpPr>
          <p:spPr>
            <a:xfrm>
              <a:off x="8289132" y="1872060"/>
              <a:ext cx="1200150" cy="615553"/>
            </a:xfrm>
            <a:prstGeom prst="rect">
              <a:avLst/>
            </a:prstGeom>
            <a:noFill/>
          </p:spPr>
          <p:txBody>
            <a:bodyPr wrap="square" lIns="0" tIns="0" rIns="0" bIns="0" rtlCol="0">
              <a:spAutoFit/>
            </a:bodyPr>
            <a:lstStyle/>
            <a:p>
              <a:pPr>
                <a:tabLst>
                  <a:tab pos="360000" algn="l"/>
                </a:tabLst>
              </a:pPr>
              <a:r>
                <a:rPr lang="nn-NO" sz="800" dirty="0"/>
                <a:t>Schwarz</a:t>
              </a:r>
            </a:p>
            <a:p>
              <a:pPr>
                <a:tabLst>
                  <a:tab pos="360000" algn="l"/>
                </a:tabLst>
              </a:pPr>
              <a:r>
                <a:rPr lang="nn-NO" sz="800" dirty="0"/>
                <a:t>Hex	#00000</a:t>
              </a:r>
            </a:p>
            <a:p>
              <a:pPr>
                <a:tabLst>
                  <a:tab pos="360000" algn="l"/>
                </a:tabLst>
              </a:pPr>
              <a:r>
                <a:rPr lang="nn-NO" sz="800" dirty="0"/>
                <a:t>RGB	0 / 0 / 0</a:t>
              </a:r>
            </a:p>
            <a:p>
              <a:pPr>
                <a:tabLst>
                  <a:tab pos="360000" algn="l"/>
                </a:tabLst>
              </a:pPr>
              <a:r>
                <a:rPr lang="nn-NO" sz="800" dirty="0"/>
                <a:t>CMYK	0 / 0 / 0 / 100</a:t>
              </a:r>
            </a:p>
            <a:p>
              <a:pPr>
                <a:tabLst>
                  <a:tab pos="360000" algn="l"/>
                </a:tabLst>
              </a:pPr>
              <a:r>
                <a:rPr lang="nn-NO" sz="800" dirty="0"/>
                <a:t>NCS	9000-N</a:t>
              </a:r>
              <a:endParaRPr lang="en-US" sz="800" dirty="0"/>
            </a:p>
          </p:txBody>
        </p:sp>
        <p:sp>
          <p:nvSpPr>
            <p:cNvPr id="68" name="Textfeld 67">
              <a:extLst>
                <a:ext uri="{FF2B5EF4-FFF2-40B4-BE49-F238E27FC236}">
                  <a16:creationId xmlns:a16="http://schemas.microsoft.com/office/drawing/2014/main" id="{FC2833BB-3657-4CB9-87DF-B812D7EC31FE}"/>
                </a:ext>
              </a:extLst>
            </p:cNvPr>
            <p:cNvSpPr txBox="1"/>
            <p:nvPr/>
          </p:nvSpPr>
          <p:spPr>
            <a:xfrm>
              <a:off x="9569054" y="1872060"/>
              <a:ext cx="1200150" cy="615553"/>
            </a:xfrm>
            <a:prstGeom prst="rect">
              <a:avLst/>
            </a:prstGeom>
            <a:noFill/>
          </p:spPr>
          <p:txBody>
            <a:bodyPr wrap="square" lIns="0" tIns="0" rIns="0" bIns="0" rtlCol="0">
              <a:spAutoFit/>
            </a:bodyPr>
            <a:lstStyle/>
            <a:p>
              <a:pPr>
                <a:tabLst>
                  <a:tab pos="360000" algn="l"/>
                </a:tabLst>
              </a:pPr>
              <a:r>
                <a:rPr lang="en-US" sz="800" dirty="0"/>
                <a:t>Grau 100%</a:t>
              </a:r>
            </a:p>
            <a:p>
              <a:pPr>
                <a:tabLst>
                  <a:tab pos="360000" algn="l"/>
                </a:tabLst>
              </a:pPr>
              <a:r>
                <a:rPr lang="en-US" sz="800" dirty="0"/>
                <a:t>Hex	#323F4B</a:t>
              </a:r>
            </a:p>
            <a:p>
              <a:pPr>
                <a:tabLst>
                  <a:tab pos="360000" algn="l"/>
                </a:tabLst>
              </a:pPr>
              <a:r>
                <a:rPr lang="en-US" sz="800" dirty="0"/>
                <a:t>RGB	50 / 63 / 75</a:t>
              </a:r>
            </a:p>
            <a:p>
              <a:pPr>
                <a:tabLst>
                  <a:tab pos="360000" algn="l"/>
                </a:tabLst>
              </a:pPr>
              <a:r>
                <a:rPr lang="en-US" sz="800" dirty="0"/>
                <a:t>CMYK	45 / 20 / 5 / 80</a:t>
              </a:r>
            </a:p>
            <a:p>
              <a:pPr>
                <a:tabLst>
                  <a:tab pos="360000" algn="l"/>
                </a:tabLst>
              </a:pPr>
              <a:r>
                <a:rPr lang="en-US" sz="800" dirty="0"/>
                <a:t>NCS	8005-R80B</a:t>
              </a:r>
            </a:p>
          </p:txBody>
        </p:sp>
        <p:sp>
          <p:nvSpPr>
            <p:cNvPr id="69" name="Textfeld 68">
              <a:extLst>
                <a:ext uri="{FF2B5EF4-FFF2-40B4-BE49-F238E27FC236}">
                  <a16:creationId xmlns:a16="http://schemas.microsoft.com/office/drawing/2014/main" id="{2D11A905-2C95-4A86-9012-FE6F990FD455}"/>
                </a:ext>
              </a:extLst>
            </p:cNvPr>
            <p:cNvSpPr txBox="1"/>
            <p:nvPr/>
          </p:nvSpPr>
          <p:spPr>
            <a:xfrm>
              <a:off x="10848975" y="1872060"/>
              <a:ext cx="1200150" cy="615553"/>
            </a:xfrm>
            <a:prstGeom prst="rect">
              <a:avLst/>
            </a:prstGeom>
            <a:noFill/>
          </p:spPr>
          <p:txBody>
            <a:bodyPr wrap="square" lIns="0" tIns="0" rIns="0" bIns="0" rtlCol="0">
              <a:spAutoFit/>
            </a:bodyPr>
            <a:lstStyle/>
            <a:p>
              <a:pPr>
                <a:tabLst>
                  <a:tab pos="360000" algn="l"/>
                </a:tabLst>
              </a:pPr>
              <a:r>
                <a:rPr lang="en-US" sz="800" dirty="0" err="1"/>
                <a:t>Weiß</a:t>
              </a:r>
              <a:endParaRPr lang="en-US" sz="800" dirty="0"/>
            </a:p>
            <a:p>
              <a:pPr>
                <a:tabLst>
                  <a:tab pos="360000" algn="l"/>
                </a:tabLst>
              </a:pPr>
              <a:r>
                <a:rPr lang="en-US" sz="800" dirty="0"/>
                <a:t>Hex	#FFFFFF</a:t>
              </a:r>
            </a:p>
            <a:p>
              <a:pPr>
                <a:tabLst>
                  <a:tab pos="360000" algn="l"/>
                </a:tabLst>
              </a:pPr>
              <a:r>
                <a:rPr lang="en-US" sz="800" dirty="0"/>
                <a:t>RGB	255 / 255 / 255</a:t>
              </a:r>
            </a:p>
            <a:p>
              <a:pPr>
                <a:tabLst>
                  <a:tab pos="360000" algn="l"/>
                </a:tabLst>
              </a:pPr>
              <a:r>
                <a:rPr lang="en-US" sz="800" dirty="0"/>
                <a:t>CMYK	0 / 0 / 0 / 0</a:t>
              </a:r>
            </a:p>
            <a:p>
              <a:pPr>
                <a:tabLst>
                  <a:tab pos="360000" algn="l"/>
                </a:tabLst>
              </a:pPr>
              <a:r>
                <a:rPr lang="en-US" sz="800" dirty="0"/>
                <a:t>NCS	0300-N</a:t>
              </a:r>
            </a:p>
          </p:txBody>
        </p:sp>
      </p:grpSp>
    </p:spTree>
    <p:extLst>
      <p:ext uri="{BB962C8B-B14F-4D97-AF65-F5344CB8AC3E}">
        <p14:creationId xmlns:p14="http://schemas.microsoft.com/office/powerpoint/2010/main" val="37504837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 name="Textfeld 10"/>
          <p:cNvSpPr/>
          <p:nvPr/>
        </p:nvSpPr>
        <p:spPr>
          <a:xfrm>
            <a:off x="613296" y="969121"/>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Personen </a:t>
            </a:r>
          </a:p>
        </p:txBody>
      </p:sp>
      <p:pic>
        <p:nvPicPr>
          <p:cNvPr id="117" name="Grafik 5"/>
          <p:cNvPicPr/>
          <p:nvPr/>
        </p:nvPicPr>
        <p:blipFill>
          <a:blip>
            <a:extLst>
              <a:ext uri="{96DAC541-7B7A-43D3-8B79-37D633B846F1}">
                <asvg:svgBlip xmlns:asvg="http://schemas.microsoft.com/office/drawing/2016/SVG/main" r:embed="rId3"/>
              </a:ext>
            </a:extLst>
          </a:blip>
          <a:stretch/>
        </p:blipFill>
        <p:spPr>
          <a:xfrm>
            <a:off x="897480" y="1403280"/>
            <a:ext cx="190080" cy="456840"/>
          </a:xfrm>
          <a:prstGeom prst="rect">
            <a:avLst/>
          </a:prstGeom>
          <a:noFill/>
          <a:ln w="0">
            <a:noFill/>
          </a:ln>
        </p:spPr>
      </p:pic>
      <p:pic>
        <p:nvPicPr>
          <p:cNvPr id="118" name="Grafik 7"/>
          <p:cNvPicPr/>
          <p:nvPr/>
        </p:nvPicPr>
        <p:blipFill>
          <a:blip>
            <a:extLst>
              <a:ext uri="{96DAC541-7B7A-43D3-8B79-37D633B846F1}">
                <asvg:svgBlip xmlns:asvg="http://schemas.microsoft.com/office/drawing/2016/SVG/main" r:embed="rId4"/>
              </a:ext>
            </a:extLst>
          </a:blip>
          <a:stretch/>
        </p:blipFill>
        <p:spPr>
          <a:xfrm>
            <a:off x="1676520" y="1403280"/>
            <a:ext cx="190440" cy="456840"/>
          </a:xfrm>
          <a:prstGeom prst="rect">
            <a:avLst/>
          </a:prstGeom>
          <a:noFill/>
          <a:ln w="0">
            <a:noFill/>
          </a:ln>
        </p:spPr>
      </p:pic>
      <p:pic>
        <p:nvPicPr>
          <p:cNvPr id="119" name="Grafik 9"/>
          <p:cNvPicPr/>
          <p:nvPr/>
        </p:nvPicPr>
        <p:blipFill>
          <a:blip>
            <a:extLst>
              <a:ext uri="{96DAC541-7B7A-43D3-8B79-37D633B846F1}">
                <asvg:svgBlip xmlns:asvg="http://schemas.microsoft.com/office/drawing/2016/SVG/main" r:embed="rId5"/>
              </a:ext>
            </a:extLst>
          </a:blip>
          <a:stretch/>
        </p:blipFill>
        <p:spPr>
          <a:xfrm>
            <a:off x="2468520" y="1432080"/>
            <a:ext cx="276840" cy="399600"/>
          </a:xfrm>
          <a:prstGeom prst="rect">
            <a:avLst/>
          </a:prstGeom>
          <a:noFill/>
          <a:ln w="0">
            <a:noFill/>
          </a:ln>
        </p:spPr>
      </p:pic>
      <p:pic>
        <p:nvPicPr>
          <p:cNvPr id="120" name="Grafik 11"/>
          <p:cNvPicPr/>
          <p:nvPr/>
        </p:nvPicPr>
        <p:blipFill>
          <a:blip>
            <a:extLst>
              <a:ext uri="{96DAC541-7B7A-43D3-8B79-37D633B846F1}">
                <asvg:svgBlip xmlns:asvg="http://schemas.microsoft.com/office/drawing/2016/SVG/main" r:embed="rId6"/>
              </a:ext>
            </a:extLst>
          </a:blip>
          <a:stretch/>
        </p:blipFill>
        <p:spPr>
          <a:xfrm>
            <a:off x="3290431" y="1469436"/>
            <a:ext cx="228240" cy="376616"/>
          </a:xfrm>
          <a:prstGeom prst="rect">
            <a:avLst/>
          </a:prstGeom>
          <a:noFill/>
          <a:ln w="0">
            <a:noFill/>
          </a:ln>
        </p:spPr>
      </p:pic>
      <p:pic>
        <p:nvPicPr>
          <p:cNvPr id="121" name="Grafik 13"/>
          <p:cNvPicPr/>
          <p:nvPr/>
        </p:nvPicPr>
        <p:blipFill>
          <a:blip>
            <a:extLst>
              <a:ext uri="{96DAC541-7B7A-43D3-8B79-37D633B846F1}">
                <asvg:svgBlip xmlns:asvg="http://schemas.microsoft.com/office/drawing/2016/SVG/main" r:embed="rId7"/>
              </a:ext>
            </a:extLst>
          </a:blip>
          <a:stretch/>
        </p:blipFill>
        <p:spPr>
          <a:xfrm>
            <a:off x="4167720" y="1403280"/>
            <a:ext cx="456840" cy="456840"/>
          </a:xfrm>
          <a:prstGeom prst="rect">
            <a:avLst/>
          </a:prstGeom>
          <a:noFill/>
          <a:ln w="0">
            <a:noFill/>
          </a:ln>
        </p:spPr>
      </p:pic>
      <p:pic>
        <p:nvPicPr>
          <p:cNvPr id="122" name="Grafik 15"/>
          <p:cNvPicPr/>
          <p:nvPr/>
        </p:nvPicPr>
        <p:blipFill>
          <a:blip>
            <a:extLst>
              <a:ext uri="{96DAC541-7B7A-43D3-8B79-37D633B846F1}">
                <asvg:svgBlip xmlns:asvg="http://schemas.microsoft.com/office/drawing/2016/SVG/main" r:embed="rId8"/>
              </a:ext>
            </a:extLst>
          </a:blip>
          <a:stretch/>
        </p:blipFill>
        <p:spPr>
          <a:xfrm>
            <a:off x="5152234" y="1527120"/>
            <a:ext cx="623160" cy="304560"/>
          </a:xfrm>
          <a:prstGeom prst="rect">
            <a:avLst/>
          </a:prstGeom>
          <a:noFill/>
          <a:ln w="0">
            <a:noFill/>
          </a:ln>
        </p:spPr>
      </p:pic>
      <p:pic>
        <p:nvPicPr>
          <p:cNvPr id="123" name="Grafik 17"/>
          <p:cNvPicPr/>
          <p:nvPr/>
        </p:nvPicPr>
        <p:blipFill>
          <a:blip>
            <a:extLst>
              <a:ext uri="{96DAC541-7B7A-43D3-8B79-37D633B846F1}">
                <asvg:svgBlip xmlns:asvg="http://schemas.microsoft.com/office/drawing/2016/SVG/main" r:embed="rId9"/>
              </a:ext>
            </a:extLst>
          </a:blip>
          <a:stretch/>
        </p:blipFill>
        <p:spPr>
          <a:xfrm>
            <a:off x="6310080" y="1432080"/>
            <a:ext cx="495000" cy="399600"/>
          </a:xfrm>
          <a:prstGeom prst="rect">
            <a:avLst/>
          </a:prstGeom>
          <a:noFill/>
          <a:ln w="0">
            <a:noFill/>
          </a:ln>
        </p:spPr>
      </p:pic>
      <p:pic>
        <p:nvPicPr>
          <p:cNvPr id="124" name="Grafik 19"/>
          <p:cNvPicPr/>
          <p:nvPr/>
        </p:nvPicPr>
        <p:blipFill>
          <a:blip>
            <a:extLst>
              <a:ext uri="{96DAC541-7B7A-43D3-8B79-37D633B846F1}">
                <asvg:svgBlip xmlns:asvg="http://schemas.microsoft.com/office/drawing/2016/SVG/main" r:embed="rId10"/>
              </a:ext>
            </a:extLst>
          </a:blip>
          <a:stretch/>
        </p:blipFill>
        <p:spPr>
          <a:xfrm>
            <a:off x="7285320" y="1432080"/>
            <a:ext cx="209160" cy="399600"/>
          </a:xfrm>
          <a:prstGeom prst="rect">
            <a:avLst/>
          </a:prstGeom>
          <a:noFill/>
          <a:ln w="0">
            <a:noFill/>
          </a:ln>
        </p:spPr>
      </p:pic>
      <p:pic>
        <p:nvPicPr>
          <p:cNvPr id="125" name="Grafik 21"/>
          <p:cNvPicPr/>
          <p:nvPr/>
        </p:nvPicPr>
        <p:blipFill>
          <a:blip>
            <a:extLst>
              <a:ext uri="{96DAC541-7B7A-43D3-8B79-37D633B846F1}">
                <asvg:svgBlip xmlns:asvg="http://schemas.microsoft.com/office/drawing/2016/SVG/main" r:embed="rId11"/>
              </a:ext>
            </a:extLst>
          </a:blip>
          <a:stretch/>
        </p:blipFill>
        <p:spPr>
          <a:xfrm>
            <a:off x="8057880" y="1391400"/>
            <a:ext cx="393120" cy="480600"/>
          </a:xfrm>
          <a:prstGeom prst="rect">
            <a:avLst/>
          </a:prstGeom>
          <a:noFill/>
          <a:ln w="0">
            <a:noFill/>
          </a:ln>
        </p:spPr>
      </p:pic>
      <p:pic>
        <p:nvPicPr>
          <p:cNvPr id="126" name="Grafik 23"/>
          <p:cNvPicPr/>
          <p:nvPr/>
        </p:nvPicPr>
        <p:blipFill>
          <a:blip>
            <a:extLst>
              <a:ext uri="{96DAC541-7B7A-43D3-8B79-37D633B846F1}">
                <asvg:svgBlip xmlns:asvg="http://schemas.microsoft.com/office/drawing/2016/SVG/main" r:embed="rId12"/>
              </a:ext>
            </a:extLst>
          </a:blip>
          <a:stretch/>
        </p:blipFill>
        <p:spPr>
          <a:xfrm>
            <a:off x="879120" y="2719440"/>
            <a:ext cx="399600" cy="399600"/>
          </a:xfrm>
          <a:prstGeom prst="rect">
            <a:avLst/>
          </a:prstGeom>
          <a:noFill/>
          <a:ln w="0">
            <a:noFill/>
          </a:ln>
        </p:spPr>
      </p:pic>
      <p:pic>
        <p:nvPicPr>
          <p:cNvPr id="127" name="Grafik 25"/>
          <p:cNvPicPr/>
          <p:nvPr/>
        </p:nvPicPr>
        <p:blipFill>
          <a:blip>
            <a:extLst>
              <a:ext uri="{96DAC541-7B7A-43D3-8B79-37D633B846F1}">
                <asvg:svgBlip xmlns:asvg="http://schemas.microsoft.com/office/drawing/2016/SVG/main" r:embed="rId13"/>
              </a:ext>
            </a:extLst>
          </a:blip>
          <a:stretch/>
        </p:blipFill>
        <p:spPr>
          <a:xfrm>
            <a:off x="2502074" y="2778300"/>
            <a:ext cx="342720" cy="380520"/>
          </a:xfrm>
          <a:prstGeom prst="rect">
            <a:avLst/>
          </a:prstGeom>
          <a:noFill/>
          <a:ln w="0">
            <a:noFill/>
          </a:ln>
        </p:spPr>
      </p:pic>
      <p:pic>
        <p:nvPicPr>
          <p:cNvPr id="128" name="Grafik 27"/>
          <p:cNvPicPr/>
          <p:nvPr/>
        </p:nvPicPr>
        <p:blipFill>
          <a:blip>
            <a:extLst>
              <a:ext uri="{96DAC541-7B7A-43D3-8B79-37D633B846F1}">
                <asvg:svgBlip xmlns:asvg="http://schemas.microsoft.com/office/drawing/2016/SVG/main" r:embed="rId14"/>
              </a:ext>
            </a:extLst>
          </a:blip>
          <a:stretch/>
        </p:blipFill>
        <p:spPr>
          <a:xfrm>
            <a:off x="3305026" y="2795580"/>
            <a:ext cx="456840" cy="247320"/>
          </a:xfrm>
          <a:prstGeom prst="rect">
            <a:avLst/>
          </a:prstGeom>
          <a:noFill/>
          <a:ln w="0">
            <a:noFill/>
          </a:ln>
        </p:spPr>
      </p:pic>
      <p:pic>
        <p:nvPicPr>
          <p:cNvPr id="129" name="Grafik 29"/>
          <p:cNvPicPr/>
          <p:nvPr/>
        </p:nvPicPr>
        <p:blipFill>
          <a:blip>
            <a:extLst>
              <a:ext uri="{96DAC541-7B7A-43D3-8B79-37D633B846F1}">
                <asvg:svgBlip xmlns:asvg="http://schemas.microsoft.com/office/drawing/2016/SVG/main" r:embed="rId15"/>
              </a:ext>
            </a:extLst>
          </a:blip>
          <a:stretch/>
        </p:blipFill>
        <p:spPr>
          <a:xfrm>
            <a:off x="4222098" y="2730780"/>
            <a:ext cx="456840" cy="361440"/>
          </a:xfrm>
          <a:prstGeom prst="rect">
            <a:avLst/>
          </a:prstGeom>
          <a:noFill/>
          <a:ln w="0">
            <a:noFill/>
          </a:ln>
        </p:spPr>
      </p:pic>
      <p:pic>
        <p:nvPicPr>
          <p:cNvPr id="130" name="Grafik 31"/>
          <p:cNvPicPr/>
          <p:nvPr/>
        </p:nvPicPr>
        <p:blipFill>
          <a:blip>
            <a:extLst>
              <a:ext uri="{96DAC541-7B7A-43D3-8B79-37D633B846F1}">
                <asvg:svgBlip xmlns:asvg="http://schemas.microsoft.com/office/drawing/2016/SVG/main" r:embed="rId16"/>
              </a:ext>
            </a:extLst>
          </a:blip>
          <a:stretch/>
        </p:blipFill>
        <p:spPr>
          <a:xfrm>
            <a:off x="5318423" y="2730780"/>
            <a:ext cx="380520" cy="417240"/>
          </a:xfrm>
          <a:prstGeom prst="rect">
            <a:avLst/>
          </a:prstGeom>
          <a:noFill/>
          <a:ln w="0">
            <a:noFill/>
          </a:ln>
        </p:spPr>
      </p:pic>
      <p:pic>
        <p:nvPicPr>
          <p:cNvPr id="131" name="Grafik 33"/>
          <p:cNvPicPr/>
          <p:nvPr/>
        </p:nvPicPr>
        <p:blipFill>
          <a:blip>
            <a:extLst>
              <a:ext uri="{96DAC541-7B7A-43D3-8B79-37D633B846F1}">
                <asvg:svgBlip xmlns:asvg="http://schemas.microsoft.com/office/drawing/2016/SVG/main" r:embed="rId17"/>
              </a:ext>
            </a:extLst>
          </a:blip>
          <a:stretch/>
        </p:blipFill>
        <p:spPr>
          <a:xfrm>
            <a:off x="6285600" y="2776500"/>
            <a:ext cx="456840" cy="285480"/>
          </a:xfrm>
          <a:prstGeom prst="rect">
            <a:avLst/>
          </a:prstGeom>
          <a:noFill/>
          <a:ln w="0">
            <a:noFill/>
          </a:ln>
        </p:spPr>
      </p:pic>
      <p:pic>
        <p:nvPicPr>
          <p:cNvPr id="132" name="Grafik 35"/>
          <p:cNvPicPr/>
          <p:nvPr/>
        </p:nvPicPr>
        <p:blipFill>
          <a:blip>
            <a:extLst>
              <a:ext uri="{96DAC541-7B7A-43D3-8B79-37D633B846F1}">
                <asvg:svgBlip xmlns:asvg="http://schemas.microsoft.com/office/drawing/2016/SVG/main" r:embed="rId18"/>
              </a:ext>
            </a:extLst>
          </a:blip>
          <a:stretch/>
        </p:blipFill>
        <p:spPr>
          <a:xfrm>
            <a:off x="1689374" y="2721309"/>
            <a:ext cx="380520" cy="380520"/>
          </a:xfrm>
          <a:prstGeom prst="rect">
            <a:avLst/>
          </a:prstGeom>
          <a:noFill/>
          <a:ln w="0">
            <a:noFill/>
          </a:ln>
        </p:spPr>
      </p:pic>
      <p:pic>
        <p:nvPicPr>
          <p:cNvPr id="133" name="Grafik 37"/>
          <p:cNvPicPr/>
          <p:nvPr/>
        </p:nvPicPr>
        <p:blipFill>
          <a:blip>
            <a:extLst>
              <a:ext uri="{96DAC541-7B7A-43D3-8B79-37D633B846F1}">
                <asvg:svgBlip xmlns:asvg="http://schemas.microsoft.com/office/drawing/2016/SVG/main" r:embed="rId19"/>
              </a:ext>
            </a:extLst>
          </a:blip>
          <a:stretch/>
        </p:blipFill>
        <p:spPr>
          <a:xfrm>
            <a:off x="887400" y="3919320"/>
            <a:ext cx="437760" cy="380520"/>
          </a:xfrm>
          <a:prstGeom prst="rect">
            <a:avLst/>
          </a:prstGeom>
          <a:noFill/>
          <a:ln w="0">
            <a:noFill/>
          </a:ln>
        </p:spPr>
      </p:pic>
      <p:pic>
        <p:nvPicPr>
          <p:cNvPr id="134" name="Grafik 39"/>
          <p:cNvPicPr/>
          <p:nvPr/>
        </p:nvPicPr>
        <p:blipFill>
          <a:blip>
            <a:extLst>
              <a:ext uri="{96DAC541-7B7A-43D3-8B79-37D633B846F1}">
                <asvg:svgBlip xmlns:asvg="http://schemas.microsoft.com/office/drawing/2016/SVG/main" r:embed="rId20"/>
              </a:ext>
            </a:extLst>
          </a:blip>
          <a:stretch/>
        </p:blipFill>
        <p:spPr>
          <a:xfrm>
            <a:off x="1634040" y="3909960"/>
            <a:ext cx="456840" cy="399600"/>
          </a:xfrm>
          <a:prstGeom prst="rect">
            <a:avLst/>
          </a:prstGeom>
          <a:noFill/>
          <a:ln w="0">
            <a:noFill/>
          </a:ln>
        </p:spPr>
      </p:pic>
      <p:pic>
        <p:nvPicPr>
          <p:cNvPr id="135" name="Grafik 41"/>
          <p:cNvPicPr/>
          <p:nvPr/>
        </p:nvPicPr>
        <p:blipFill>
          <a:blip>
            <a:extLst>
              <a:ext uri="{96DAC541-7B7A-43D3-8B79-37D633B846F1}">
                <asvg:svgBlip xmlns:asvg="http://schemas.microsoft.com/office/drawing/2016/SVG/main" r:embed="rId21"/>
              </a:ext>
            </a:extLst>
          </a:blip>
          <a:stretch/>
        </p:blipFill>
        <p:spPr>
          <a:xfrm>
            <a:off x="2484360" y="3919320"/>
            <a:ext cx="418680" cy="380520"/>
          </a:xfrm>
          <a:prstGeom prst="rect">
            <a:avLst/>
          </a:prstGeom>
          <a:noFill/>
          <a:ln w="0">
            <a:noFill/>
          </a:ln>
        </p:spPr>
      </p:pic>
      <p:pic>
        <p:nvPicPr>
          <p:cNvPr id="136" name="Grafik 43"/>
          <p:cNvPicPr/>
          <p:nvPr/>
        </p:nvPicPr>
        <p:blipFill>
          <a:blip>
            <a:extLst>
              <a:ext uri="{96DAC541-7B7A-43D3-8B79-37D633B846F1}">
                <asvg:svgBlip xmlns:asvg="http://schemas.microsoft.com/office/drawing/2016/SVG/main" r:embed="rId22"/>
              </a:ext>
            </a:extLst>
          </a:blip>
          <a:stretch/>
        </p:blipFill>
        <p:spPr>
          <a:xfrm>
            <a:off x="3326040" y="3895920"/>
            <a:ext cx="470160" cy="427320"/>
          </a:xfrm>
          <a:prstGeom prst="rect">
            <a:avLst/>
          </a:prstGeom>
          <a:noFill/>
          <a:ln w="0">
            <a:noFill/>
          </a:ln>
        </p:spPr>
      </p:pic>
      <p:pic>
        <p:nvPicPr>
          <p:cNvPr id="137" name="Grafik 45"/>
          <p:cNvPicPr/>
          <p:nvPr/>
        </p:nvPicPr>
        <p:blipFill>
          <a:blip>
            <a:extLst>
              <a:ext uri="{96DAC541-7B7A-43D3-8B79-37D633B846F1}">
                <asvg:svgBlip xmlns:asvg="http://schemas.microsoft.com/office/drawing/2016/SVG/main" r:embed="rId23"/>
              </a:ext>
            </a:extLst>
          </a:blip>
          <a:stretch/>
        </p:blipFill>
        <p:spPr>
          <a:xfrm>
            <a:off x="4295160" y="3895920"/>
            <a:ext cx="383760" cy="403920"/>
          </a:xfrm>
          <a:prstGeom prst="rect">
            <a:avLst/>
          </a:prstGeom>
          <a:noFill/>
          <a:ln w="0">
            <a:noFill/>
          </a:ln>
        </p:spPr>
      </p:pic>
      <p:pic>
        <p:nvPicPr>
          <p:cNvPr id="138" name="Grafik 47"/>
          <p:cNvPicPr/>
          <p:nvPr/>
        </p:nvPicPr>
        <p:blipFill>
          <a:blip>
            <a:extLst>
              <a:ext uri="{96DAC541-7B7A-43D3-8B79-37D633B846F1}">
                <asvg:svgBlip xmlns:asvg="http://schemas.microsoft.com/office/drawing/2016/SVG/main" r:embed="rId24"/>
              </a:ext>
            </a:extLst>
          </a:blip>
          <a:stretch/>
        </p:blipFill>
        <p:spPr>
          <a:xfrm>
            <a:off x="5265000" y="3974400"/>
            <a:ext cx="489600" cy="417240"/>
          </a:xfrm>
          <a:prstGeom prst="rect">
            <a:avLst/>
          </a:prstGeom>
          <a:noFill/>
          <a:ln w="0">
            <a:noFill/>
          </a:ln>
        </p:spPr>
      </p:pic>
      <p:pic>
        <p:nvPicPr>
          <p:cNvPr id="139" name="Grafik 49"/>
          <p:cNvPicPr/>
          <p:nvPr/>
        </p:nvPicPr>
        <p:blipFill>
          <a:blip>
            <a:extLst>
              <a:ext uri="{96DAC541-7B7A-43D3-8B79-37D633B846F1}">
                <asvg:svgBlip xmlns:asvg="http://schemas.microsoft.com/office/drawing/2016/SVG/main" r:embed="rId25"/>
              </a:ext>
            </a:extLst>
          </a:blip>
          <a:stretch/>
        </p:blipFill>
        <p:spPr>
          <a:xfrm>
            <a:off x="6285600" y="3909960"/>
            <a:ext cx="475920" cy="399600"/>
          </a:xfrm>
          <a:prstGeom prst="rect">
            <a:avLst/>
          </a:prstGeom>
          <a:noFill/>
          <a:ln w="0">
            <a:noFill/>
          </a:ln>
        </p:spPr>
      </p:pic>
      <p:pic>
        <p:nvPicPr>
          <p:cNvPr id="140" name="Grafik 51"/>
          <p:cNvPicPr/>
          <p:nvPr/>
        </p:nvPicPr>
        <p:blipFill>
          <a:blip>
            <a:extLst>
              <a:ext uri="{96DAC541-7B7A-43D3-8B79-37D633B846F1}">
                <asvg:svgBlip xmlns:asvg="http://schemas.microsoft.com/office/drawing/2016/SVG/main" r:embed="rId26"/>
              </a:ext>
            </a:extLst>
          </a:blip>
          <a:stretch/>
        </p:blipFill>
        <p:spPr>
          <a:xfrm>
            <a:off x="7285320" y="3900240"/>
            <a:ext cx="380520" cy="418680"/>
          </a:xfrm>
          <a:prstGeom prst="rect">
            <a:avLst/>
          </a:prstGeom>
          <a:noFill/>
          <a:ln w="0">
            <a:noFill/>
          </a:ln>
        </p:spPr>
      </p:pic>
      <p:pic>
        <p:nvPicPr>
          <p:cNvPr id="141" name="Grafik 53"/>
          <p:cNvPicPr/>
          <p:nvPr/>
        </p:nvPicPr>
        <p:blipFill>
          <a:blip>
            <a:extLst>
              <a:ext uri="{96DAC541-7B7A-43D3-8B79-37D633B846F1}">
                <asvg:svgBlip xmlns:asvg="http://schemas.microsoft.com/office/drawing/2016/SVG/main" r:embed="rId27"/>
              </a:ext>
            </a:extLst>
          </a:blip>
          <a:stretch/>
        </p:blipFill>
        <p:spPr>
          <a:xfrm>
            <a:off x="8178480" y="3900240"/>
            <a:ext cx="361440" cy="418680"/>
          </a:xfrm>
          <a:prstGeom prst="rect">
            <a:avLst/>
          </a:prstGeom>
          <a:noFill/>
          <a:ln w="0">
            <a:noFill/>
          </a:ln>
        </p:spPr>
      </p:pic>
      <p:pic>
        <p:nvPicPr>
          <p:cNvPr id="142" name="Grafik 55"/>
          <p:cNvPicPr/>
          <p:nvPr/>
        </p:nvPicPr>
        <p:blipFill>
          <a:blip>
            <a:extLst>
              <a:ext uri="{96DAC541-7B7A-43D3-8B79-37D633B846F1}">
                <asvg:svgBlip xmlns:asvg="http://schemas.microsoft.com/office/drawing/2016/SVG/main" r:embed="rId28"/>
              </a:ext>
            </a:extLst>
          </a:blip>
          <a:stretch/>
        </p:blipFill>
        <p:spPr>
          <a:xfrm>
            <a:off x="9000000" y="3871800"/>
            <a:ext cx="552240" cy="475920"/>
          </a:xfrm>
          <a:prstGeom prst="rect">
            <a:avLst/>
          </a:prstGeom>
          <a:noFill/>
          <a:ln w="0">
            <a:noFill/>
          </a:ln>
        </p:spPr>
      </p:pic>
      <p:pic>
        <p:nvPicPr>
          <p:cNvPr id="143" name="Grafik 57"/>
          <p:cNvPicPr/>
          <p:nvPr/>
        </p:nvPicPr>
        <p:blipFill>
          <a:blip>
            <a:extLst>
              <a:ext uri="{96DAC541-7B7A-43D3-8B79-37D633B846F1}">
                <asvg:svgBlip xmlns:asvg="http://schemas.microsoft.com/office/drawing/2016/SVG/main" r:embed="rId29"/>
              </a:ext>
            </a:extLst>
          </a:blip>
          <a:stretch/>
        </p:blipFill>
        <p:spPr>
          <a:xfrm>
            <a:off x="10015919" y="3878640"/>
            <a:ext cx="416289" cy="475920"/>
          </a:xfrm>
          <a:prstGeom prst="rect">
            <a:avLst/>
          </a:prstGeom>
          <a:noFill/>
          <a:ln w="0">
            <a:noFill/>
          </a:ln>
        </p:spPr>
      </p:pic>
      <p:pic>
        <p:nvPicPr>
          <p:cNvPr id="144" name="Grafik 59"/>
          <p:cNvPicPr/>
          <p:nvPr/>
        </p:nvPicPr>
        <p:blipFill>
          <a:blip>
            <a:extLst>
              <a:ext uri="{96DAC541-7B7A-43D3-8B79-37D633B846F1}">
                <asvg:svgBlip xmlns:asvg="http://schemas.microsoft.com/office/drawing/2016/SVG/main" r:embed="rId30"/>
              </a:ext>
            </a:extLst>
          </a:blip>
          <a:stretch/>
        </p:blipFill>
        <p:spPr>
          <a:xfrm>
            <a:off x="10888920" y="3877200"/>
            <a:ext cx="441424" cy="422640"/>
          </a:xfrm>
          <a:prstGeom prst="rect">
            <a:avLst/>
          </a:prstGeom>
          <a:noFill/>
          <a:ln w="0">
            <a:noFill/>
          </a:ln>
        </p:spPr>
      </p:pic>
      <p:pic>
        <p:nvPicPr>
          <p:cNvPr id="145" name="Grafik 61"/>
          <p:cNvPicPr/>
          <p:nvPr/>
        </p:nvPicPr>
        <p:blipFill>
          <a:blip>
            <a:extLst>
              <a:ext uri="{96DAC541-7B7A-43D3-8B79-37D633B846F1}">
                <asvg:svgBlip xmlns:asvg="http://schemas.microsoft.com/office/drawing/2016/SVG/main" r:embed="rId31"/>
              </a:ext>
            </a:extLst>
          </a:blip>
          <a:stretch/>
        </p:blipFill>
        <p:spPr>
          <a:xfrm>
            <a:off x="871920" y="4598280"/>
            <a:ext cx="456840" cy="437760"/>
          </a:xfrm>
          <a:prstGeom prst="rect">
            <a:avLst/>
          </a:prstGeom>
          <a:noFill/>
          <a:ln w="0">
            <a:noFill/>
          </a:ln>
        </p:spPr>
      </p:pic>
      <p:pic>
        <p:nvPicPr>
          <p:cNvPr id="146" name="Grafik 319"/>
          <p:cNvPicPr/>
          <p:nvPr/>
        </p:nvPicPr>
        <p:blipFill>
          <a:blip>
            <a:extLst>
              <a:ext uri="{96DAC541-7B7A-43D3-8B79-37D633B846F1}">
                <asvg:svgBlip xmlns:asvg="http://schemas.microsoft.com/office/drawing/2016/SVG/main" r:embed="rId32"/>
              </a:ext>
            </a:extLst>
          </a:blip>
          <a:stretch/>
        </p:blipFill>
        <p:spPr>
          <a:xfrm>
            <a:off x="1697760" y="4617360"/>
            <a:ext cx="380520" cy="399600"/>
          </a:xfrm>
          <a:prstGeom prst="rect">
            <a:avLst/>
          </a:prstGeom>
          <a:noFill/>
          <a:ln w="0">
            <a:noFill/>
          </a:ln>
        </p:spPr>
      </p:pic>
      <p:pic>
        <p:nvPicPr>
          <p:cNvPr id="147" name="Grafik 321"/>
          <p:cNvPicPr/>
          <p:nvPr/>
        </p:nvPicPr>
        <p:blipFill>
          <a:blip>
            <a:extLst>
              <a:ext uri="{96DAC541-7B7A-43D3-8B79-37D633B846F1}">
                <asvg:svgBlip xmlns:asvg="http://schemas.microsoft.com/office/drawing/2016/SVG/main" r:embed="rId33"/>
              </a:ext>
            </a:extLst>
          </a:blip>
          <a:stretch/>
        </p:blipFill>
        <p:spPr>
          <a:xfrm>
            <a:off x="2494018" y="4626720"/>
            <a:ext cx="389582" cy="370980"/>
          </a:xfrm>
          <a:prstGeom prst="rect">
            <a:avLst/>
          </a:prstGeom>
          <a:noFill/>
          <a:ln w="0">
            <a:noFill/>
          </a:ln>
        </p:spPr>
      </p:pic>
      <p:pic>
        <p:nvPicPr>
          <p:cNvPr id="148" name="Grafik 323"/>
          <p:cNvPicPr/>
          <p:nvPr/>
        </p:nvPicPr>
        <p:blipFill>
          <a:blip>
            <a:extLst>
              <a:ext uri="{96DAC541-7B7A-43D3-8B79-37D633B846F1}">
                <asvg:svgBlip xmlns:asvg="http://schemas.microsoft.com/office/drawing/2016/SVG/main" r:embed="rId34"/>
              </a:ext>
            </a:extLst>
          </a:blip>
          <a:stretch/>
        </p:blipFill>
        <p:spPr>
          <a:xfrm>
            <a:off x="3323880" y="4618136"/>
            <a:ext cx="389582" cy="408184"/>
          </a:xfrm>
          <a:prstGeom prst="rect">
            <a:avLst/>
          </a:prstGeom>
          <a:noFill/>
          <a:ln w="0">
            <a:noFill/>
          </a:ln>
        </p:spPr>
      </p:pic>
      <p:pic>
        <p:nvPicPr>
          <p:cNvPr id="149" name="Grafik 325"/>
          <p:cNvPicPr/>
          <p:nvPr/>
        </p:nvPicPr>
        <p:blipFill>
          <a:blip>
            <a:extLst>
              <a:ext uri="{96DAC541-7B7A-43D3-8B79-37D633B846F1}">
                <asvg:svgBlip xmlns:asvg="http://schemas.microsoft.com/office/drawing/2016/SVG/main" r:embed="rId35"/>
              </a:ext>
            </a:extLst>
          </a:blip>
          <a:stretch/>
        </p:blipFill>
        <p:spPr>
          <a:xfrm>
            <a:off x="4187160" y="4664880"/>
            <a:ext cx="647280" cy="304560"/>
          </a:xfrm>
          <a:prstGeom prst="rect">
            <a:avLst/>
          </a:prstGeom>
          <a:noFill/>
          <a:ln w="0">
            <a:noFill/>
          </a:ln>
        </p:spPr>
      </p:pic>
      <p:pic>
        <p:nvPicPr>
          <p:cNvPr id="150" name="Grafik 327"/>
          <p:cNvPicPr/>
          <p:nvPr/>
        </p:nvPicPr>
        <p:blipFill>
          <a:blip>
            <a:extLst>
              <a:ext uri="{96DAC541-7B7A-43D3-8B79-37D633B846F1}">
                <asvg:svgBlip xmlns:asvg="http://schemas.microsoft.com/office/drawing/2016/SVG/main" r:embed="rId36"/>
              </a:ext>
            </a:extLst>
          </a:blip>
          <a:stretch/>
        </p:blipFill>
        <p:spPr>
          <a:xfrm>
            <a:off x="5297760" y="4664880"/>
            <a:ext cx="456840" cy="304560"/>
          </a:xfrm>
          <a:prstGeom prst="rect">
            <a:avLst/>
          </a:prstGeom>
          <a:noFill/>
          <a:ln w="0">
            <a:noFill/>
          </a:ln>
        </p:spPr>
      </p:pic>
      <p:pic>
        <p:nvPicPr>
          <p:cNvPr id="155" name="Grafik 337"/>
          <p:cNvPicPr/>
          <p:nvPr/>
        </p:nvPicPr>
        <p:blipFill>
          <a:blip>
            <a:extLst>
              <a:ext uri="{96DAC541-7B7A-43D3-8B79-37D633B846F1}">
                <asvg:svgBlip xmlns:asvg="http://schemas.microsoft.com/office/drawing/2016/SVG/main" r:embed="rId37"/>
              </a:ext>
            </a:extLst>
          </a:blip>
          <a:stretch/>
        </p:blipFill>
        <p:spPr>
          <a:xfrm>
            <a:off x="2547540" y="5378453"/>
            <a:ext cx="317880" cy="392707"/>
          </a:xfrm>
          <a:prstGeom prst="rect">
            <a:avLst/>
          </a:prstGeom>
          <a:noFill/>
          <a:ln w="0">
            <a:noFill/>
          </a:ln>
        </p:spPr>
      </p:pic>
      <p:pic>
        <p:nvPicPr>
          <p:cNvPr id="156" name="Grafik 339"/>
          <p:cNvPicPr/>
          <p:nvPr/>
        </p:nvPicPr>
        <p:blipFill>
          <a:blip>
            <a:extLst>
              <a:ext uri="{96DAC541-7B7A-43D3-8B79-37D633B846F1}">
                <asvg:svgBlip xmlns:asvg="http://schemas.microsoft.com/office/drawing/2016/SVG/main" r:embed="rId38"/>
              </a:ext>
            </a:extLst>
          </a:blip>
          <a:stretch/>
        </p:blipFill>
        <p:spPr>
          <a:xfrm>
            <a:off x="1682280" y="5365800"/>
            <a:ext cx="399600" cy="456480"/>
          </a:xfrm>
          <a:prstGeom prst="rect">
            <a:avLst/>
          </a:prstGeom>
          <a:noFill/>
          <a:ln w="0">
            <a:noFill/>
          </a:ln>
        </p:spPr>
      </p:pic>
      <p:pic>
        <p:nvPicPr>
          <p:cNvPr id="157" name="Grafik 341"/>
          <p:cNvPicPr/>
          <p:nvPr/>
        </p:nvPicPr>
        <p:blipFill>
          <a:blip>
            <a:extLst>
              <a:ext uri="{96DAC541-7B7A-43D3-8B79-37D633B846F1}">
                <asvg:svgBlip xmlns:asvg="http://schemas.microsoft.com/office/drawing/2016/SVG/main" r:embed="rId39"/>
              </a:ext>
            </a:extLst>
          </a:blip>
          <a:stretch/>
        </p:blipFill>
        <p:spPr>
          <a:xfrm>
            <a:off x="887400" y="5365800"/>
            <a:ext cx="383040" cy="435240"/>
          </a:xfrm>
          <a:prstGeom prst="rect">
            <a:avLst/>
          </a:prstGeom>
          <a:noFill/>
          <a:ln w="0">
            <a:noFill/>
          </a:ln>
        </p:spPr>
      </p:pic>
      <p:pic>
        <p:nvPicPr>
          <p:cNvPr id="158" name="Grafik 343"/>
          <p:cNvPicPr/>
          <p:nvPr/>
        </p:nvPicPr>
        <p:blipFill>
          <a:blip>
            <a:extLst>
              <a:ext uri="{96DAC541-7B7A-43D3-8B79-37D633B846F1}">
                <asvg:svgBlip xmlns:asvg="http://schemas.microsoft.com/office/drawing/2016/SVG/main" r:embed="rId40"/>
              </a:ext>
            </a:extLst>
          </a:blip>
          <a:stretch/>
        </p:blipFill>
        <p:spPr>
          <a:xfrm>
            <a:off x="6338700" y="4636260"/>
            <a:ext cx="437760" cy="361440"/>
          </a:xfrm>
          <a:prstGeom prst="rect">
            <a:avLst/>
          </a:prstGeom>
          <a:noFill/>
          <a:ln w="0">
            <a:noFill/>
          </a:ln>
        </p:spPr>
      </p:pic>
      <p:pic>
        <p:nvPicPr>
          <p:cNvPr id="159" name="Grafik 345"/>
          <p:cNvPicPr/>
          <p:nvPr/>
        </p:nvPicPr>
        <p:blipFill>
          <a:blip>
            <a:extLst>
              <a:ext uri="{96DAC541-7B7A-43D3-8B79-37D633B846F1}">
                <asvg:svgBlip xmlns:asvg="http://schemas.microsoft.com/office/drawing/2016/SVG/main" r:embed="rId41"/>
              </a:ext>
            </a:extLst>
          </a:blip>
          <a:stretch/>
        </p:blipFill>
        <p:spPr>
          <a:xfrm>
            <a:off x="8995228" y="4702680"/>
            <a:ext cx="456840" cy="333360"/>
          </a:xfrm>
          <a:prstGeom prst="rect">
            <a:avLst/>
          </a:prstGeom>
          <a:noFill/>
          <a:ln w="0">
            <a:noFill/>
          </a:ln>
        </p:spPr>
      </p:pic>
      <p:pic>
        <p:nvPicPr>
          <p:cNvPr id="160" name="Grafik 347"/>
          <p:cNvPicPr/>
          <p:nvPr/>
        </p:nvPicPr>
        <p:blipFill>
          <a:blip>
            <a:extLst>
              <a:ext uri="{96DAC541-7B7A-43D3-8B79-37D633B846F1}">
                <asvg:svgBlip xmlns:asvg="http://schemas.microsoft.com/office/drawing/2016/SVG/main" r:embed="rId42"/>
              </a:ext>
            </a:extLst>
          </a:blip>
          <a:stretch/>
        </p:blipFill>
        <p:spPr>
          <a:xfrm>
            <a:off x="9963000" y="4595486"/>
            <a:ext cx="399600" cy="456840"/>
          </a:xfrm>
          <a:prstGeom prst="rect">
            <a:avLst/>
          </a:prstGeom>
          <a:noFill/>
          <a:ln w="0">
            <a:noFill/>
          </a:ln>
        </p:spPr>
      </p:pic>
      <p:pic>
        <p:nvPicPr>
          <p:cNvPr id="161" name="Grafik 349"/>
          <p:cNvPicPr/>
          <p:nvPr/>
        </p:nvPicPr>
        <p:blipFill>
          <a:blip>
            <a:extLst>
              <a:ext uri="{96DAC541-7B7A-43D3-8B79-37D633B846F1}">
                <asvg:svgBlip xmlns:asvg="http://schemas.microsoft.com/office/drawing/2016/SVG/main" r:embed="rId43"/>
              </a:ext>
            </a:extLst>
          </a:blip>
          <a:stretch/>
        </p:blipFill>
        <p:spPr>
          <a:xfrm>
            <a:off x="10888920" y="4595486"/>
            <a:ext cx="399600" cy="456840"/>
          </a:xfrm>
          <a:prstGeom prst="rect">
            <a:avLst/>
          </a:prstGeom>
          <a:noFill/>
          <a:ln w="0">
            <a:noFill/>
          </a:ln>
        </p:spPr>
      </p:pic>
      <p:pic>
        <p:nvPicPr>
          <p:cNvPr id="162" name="Grafik 351"/>
          <p:cNvPicPr/>
          <p:nvPr/>
        </p:nvPicPr>
        <p:blipFill>
          <a:blip>
            <a:extLst>
              <a:ext uri="{96DAC541-7B7A-43D3-8B79-37D633B846F1}">
                <asvg:svgBlip xmlns:asvg="http://schemas.microsoft.com/office/drawing/2016/SVG/main" r:embed="rId44"/>
              </a:ext>
            </a:extLst>
          </a:blip>
          <a:stretch/>
        </p:blipFill>
        <p:spPr>
          <a:xfrm>
            <a:off x="8088368" y="4702680"/>
            <a:ext cx="505480" cy="304560"/>
          </a:xfrm>
          <a:prstGeom prst="rect">
            <a:avLst/>
          </a:prstGeom>
          <a:noFill/>
          <a:ln w="0">
            <a:noFill/>
          </a:ln>
        </p:spPr>
      </p:pic>
      <p:pic>
        <p:nvPicPr>
          <p:cNvPr id="163" name="Grafik 353"/>
          <p:cNvPicPr/>
          <p:nvPr/>
        </p:nvPicPr>
        <p:blipFill>
          <a:blip>
            <a:extLst>
              <a:ext uri="{96DAC541-7B7A-43D3-8B79-37D633B846F1}">
                <asvg:svgBlip xmlns:asvg="http://schemas.microsoft.com/office/drawing/2016/SVG/main" r:embed="rId45"/>
              </a:ext>
            </a:extLst>
          </a:blip>
          <a:stretch/>
        </p:blipFill>
        <p:spPr>
          <a:xfrm>
            <a:off x="7230148" y="4588560"/>
            <a:ext cx="456840" cy="456840"/>
          </a:xfrm>
          <a:prstGeom prst="rect">
            <a:avLst/>
          </a:prstGeom>
          <a:noFill/>
          <a:ln w="0">
            <a:noFill/>
          </a:ln>
        </p:spPr>
      </p:pic>
      <p:pic>
        <p:nvPicPr>
          <p:cNvPr id="2" name="Grafik 329">
            <a:extLst>
              <a:ext uri="{FF2B5EF4-FFF2-40B4-BE49-F238E27FC236}">
                <a16:creationId xmlns:a16="http://schemas.microsoft.com/office/drawing/2014/main" id="{B9910550-A23B-72EE-08EB-35392CF52ED5}"/>
              </a:ext>
            </a:extLst>
          </p:cNvPr>
          <p:cNvPicPr/>
          <p:nvPr/>
        </p:nvPicPr>
        <p:blipFill>
          <a:blip>
            <a:extLst>
              <a:ext uri="{96DAC541-7B7A-43D3-8B79-37D633B846F1}">
                <asvg:svgBlip xmlns:asvg="http://schemas.microsoft.com/office/drawing/2016/SVG/main" r:embed="rId46"/>
              </a:ext>
            </a:extLst>
          </a:blip>
          <a:stretch/>
        </p:blipFill>
        <p:spPr>
          <a:xfrm>
            <a:off x="3342420" y="5373137"/>
            <a:ext cx="433800" cy="437400"/>
          </a:xfrm>
          <a:prstGeom prst="rect">
            <a:avLst/>
          </a:prstGeom>
          <a:noFill/>
          <a:ln w="0">
            <a:noFill/>
          </a:ln>
        </p:spPr>
      </p:pic>
      <p:pic>
        <p:nvPicPr>
          <p:cNvPr id="3" name="Grafik 331">
            <a:extLst>
              <a:ext uri="{FF2B5EF4-FFF2-40B4-BE49-F238E27FC236}">
                <a16:creationId xmlns:a16="http://schemas.microsoft.com/office/drawing/2014/main" id="{477F99C6-7134-E1C4-A71D-6BB726FCD278}"/>
              </a:ext>
            </a:extLst>
          </p:cNvPr>
          <p:cNvPicPr/>
          <p:nvPr/>
        </p:nvPicPr>
        <p:blipFill>
          <a:blip>
            <a:extLst>
              <a:ext uri="{96DAC541-7B7A-43D3-8B79-37D633B846F1}">
                <asvg:svgBlip xmlns:asvg="http://schemas.microsoft.com/office/drawing/2016/SVG/main" r:embed="rId47"/>
              </a:ext>
            </a:extLst>
          </a:blip>
          <a:stretch/>
        </p:blipFill>
        <p:spPr>
          <a:xfrm>
            <a:off x="4283820" y="5382857"/>
            <a:ext cx="456840" cy="437400"/>
          </a:xfrm>
          <a:prstGeom prst="rect">
            <a:avLst/>
          </a:prstGeom>
          <a:noFill/>
          <a:ln w="0">
            <a:noFill/>
          </a:ln>
        </p:spPr>
      </p:pic>
      <p:pic>
        <p:nvPicPr>
          <p:cNvPr id="4" name="Grafik 333">
            <a:extLst>
              <a:ext uri="{FF2B5EF4-FFF2-40B4-BE49-F238E27FC236}">
                <a16:creationId xmlns:a16="http://schemas.microsoft.com/office/drawing/2014/main" id="{CC112925-6CE3-B29D-D76D-58B7EB69C486}"/>
              </a:ext>
            </a:extLst>
          </p:cNvPr>
          <p:cNvPicPr/>
          <p:nvPr/>
        </p:nvPicPr>
        <p:blipFill>
          <a:blip>
            <a:extLst>
              <a:ext uri="{96DAC541-7B7A-43D3-8B79-37D633B846F1}">
                <asvg:svgBlip xmlns:asvg="http://schemas.microsoft.com/office/drawing/2016/SVG/main" r:embed="rId48"/>
              </a:ext>
            </a:extLst>
          </a:blip>
          <a:stretch/>
        </p:blipFill>
        <p:spPr>
          <a:xfrm>
            <a:off x="5293080" y="5385017"/>
            <a:ext cx="461520" cy="425880"/>
          </a:xfrm>
          <a:prstGeom prst="rect">
            <a:avLst/>
          </a:prstGeom>
          <a:noFill/>
          <a:ln w="0">
            <a:noFill/>
          </a:ln>
        </p:spPr>
      </p:pic>
      <p:pic>
        <p:nvPicPr>
          <p:cNvPr id="5" name="Grafik 335">
            <a:extLst>
              <a:ext uri="{FF2B5EF4-FFF2-40B4-BE49-F238E27FC236}">
                <a16:creationId xmlns:a16="http://schemas.microsoft.com/office/drawing/2014/main" id="{8D84D8C2-989D-5909-B257-A05606BCFA3C}"/>
              </a:ext>
            </a:extLst>
          </p:cNvPr>
          <p:cNvPicPr/>
          <p:nvPr/>
        </p:nvPicPr>
        <p:blipFill>
          <a:blip>
            <a:extLst>
              <a:ext uri="{96DAC541-7B7A-43D3-8B79-37D633B846F1}">
                <asvg:svgBlip xmlns:asvg="http://schemas.microsoft.com/office/drawing/2016/SVG/main" r:embed="rId49"/>
              </a:ext>
            </a:extLst>
          </a:blip>
          <a:stretch/>
        </p:blipFill>
        <p:spPr>
          <a:xfrm>
            <a:off x="6325920" y="5376737"/>
            <a:ext cx="479160" cy="443520"/>
          </a:xfrm>
          <a:prstGeom prst="rect">
            <a:avLst/>
          </a:prstGeom>
          <a:noFill/>
          <a:ln w="0">
            <a:noFill/>
          </a:ln>
        </p:spPr>
      </p:pic>
      <p:pic>
        <p:nvPicPr>
          <p:cNvPr id="6" name="Grafik 5">
            <a:extLst>
              <a:ext uri="{FF2B5EF4-FFF2-40B4-BE49-F238E27FC236}">
                <a16:creationId xmlns:a16="http://schemas.microsoft.com/office/drawing/2014/main" id="{0A59F7EF-AB31-95E6-5860-9B95A0CD2DEB}"/>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7196307" y="2730780"/>
            <a:ext cx="393306" cy="314644"/>
          </a:xfrm>
          <a:prstGeom prst="rect">
            <a:avLst/>
          </a:prstGeom>
        </p:spPr>
      </p:pic>
      <p:sp>
        <p:nvSpPr>
          <p:cNvPr id="7" name="Titel 3">
            <a:extLst>
              <a:ext uri="{FF2B5EF4-FFF2-40B4-BE49-F238E27FC236}">
                <a16:creationId xmlns:a16="http://schemas.microsoft.com/office/drawing/2014/main" id="{500E2164-EC48-1F38-02C9-9C4F25FD94E0}"/>
              </a:ext>
            </a:extLst>
          </p:cNvPr>
          <p:cNvSpPr txBox="1">
            <a:spLocks/>
          </p:cNvSpPr>
          <p:nvPr/>
        </p:nvSpPr>
        <p:spPr>
          <a:xfrm>
            <a:off x="609600" y="404813"/>
            <a:ext cx="7478768" cy="1331912"/>
          </a:xfrm>
          <a:prstGeom prst="rect">
            <a:avLst/>
          </a:prstGeom>
        </p:spPr>
        <p:txBody>
          <a:bodyPr/>
          <a:lstStyle>
            <a:lvl1pPr algn="l" defTabSz="914400" rtl="0" eaLnBrk="1" latinLnBrk="0" hangingPunct="1">
              <a:lnSpc>
                <a:spcPct val="90000"/>
              </a:lnSpc>
              <a:spcBef>
                <a:spcPct val="0"/>
              </a:spcBef>
              <a:buNone/>
              <a:defRPr sz="3400" kern="1200">
                <a:solidFill>
                  <a:schemeClr val="tx1"/>
                </a:solidFill>
                <a:latin typeface="+mn-lt"/>
                <a:ea typeface="+mj-ea"/>
                <a:cs typeface="+mj-cs"/>
              </a:defRPr>
            </a:lvl1pPr>
          </a:lstStyle>
          <a:p>
            <a:r>
              <a:rPr lang="de-DE" dirty="0"/>
              <a:t>TUD-Icons nach Themen</a:t>
            </a:r>
          </a:p>
        </p:txBody>
      </p:sp>
      <p:sp>
        <p:nvSpPr>
          <p:cNvPr id="8" name="Textfeld 10">
            <a:extLst>
              <a:ext uri="{FF2B5EF4-FFF2-40B4-BE49-F238E27FC236}">
                <a16:creationId xmlns:a16="http://schemas.microsoft.com/office/drawing/2014/main" id="{2E5156BD-CA6E-EF59-56CD-C1864599DA92}"/>
              </a:ext>
            </a:extLst>
          </p:cNvPr>
          <p:cNvSpPr/>
          <p:nvPr/>
        </p:nvSpPr>
        <p:spPr>
          <a:xfrm>
            <a:off x="597870" y="2214405"/>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Benefits</a:t>
            </a:r>
          </a:p>
        </p:txBody>
      </p:sp>
      <p:sp>
        <p:nvSpPr>
          <p:cNvPr id="9" name="Textfeld 10">
            <a:extLst>
              <a:ext uri="{FF2B5EF4-FFF2-40B4-BE49-F238E27FC236}">
                <a16:creationId xmlns:a16="http://schemas.microsoft.com/office/drawing/2014/main" id="{0224AF26-C87D-D96C-4675-EC7A2D83E43E}"/>
              </a:ext>
            </a:extLst>
          </p:cNvPr>
          <p:cNvSpPr/>
          <p:nvPr/>
        </p:nvSpPr>
        <p:spPr>
          <a:xfrm>
            <a:off x="597870" y="3390848"/>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Gebäude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5" name="Grafik 39"/>
          <p:cNvPicPr/>
          <p:nvPr/>
        </p:nvPicPr>
        <p:blipFill>
          <a:blip r:embed="rId3"/>
          <a:stretch/>
        </p:blipFill>
        <p:spPr>
          <a:xfrm>
            <a:off x="3518482" y="1755726"/>
            <a:ext cx="430920" cy="354960"/>
          </a:xfrm>
          <a:prstGeom prst="rect">
            <a:avLst/>
          </a:prstGeom>
          <a:noFill/>
          <a:ln w="0">
            <a:noFill/>
          </a:ln>
        </p:spPr>
      </p:pic>
      <p:pic>
        <p:nvPicPr>
          <p:cNvPr id="166" name="Grafik 40"/>
          <p:cNvPicPr/>
          <p:nvPr/>
        </p:nvPicPr>
        <p:blipFill>
          <a:blip r:embed="rId4"/>
          <a:stretch/>
        </p:blipFill>
        <p:spPr>
          <a:xfrm>
            <a:off x="4342978" y="1745820"/>
            <a:ext cx="342360" cy="354960"/>
          </a:xfrm>
          <a:prstGeom prst="rect">
            <a:avLst/>
          </a:prstGeom>
          <a:noFill/>
          <a:ln w="0">
            <a:noFill/>
          </a:ln>
        </p:spPr>
      </p:pic>
      <p:pic>
        <p:nvPicPr>
          <p:cNvPr id="168" name="Grafik 55"/>
          <p:cNvPicPr/>
          <p:nvPr/>
        </p:nvPicPr>
        <p:blipFill>
          <a:blip r:embed="rId5"/>
          <a:stretch/>
        </p:blipFill>
        <p:spPr>
          <a:xfrm>
            <a:off x="910221" y="2463354"/>
            <a:ext cx="342360" cy="329400"/>
          </a:xfrm>
          <a:prstGeom prst="rect">
            <a:avLst/>
          </a:prstGeom>
          <a:noFill/>
          <a:ln w="0">
            <a:noFill/>
          </a:ln>
        </p:spPr>
      </p:pic>
      <p:pic>
        <p:nvPicPr>
          <p:cNvPr id="172" name="Grafik 3"/>
          <p:cNvPicPr/>
          <p:nvPr/>
        </p:nvPicPr>
        <p:blipFill>
          <a:blip>
            <a:extLst>
              <a:ext uri="{96DAC541-7B7A-43D3-8B79-37D633B846F1}">
                <asvg:svgBlip xmlns:asvg="http://schemas.microsoft.com/office/drawing/2016/SVG/main" r:embed="rId6"/>
              </a:ext>
            </a:extLst>
          </a:blip>
          <a:stretch/>
        </p:blipFill>
        <p:spPr>
          <a:xfrm>
            <a:off x="888980" y="1149120"/>
            <a:ext cx="399240" cy="329400"/>
          </a:xfrm>
          <a:prstGeom prst="rect">
            <a:avLst/>
          </a:prstGeom>
          <a:noFill/>
          <a:ln w="0">
            <a:noFill/>
          </a:ln>
        </p:spPr>
      </p:pic>
      <p:pic>
        <p:nvPicPr>
          <p:cNvPr id="173" name="Grafik 5"/>
          <p:cNvPicPr/>
          <p:nvPr/>
        </p:nvPicPr>
        <p:blipFill>
          <a:blip>
            <a:extLst>
              <a:ext uri="{96DAC541-7B7A-43D3-8B79-37D633B846F1}">
                <asvg:svgBlip xmlns:asvg="http://schemas.microsoft.com/office/drawing/2016/SVG/main" r:embed="rId7"/>
              </a:ext>
            </a:extLst>
          </a:blip>
          <a:stretch/>
        </p:blipFill>
        <p:spPr>
          <a:xfrm>
            <a:off x="1744690" y="1085400"/>
            <a:ext cx="323640" cy="418680"/>
          </a:xfrm>
          <a:prstGeom prst="rect">
            <a:avLst/>
          </a:prstGeom>
          <a:noFill/>
          <a:ln w="0">
            <a:noFill/>
          </a:ln>
        </p:spPr>
      </p:pic>
      <p:pic>
        <p:nvPicPr>
          <p:cNvPr id="174" name="Grafik 7"/>
          <p:cNvPicPr/>
          <p:nvPr/>
        </p:nvPicPr>
        <p:blipFill>
          <a:blip>
            <a:extLst>
              <a:ext uri="{96DAC541-7B7A-43D3-8B79-37D633B846F1}">
                <asvg:svgBlip xmlns:asvg="http://schemas.microsoft.com/office/drawing/2016/SVG/main" r:embed="rId8"/>
              </a:ext>
            </a:extLst>
          </a:blip>
          <a:stretch/>
        </p:blipFill>
        <p:spPr>
          <a:xfrm>
            <a:off x="2524800" y="1149120"/>
            <a:ext cx="400680" cy="317160"/>
          </a:xfrm>
          <a:prstGeom prst="rect">
            <a:avLst/>
          </a:prstGeom>
          <a:noFill/>
          <a:ln w="0">
            <a:noFill/>
          </a:ln>
        </p:spPr>
      </p:pic>
      <p:pic>
        <p:nvPicPr>
          <p:cNvPr id="175" name="Grafik 9"/>
          <p:cNvPicPr/>
          <p:nvPr/>
        </p:nvPicPr>
        <p:blipFill>
          <a:blip>
            <a:extLst>
              <a:ext uri="{96DAC541-7B7A-43D3-8B79-37D633B846F1}">
                <asvg:svgBlip xmlns:asvg="http://schemas.microsoft.com/office/drawing/2016/SVG/main" r:embed="rId9"/>
              </a:ext>
            </a:extLst>
          </a:blip>
          <a:stretch/>
        </p:blipFill>
        <p:spPr>
          <a:xfrm>
            <a:off x="3381950" y="1091880"/>
            <a:ext cx="323640" cy="399600"/>
          </a:xfrm>
          <a:prstGeom prst="rect">
            <a:avLst/>
          </a:prstGeom>
          <a:noFill/>
          <a:ln w="0">
            <a:noFill/>
          </a:ln>
        </p:spPr>
      </p:pic>
      <p:pic>
        <p:nvPicPr>
          <p:cNvPr id="176" name="Grafik 11"/>
          <p:cNvPicPr/>
          <p:nvPr/>
        </p:nvPicPr>
        <p:blipFill>
          <a:blip>
            <a:extLst>
              <a:ext uri="{96DAC541-7B7A-43D3-8B79-37D633B846F1}">
                <asvg:svgBlip xmlns:asvg="http://schemas.microsoft.com/office/drawing/2016/SVG/main" r:embed="rId10"/>
              </a:ext>
            </a:extLst>
          </a:blip>
          <a:stretch/>
        </p:blipFill>
        <p:spPr>
          <a:xfrm>
            <a:off x="4162060" y="1110960"/>
            <a:ext cx="285480" cy="342720"/>
          </a:xfrm>
          <a:prstGeom prst="rect">
            <a:avLst/>
          </a:prstGeom>
          <a:noFill/>
          <a:ln w="0">
            <a:noFill/>
          </a:ln>
        </p:spPr>
      </p:pic>
      <p:pic>
        <p:nvPicPr>
          <p:cNvPr id="177" name="Grafik 13"/>
          <p:cNvPicPr/>
          <p:nvPr/>
        </p:nvPicPr>
        <p:blipFill>
          <a:blip>
            <a:extLst>
              <a:ext uri="{96DAC541-7B7A-43D3-8B79-37D633B846F1}">
                <asvg:svgBlip xmlns:asvg="http://schemas.microsoft.com/office/drawing/2016/SVG/main" r:embed="rId11"/>
              </a:ext>
            </a:extLst>
          </a:blip>
          <a:stretch/>
        </p:blipFill>
        <p:spPr>
          <a:xfrm>
            <a:off x="4904010" y="1243461"/>
            <a:ext cx="437760" cy="228240"/>
          </a:xfrm>
          <a:prstGeom prst="rect">
            <a:avLst/>
          </a:prstGeom>
          <a:noFill/>
          <a:ln w="0">
            <a:noFill/>
          </a:ln>
        </p:spPr>
      </p:pic>
      <p:pic>
        <p:nvPicPr>
          <p:cNvPr id="178" name="Grafik 15"/>
          <p:cNvPicPr/>
          <p:nvPr/>
        </p:nvPicPr>
        <p:blipFill>
          <a:blip>
            <a:extLst>
              <a:ext uri="{96DAC541-7B7A-43D3-8B79-37D633B846F1}">
                <asvg:svgBlip xmlns:asvg="http://schemas.microsoft.com/office/drawing/2016/SVG/main" r:embed="rId12"/>
              </a:ext>
            </a:extLst>
          </a:blip>
          <a:stretch/>
        </p:blipFill>
        <p:spPr>
          <a:xfrm>
            <a:off x="5798240" y="1104480"/>
            <a:ext cx="456840" cy="361440"/>
          </a:xfrm>
          <a:prstGeom prst="rect">
            <a:avLst/>
          </a:prstGeom>
          <a:noFill/>
          <a:ln w="0">
            <a:noFill/>
          </a:ln>
        </p:spPr>
      </p:pic>
      <p:pic>
        <p:nvPicPr>
          <p:cNvPr id="179" name="Grafik 17"/>
          <p:cNvPicPr/>
          <p:nvPr/>
        </p:nvPicPr>
        <p:blipFill>
          <a:blip>
            <a:extLst>
              <a:ext uri="{96DAC541-7B7A-43D3-8B79-37D633B846F1}">
                <asvg:svgBlip xmlns:asvg="http://schemas.microsoft.com/office/drawing/2016/SVG/main" r:embed="rId13"/>
              </a:ext>
            </a:extLst>
          </a:blip>
          <a:stretch/>
        </p:blipFill>
        <p:spPr>
          <a:xfrm>
            <a:off x="6711550" y="1085400"/>
            <a:ext cx="437760" cy="418680"/>
          </a:xfrm>
          <a:prstGeom prst="rect">
            <a:avLst/>
          </a:prstGeom>
          <a:noFill/>
          <a:ln w="0">
            <a:noFill/>
          </a:ln>
        </p:spPr>
      </p:pic>
      <p:pic>
        <p:nvPicPr>
          <p:cNvPr id="180" name="Grafik 19"/>
          <p:cNvPicPr/>
          <p:nvPr/>
        </p:nvPicPr>
        <p:blipFill>
          <a:blip>
            <a:extLst>
              <a:ext uri="{96DAC541-7B7A-43D3-8B79-37D633B846F1}">
                <asvg:svgBlip xmlns:asvg="http://schemas.microsoft.com/office/drawing/2016/SVG/main" r:embed="rId14"/>
              </a:ext>
            </a:extLst>
          </a:blip>
          <a:stretch/>
        </p:blipFill>
        <p:spPr>
          <a:xfrm>
            <a:off x="7609537" y="1149120"/>
            <a:ext cx="456840" cy="361440"/>
          </a:xfrm>
          <a:prstGeom prst="rect">
            <a:avLst/>
          </a:prstGeom>
          <a:noFill/>
          <a:ln w="0">
            <a:noFill/>
          </a:ln>
        </p:spPr>
      </p:pic>
      <p:pic>
        <p:nvPicPr>
          <p:cNvPr id="181" name="Grafik 21"/>
          <p:cNvPicPr/>
          <p:nvPr/>
        </p:nvPicPr>
        <p:blipFill>
          <a:blip>
            <a:extLst>
              <a:ext uri="{96DAC541-7B7A-43D3-8B79-37D633B846F1}">
                <asvg:svgBlip xmlns:asvg="http://schemas.microsoft.com/office/drawing/2016/SVG/main" r:embed="rId15"/>
              </a:ext>
            </a:extLst>
          </a:blip>
          <a:stretch/>
        </p:blipFill>
        <p:spPr>
          <a:xfrm>
            <a:off x="1801101" y="1707840"/>
            <a:ext cx="495000" cy="456840"/>
          </a:xfrm>
          <a:prstGeom prst="rect">
            <a:avLst/>
          </a:prstGeom>
          <a:noFill/>
          <a:ln w="0">
            <a:noFill/>
          </a:ln>
        </p:spPr>
      </p:pic>
      <p:pic>
        <p:nvPicPr>
          <p:cNvPr id="182" name="Grafik 23"/>
          <p:cNvPicPr/>
          <p:nvPr/>
        </p:nvPicPr>
        <p:blipFill>
          <a:blip>
            <a:extLst>
              <a:ext uri="{96DAC541-7B7A-43D3-8B79-37D633B846F1}">
                <asvg:svgBlip xmlns:asvg="http://schemas.microsoft.com/office/drawing/2016/SVG/main" r:embed="rId16"/>
              </a:ext>
            </a:extLst>
          </a:blip>
          <a:stretch/>
        </p:blipFill>
        <p:spPr>
          <a:xfrm>
            <a:off x="2732302" y="1733040"/>
            <a:ext cx="380520" cy="380520"/>
          </a:xfrm>
          <a:prstGeom prst="rect">
            <a:avLst/>
          </a:prstGeom>
          <a:noFill/>
          <a:ln w="0">
            <a:noFill/>
          </a:ln>
        </p:spPr>
      </p:pic>
      <p:pic>
        <p:nvPicPr>
          <p:cNvPr id="184" name="Grafik 27"/>
          <p:cNvPicPr/>
          <p:nvPr/>
        </p:nvPicPr>
        <p:blipFill>
          <a:blip>
            <a:extLst>
              <a:ext uri="{96DAC541-7B7A-43D3-8B79-37D633B846F1}">
                <asvg:svgBlip xmlns:asvg="http://schemas.microsoft.com/office/drawing/2016/SVG/main" r:embed="rId17"/>
              </a:ext>
            </a:extLst>
          </a:blip>
          <a:stretch/>
        </p:blipFill>
        <p:spPr>
          <a:xfrm>
            <a:off x="888980" y="1726920"/>
            <a:ext cx="475920" cy="399600"/>
          </a:xfrm>
          <a:prstGeom prst="rect">
            <a:avLst/>
          </a:prstGeom>
          <a:noFill/>
          <a:ln w="0">
            <a:noFill/>
          </a:ln>
        </p:spPr>
      </p:pic>
      <p:pic>
        <p:nvPicPr>
          <p:cNvPr id="185" name="Grafik 29"/>
          <p:cNvPicPr/>
          <p:nvPr/>
        </p:nvPicPr>
        <p:blipFill>
          <a:blip>
            <a:extLst>
              <a:ext uri="{96DAC541-7B7A-43D3-8B79-37D633B846F1}">
                <asvg:svgBlip xmlns:asvg="http://schemas.microsoft.com/office/drawing/2016/SVG/main" r:embed="rId18"/>
              </a:ext>
            </a:extLst>
          </a:blip>
          <a:stretch/>
        </p:blipFill>
        <p:spPr>
          <a:xfrm>
            <a:off x="5170631" y="1785940"/>
            <a:ext cx="323203" cy="281560"/>
          </a:xfrm>
          <a:prstGeom prst="rect">
            <a:avLst/>
          </a:prstGeom>
          <a:noFill/>
          <a:ln w="0">
            <a:noFill/>
          </a:ln>
        </p:spPr>
      </p:pic>
      <p:pic>
        <p:nvPicPr>
          <p:cNvPr id="186" name="Grafik 31"/>
          <p:cNvPicPr/>
          <p:nvPr/>
        </p:nvPicPr>
        <p:blipFill>
          <a:blip>
            <a:extLst>
              <a:ext uri="{96DAC541-7B7A-43D3-8B79-37D633B846F1}">
                <asvg:svgBlip xmlns:asvg="http://schemas.microsoft.com/office/drawing/2016/SVG/main" r:embed="rId19"/>
              </a:ext>
            </a:extLst>
          </a:blip>
          <a:stretch/>
        </p:blipFill>
        <p:spPr>
          <a:xfrm>
            <a:off x="8524061" y="2538497"/>
            <a:ext cx="368640" cy="248151"/>
          </a:xfrm>
          <a:prstGeom prst="rect">
            <a:avLst/>
          </a:prstGeom>
          <a:noFill/>
          <a:ln w="0">
            <a:noFill/>
          </a:ln>
        </p:spPr>
      </p:pic>
      <p:pic>
        <p:nvPicPr>
          <p:cNvPr id="187" name="Grafik 33"/>
          <p:cNvPicPr/>
          <p:nvPr/>
        </p:nvPicPr>
        <p:blipFill>
          <a:blip>
            <a:extLst>
              <a:ext uri="{96DAC541-7B7A-43D3-8B79-37D633B846F1}">
                <asvg:svgBlip xmlns:asvg="http://schemas.microsoft.com/office/drawing/2016/SVG/main" r:embed="rId20"/>
              </a:ext>
            </a:extLst>
          </a:blip>
          <a:stretch/>
        </p:blipFill>
        <p:spPr>
          <a:xfrm>
            <a:off x="9375165" y="2391400"/>
            <a:ext cx="380520" cy="418680"/>
          </a:xfrm>
          <a:prstGeom prst="rect">
            <a:avLst/>
          </a:prstGeom>
          <a:noFill/>
          <a:ln w="0">
            <a:noFill/>
          </a:ln>
        </p:spPr>
      </p:pic>
      <p:pic>
        <p:nvPicPr>
          <p:cNvPr id="188" name="Grafik 35"/>
          <p:cNvPicPr/>
          <p:nvPr/>
        </p:nvPicPr>
        <p:blipFill>
          <a:blip>
            <a:extLst>
              <a:ext uri="{96DAC541-7B7A-43D3-8B79-37D633B846F1}">
                <asvg:svgBlip xmlns:asvg="http://schemas.microsoft.com/office/drawing/2016/SVG/main" r:embed="rId21"/>
              </a:ext>
            </a:extLst>
          </a:blip>
          <a:stretch/>
        </p:blipFill>
        <p:spPr>
          <a:xfrm>
            <a:off x="943200" y="3140716"/>
            <a:ext cx="428880" cy="428880"/>
          </a:xfrm>
          <a:prstGeom prst="rect">
            <a:avLst/>
          </a:prstGeom>
          <a:noFill/>
          <a:ln w="0">
            <a:noFill/>
          </a:ln>
        </p:spPr>
      </p:pic>
      <p:pic>
        <p:nvPicPr>
          <p:cNvPr id="189" name="Grafik 37"/>
          <p:cNvPicPr/>
          <p:nvPr/>
        </p:nvPicPr>
        <p:blipFill>
          <a:blip>
            <a:extLst>
              <a:ext uri="{96DAC541-7B7A-43D3-8B79-37D633B846F1}">
                <asvg:svgBlip xmlns:asvg="http://schemas.microsoft.com/office/drawing/2016/SVG/main" r:embed="rId22"/>
              </a:ext>
            </a:extLst>
          </a:blip>
          <a:stretch/>
        </p:blipFill>
        <p:spPr>
          <a:xfrm>
            <a:off x="1865830" y="3169996"/>
            <a:ext cx="285480" cy="399600"/>
          </a:xfrm>
          <a:prstGeom prst="rect">
            <a:avLst/>
          </a:prstGeom>
          <a:noFill/>
          <a:ln w="0">
            <a:noFill/>
          </a:ln>
        </p:spPr>
      </p:pic>
      <p:pic>
        <p:nvPicPr>
          <p:cNvPr id="190" name="Grafik 39"/>
          <p:cNvPicPr/>
          <p:nvPr/>
        </p:nvPicPr>
        <p:blipFill>
          <a:blip>
            <a:extLst>
              <a:ext uri="{96DAC541-7B7A-43D3-8B79-37D633B846F1}">
                <asvg:svgBlip xmlns:asvg="http://schemas.microsoft.com/office/drawing/2016/SVG/main" r:embed="rId23"/>
              </a:ext>
            </a:extLst>
          </a:blip>
          <a:stretch/>
        </p:blipFill>
        <p:spPr>
          <a:xfrm>
            <a:off x="3538410" y="3158756"/>
            <a:ext cx="297000" cy="464106"/>
          </a:xfrm>
          <a:prstGeom prst="rect">
            <a:avLst/>
          </a:prstGeom>
          <a:noFill/>
          <a:ln w="0">
            <a:noFill/>
          </a:ln>
        </p:spPr>
      </p:pic>
      <p:pic>
        <p:nvPicPr>
          <p:cNvPr id="191" name="Grafik 41"/>
          <p:cNvPicPr/>
          <p:nvPr/>
        </p:nvPicPr>
        <p:blipFill>
          <a:blip>
            <a:extLst>
              <a:ext uri="{96DAC541-7B7A-43D3-8B79-37D633B846F1}">
                <asvg:svgBlip xmlns:asvg="http://schemas.microsoft.com/office/drawing/2016/SVG/main" r:embed="rId24"/>
              </a:ext>
            </a:extLst>
          </a:blip>
          <a:stretch/>
        </p:blipFill>
        <p:spPr>
          <a:xfrm>
            <a:off x="3563513" y="2467637"/>
            <a:ext cx="297001" cy="308065"/>
          </a:xfrm>
          <a:prstGeom prst="rect">
            <a:avLst/>
          </a:prstGeom>
          <a:noFill/>
          <a:ln w="0">
            <a:noFill/>
          </a:ln>
        </p:spPr>
      </p:pic>
      <p:pic>
        <p:nvPicPr>
          <p:cNvPr id="192" name="Grafik 43"/>
          <p:cNvPicPr/>
          <p:nvPr/>
        </p:nvPicPr>
        <p:blipFill>
          <a:blip>
            <a:extLst>
              <a:ext uri="{96DAC541-7B7A-43D3-8B79-37D633B846F1}">
                <asvg:svgBlip xmlns:asvg="http://schemas.microsoft.com/office/drawing/2016/SVG/main" r:embed="rId25"/>
              </a:ext>
            </a:extLst>
          </a:blip>
          <a:stretch/>
        </p:blipFill>
        <p:spPr>
          <a:xfrm>
            <a:off x="11077440" y="3169996"/>
            <a:ext cx="342720" cy="399600"/>
          </a:xfrm>
          <a:prstGeom prst="rect">
            <a:avLst/>
          </a:prstGeom>
          <a:noFill/>
          <a:ln w="0">
            <a:noFill/>
          </a:ln>
        </p:spPr>
      </p:pic>
      <p:pic>
        <p:nvPicPr>
          <p:cNvPr id="193" name="Grafik 45"/>
          <p:cNvPicPr/>
          <p:nvPr/>
        </p:nvPicPr>
        <p:blipFill>
          <a:blip>
            <a:extLst>
              <a:ext uri="{96DAC541-7B7A-43D3-8B79-37D633B846F1}">
                <asvg:svgBlip xmlns:asvg="http://schemas.microsoft.com/office/drawing/2016/SVG/main" r:embed="rId26"/>
              </a:ext>
            </a:extLst>
          </a:blip>
          <a:stretch/>
        </p:blipFill>
        <p:spPr>
          <a:xfrm>
            <a:off x="10240970" y="3169996"/>
            <a:ext cx="342720" cy="399600"/>
          </a:xfrm>
          <a:prstGeom prst="rect">
            <a:avLst/>
          </a:prstGeom>
          <a:noFill/>
          <a:ln w="0">
            <a:noFill/>
          </a:ln>
        </p:spPr>
      </p:pic>
      <p:pic>
        <p:nvPicPr>
          <p:cNvPr id="194" name="Grafik 47"/>
          <p:cNvPicPr/>
          <p:nvPr/>
        </p:nvPicPr>
        <p:blipFill>
          <a:blip>
            <a:extLst>
              <a:ext uri="{96DAC541-7B7A-43D3-8B79-37D633B846F1}">
                <asvg:svgBlip xmlns:asvg="http://schemas.microsoft.com/office/drawing/2016/SVG/main" r:embed="rId27"/>
              </a:ext>
            </a:extLst>
          </a:blip>
          <a:stretch/>
        </p:blipFill>
        <p:spPr>
          <a:xfrm>
            <a:off x="10975873" y="3941712"/>
            <a:ext cx="514080" cy="343800"/>
          </a:xfrm>
          <a:prstGeom prst="rect">
            <a:avLst/>
          </a:prstGeom>
          <a:noFill/>
          <a:ln w="0">
            <a:noFill/>
          </a:ln>
        </p:spPr>
      </p:pic>
      <p:pic>
        <p:nvPicPr>
          <p:cNvPr id="195" name="Grafik 49"/>
          <p:cNvPicPr/>
          <p:nvPr/>
        </p:nvPicPr>
        <p:blipFill>
          <a:blip>
            <a:extLst>
              <a:ext uri="{96DAC541-7B7A-43D3-8B79-37D633B846F1}">
                <asvg:svgBlip xmlns:asvg="http://schemas.microsoft.com/office/drawing/2016/SVG/main" r:embed="rId28"/>
              </a:ext>
            </a:extLst>
          </a:blip>
          <a:stretch/>
        </p:blipFill>
        <p:spPr>
          <a:xfrm>
            <a:off x="4342978" y="2454772"/>
            <a:ext cx="380520" cy="361440"/>
          </a:xfrm>
          <a:prstGeom prst="rect">
            <a:avLst/>
          </a:prstGeom>
          <a:noFill/>
          <a:ln w="0">
            <a:noFill/>
          </a:ln>
        </p:spPr>
      </p:pic>
      <p:pic>
        <p:nvPicPr>
          <p:cNvPr id="196" name="Grafik 51"/>
          <p:cNvPicPr/>
          <p:nvPr/>
        </p:nvPicPr>
        <p:blipFill>
          <a:blip>
            <a:extLst>
              <a:ext uri="{96DAC541-7B7A-43D3-8B79-37D633B846F1}">
                <asvg:svgBlip xmlns:asvg="http://schemas.microsoft.com/office/drawing/2016/SVG/main" r:embed="rId29"/>
              </a:ext>
            </a:extLst>
          </a:blip>
          <a:stretch/>
        </p:blipFill>
        <p:spPr>
          <a:xfrm>
            <a:off x="10238149" y="2407265"/>
            <a:ext cx="380520" cy="418680"/>
          </a:xfrm>
          <a:prstGeom prst="rect">
            <a:avLst/>
          </a:prstGeom>
          <a:noFill/>
          <a:ln w="0">
            <a:noFill/>
          </a:ln>
        </p:spPr>
      </p:pic>
      <p:pic>
        <p:nvPicPr>
          <p:cNvPr id="197" name="Grafik 53"/>
          <p:cNvPicPr/>
          <p:nvPr/>
        </p:nvPicPr>
        <p:blipFill>
          <a:blip>
            <a:extLst>
              <a:ext uri="{96DAC541-7B7A-43D3-8B79-37D633B846F1}">
                <asvg:svgBlip xmlns:asvg="http://schemas.microsoft.com/office/drawing/2016/SVG/main" r:embed="rId30"/>
              </a:ext>
            </a:extLst>
          </a:blip>
          <a:stretch/>
        </p:blipFill>
        <p:spPr>
          <a:xfrm>
            <a:off x="11101136" y="2407265"/>
            <a:ext cx="399600" cy="418680"/>
          </a:xfrm>
          <a:prstGeom prst="rect">
            <a:avLst/>
          </a:prstGeom>
          <a:noFill/>
          <a:ln w="0">
            <a:noFill/>
          </a:ln>
        </p:spPr>
      </p:pic>
      <p:pic>
        <p:nvPicPr>
          <p:cNvPr id="198" name="Grafik 55"/>
          <p:cNvPicPr/>
          <p:nvPr/>
        </p:nvPicPr>
        <p:blipFill>
          <a:blip>
            <a:extLst>
              <a:ext uri="{96DAC541-7B7A-43D3-8B79-37D633B846F1}">
                <asvg:svgBlip xmlns:asvg="http://schemas.microsoft.com/office/drawing/2016/SVG/main" r:embed="rId31"/>
              </a:ext>
            </a:extLst>
          </a:blip>
          <a:stretch/>
        </p:blipFill>
        <p:spPr>
          <a:xfrm>
            <a:off x="4392566" y="3150916"/>
            <a:ext cx="323640" cy="418680"/>
          </a:xfrm>
          <a:prstGeom prst="rect">
            <a:avLst/>
          </a:prstGeom>
          <a:noFill/>
          <a:ln w="0">
            <a:noFill/>
          </a:ln>
        </p:spPr>
      </p:pic>
      <p:pic>
        <p:nvPicPr>
          <p:cNvPr id="199" name="Grafik 57"/>
          <p:cNvPicPr/>
          <p:nvPr/>
        </p:nvPicPr>
        <p:blipFill>
          <a:blip>
            <a:extLst>
              <a:ext uri="{96DAC541-7B7A-43D3-8B79-37D633B846F1}">
                <asvg:svgBlip xmlns:asvg="http://schemas.microsoft.com/office/drawing/2016/SVG/main" r:embed="rId32"/>
              </a:ext>
            </a:extLst>
          </a:blip>
          <a:stretch/>
        </p:blipFill>
        <p:spPr>
          <a:xfrm>
            <a:off x="1735045" y="2467820"/>
            <a:ext cx="463940" cy="336821"/>
          </a:xfrm>
          <a:prstGeom prst="rect">
            <a:avLst/>
          </a:prstGeom>
          <a:noFill/>
          <a:ln w="0">
            <a:noFill/>
          </a:ln>
        </p:spPr>
      </p:pic>
      <p:pic>
        <p:nvPicPr>
          <p:cNvPr id="200" name="Grafik 59"/>
          <p:cNvPicPr/>
          <p:nvPr/>
        </p:nvPicPr>
        <p:blipFill>
          <a:blip>
            <a:extLst>
              <a:ext uri="{96DAC541-7B7A-43D3-8B79-37D633B846F1}">
                <asvg:svgBlip xmlns:asvg="http://schemas.microsoft.com/office/drawing/2016/SVG/main" r:embed="rId33"/>
              </a:ext>
            </a:extLst>
          </a:blip>
          <a:stretch/>
        </p:blipFill>
        <p:spPr>
          <a:xfrm>
            <a:off x="7641997" y="2430193"/>
            <a:ext cx="399600" cy="380520"/>
          </a:xfrm>
          <a:prstGeom prst="rect">
            <a:avLst/>
          </a:prstGeom>
          <a:noFill/>
          <a:ln w="0">
            <a:noFill/>
          </a:ln>
        </p:spPr>
      </p:pic>
      <p:pic>
        <p:nvPicPr>
          <p:cNvPr id="201" name="Grafik 61"/>
          <p:cNvPicPr/>
          <p:nvPr/>
        </p:nvPicPr>
        <p:blipFill>
          <a:blip>
            <a:extLst>
              <a:ext uri="{96DAC541-7B7A-43D3-8B79-37D633B846F1}">
                <asvg:svgBlip xmlns:asvg="http://schemas.microsoft.com/office/drawing/2016/SVG/main" r:embed="rId34"/>
              </a:ext>
            </a:extLst>
          </a:blip>
          <a:stretch/>
        </p:blipFill>
        <p:spPr>
          <a:xfrm>
            <a:off x="6076046" y="2397520"/>
            <a:ext cx="151920" cy="399600"/>
          </a:xfrm>
          <a:prstGeom prst="rect">
            <a:avLst/>
          </a:prstGeom>
          <a:noFill/>
          <a:ln w="0">
            <a:noFill/>
          </a:ln>
        </p:spPr>
      </p:pic>
      <p:pic>
        <p:nvPicPr>
          <p:cNvPr id="202" name="Grafik 475"/>
          <p:cNvPicPr/>
          <p:nvPr/>
        </p:nvPicPr>
        <p:blipFill>
          <a:blip>
            <a:extLst>
              <a:ext uri="{96DAC541-7B7A-43D3-8B79-37D633B846F1}">
                <asvg:svgBlip xmlns:asvg="http://schemas.microsoft.com/office/drawing/2016/SVG/main" r:embed="rId35"/>
              </a:ext>
            </a:extLst>
          </a:blip>
          <a:stretch/>
        </p:blipFill>
        <p:spPr>
          <a:xfrm>
            <a:off x="6710430" y="2402410"/>
            <a:ext cx="449103" cy="336600"/>
          </a:xfrm>
          <a:prstGeom prst="rect">
            <a:avLst/>
          </a:prstGeom>
          <a:noFill/>
          <a:ln w="0">
            <a:noFill/>
          </a:ln>
        </p:spPr>
      </p:pic>
      <p:pic>
        <p:nvPicPr>
          <p:cNvPr id="203" name="Grafik 477"/>
          <p:cNvPicPr/>
          <p:nvPr/>
        </p:nvPicPr>
        <p:blipFill>
          <a:blip>
            <a:extLst>
              <a:ext uri="{96DAC541-7B7A-43D3-8B79-37D633B846F1}">
                <asvg:svgBlip xmlns:asvg="http://schemas.microsoft.com/office/drawing/2016/SVG/main" r:embed="rId36"/>
              </a:ext>
            </a:extLst>
          </a:blip>
          <a:stretch/>
        </p:blipFill>
        <p:spPr>
          <a:xfrm>
            <a:off x="5218680" y="3169996"/>
            <a:ext cx="285480" cy="399600"/>
          </a:xfrm>
          <a:prstGeom prst="rect">
            <a:avLst/>
          </a:prstGeom>
          <a:noFill/>
          <a:ln w="0">
            <a:noFill/>
          </a:ln>
        </p:spPr>
      </p:pic>
      <p:pic>
        <p:nvPicPr>
          <p:cNvPr id="204" name="Grafik 479"/>
          <p:cNvPicPr/>
          <p:nvPr/>
        </p:nvPicPr>
        <p:blipFill>
          <a:blip>
            <a:extLst>
              <a:ext uri="{96DAC541-7B7A-43D3-8B79-37D633B846F1}">
                <asvg:svgBlip xmlns:asvg="http://schemas.microsoft.com/office/drawing/2016/SVG/main" r:embed="rId37"/>
              </a:ext>
            </a:extLst>
          </a:blip>
          <a:stretch/>
        </p:blipFill>
        <p:spPr>
          <a:xfrm>
            <a:off x="5986594" y="3169996"/>
            <a:ext cx="304560" cy="418680"/>
          </a:xfrm>
          <a:prstGeom prst="rect">
            <a:avLst/>
          </a:prstGeom>
          <a:noFill/>
          <a:ln w="0">
            <a:noFill/>
          </a:ln>
        </p:spPr>
      </p:pic>
      <p:pic>
        <p:nvPicPr>
          <p:cNvPr id="205" name="Grafik 481"/>
          <p:cNvPicPr/>
          <p:nvPr/>
        </p:nvPicPr>
        <p:blipFill>
          <a:blip>
            <a:extLst>
              <a:ext uri="{96DAC541-7B7A-43D3-8B79-37D633B846F1}">
                <asvg:svgBlip xmlns:asvg="http://schemas.microsoft.com/office/drawing/2016/SVG/main" r:embed="rId38"/>
              </a:ext>
            </a:extLst>
          </a:blip>
          <a:stretch/>
        </p:blipFill>
        <p:spPr>
          <a:xfrm>
            <a:off x="6811040" y="3169996"/>
            <a:ext cx="285480" cy="399600"/>
          </a:xfrm>
          <a:prstGeom prst="rect">
            <a:avLst/>
          </a:prstGeom>
          <a:noFill/>
          <a:ln w="0">
            <a:noFill/>
          </a:ln>
        </p:spPr>
      </p:pic>
      <p:pic>
        <p:nvPicPr>
          <p:cNvPr id="206" name="Grafik 483"/>
          <p:cNvPicPr/>
          <p:nvPr/>
        </p:nvPicPr>
        <p:blipFill>
          <a:blip>
            <a:extLst>
              <a:ext uri="{96DAC541-7B7A-43D3-8B79-37D633B846F1}">
                <asvg:svgBlip xmlns:asvg="http://schemas.microsoft.com/office/drawing/2016/SVG/main" r:embed="rId39"/>
              </a:ext>
            </a:extLst>
          </a:blip>
          <a:stretch/>
        </p:blipFill>
        <p:spPr>
          <a:xfrm>
            <a:off x="7682447" y="3169996"/>
            <a:ext cx="285480" cy="399600"/>
          </a:xfrm>
          <a:prstGeom prst="rect">
            <a:avLst/>
          </a:prstGeom>
          <a:noFill/>
          <a:ln w="0">
            <a:noFill/>
          </a:ln>
        </p:spPr>
      </p:pic>
      <p:pic>
        <p:nvPicPr>
          <p:cNvPr id="207" name="Grafik 485"/>
          <p:cNvPicPr/>
          <p:nvPr/>
        </p:nvPicPr>
        <p:blipFill>
          <a:blip>
            <a:extLst>
              <a:ext uri="{96DAC541-7B7A-43D3-8B79-37D633B846F1}">
                <asvg:svgBlip xmlns:asvg="http://schemas.microsoft.com/office/drawing/2016/SVG/main" r:embed="rId40"/>
              </a:ext>
            </a:extLst>
          </a:blip>
          <a:stretch/>
        </p:blipFill>
        <p:spPr>
          <a:xfrm>
            <a:off x="10005087" y="3904992"/>
            <a:ext cx="456840" cy="380520"/>
          </a:xfrm>
          <a:prstGeom prst="rect">
            <a:avLst/>
          </a:prstGeom>
          <a:noFill/>
          <a:ln w="0">
            <a:noFill/>
          </a:ln>
        </p:spPr>
      </p:pic>
      <p:pic>
        <p:nvPicPr>
          <p:cNvPr id="208" name="Grafik 487"/>
          <p:cNvPicPr/>
          <p:nvPr/>
        </p:nvPicPr>
        <p:blipFill>
          <a:blip>
            <a:extLst>
              <a:ext uri="{96DAC541-7B7A-43D3-8B79-37D633B846F1}">
                <asvg:svgBlip xmlns:asvg="http://schemas.microsoft.com/office/drawing/2016/SVG/main" r:embed="rId41"/>
              </a:ext>
            </a:extLst>
          </a:blip>
          <a:stretch/>
        </p:blipFill>
        <p:spPr>
          <a:xfrm>
            <a:off x="1766530" y="3918641"/>
            <a:ext cx="481886" cy="356690"/>
          </a:xfrm>
          <a:prstGeom prst="rect">
            <a:avLst/>
          </a:prstGeom>
          <a:noFill/>
          <a:ln w="0">
            <a:noFill/>
          </a:ln>
        </p:spPr>
      </p:pic>
      <p:pic>
        <p:nvPicPr>
          <p:cNvPr id="209" name="Grafik 489"/>
          <p:cNvPicPr/>
          <p:nvPr/>
        </p:nvPicPr>
        <p:blipFill>
          <a:blip>
            <a:extLst>
              <a:ext uri="{96DAC541-7B7A-43D3-8B79-37D633B846F1}">
                <asvg:svgBlip xmlns:asvg="http://schemas.microsoft.com/office/drawing/2016/SVG/main" r:embed="rId42"/>
              </a:ext>
            </a:extLst>
          </a:blip>
          <a:stretch/>
        </p:blipFill>
        <p:spPr>
          <a:xfrm>
            <a:off x="5205962" y="2510832"/>
            <a:ext cx="387620" cy="235887"/>
          </a:xfrm>
          <a:prstGeom prst="rect">
            <a:avLst/>
          </a:prstGeom>
          <a:noFill/>
          <a:ln w="0">
            <a:noFill/>
          </a:ln>
        </p:spPr>
      </p:pic>
      <p:pic>
        <p:nvPicPr>
          <p:cNvPr id="210" name="Grafik 491"/>
          <p:cNvPicPr/>
          <p:nvPr/>
        </p:nvPicPr>
        <p:blipFill>
          <a:blip>
            <a:extLst>
              <a:ext uri="{96DAC541-7B7A-43D3-8B79-37D633B846F1}">
                <asvg:svgBlip xmlns:asvg="http://schemas.microsoft.com/office/drawing/2016/SVG/main" r:embed="rId43"/>
              </a:ext>
            </a:extLst>
          </a:blip>
          <a:stretch/>
        </p:blipFill>
        <p:spPr>
          <a:xfrm>
            <a:off x="2681449" y="2430193"/>
            <a:ext cx="399600" cy="418680"/>
          </a:xfrm>
          <a:prstGeom prst="rect">
            <a:avLst/>
          </a:prstGeom>
          <a:noFill/>
          <a:ln w="0">
            <a:noFill/>
          </a:ln>
        </p:spPr>
      </p:pic>
      <p:pic>
        <p:nvPicPr>
          <p:cNvPr id="211" name="Grafik 493"/>
          <p:cNvPicPr/>
          <p:nvPr/>
        </p:nvPicPr>
        <p:blipFill>
          <a:blip>
            <a:extLst>
              <a:ext uri="{96DAC541-7B7A-43D3-8B79-37D633B846F1}">
                <asvg:svgBlip xmlns:asvg="http://schemas.microsoft.com/office/drawing/2016/SVG/main" r:embed="rId44"/>
              </a:ext>
            </a:extLst>
          </a:blip>
          <a:stretch/>
        </p:blipFill>
        <p:spPr>
          <a:xfrm>
            <a:off x="2718349" y="3169996"/>
            <a:ext cx="399600" cy="399600"/>
          </a:xfrm>
          <a:prstGeom prst="rect">
            <a:avLst/>
          </a:prstGeom>
          <a:noFill/>
          <a:ln w="0">
            <a:noFill/>
          </a:ln>
        </p:spPr>
      </p:pic>
      <p:pic>
        <p:nvPicPr>
          <p:cNvPr id="212" name="Grafik 495"/>
          <p:cNvPicPr/>
          <p:nvPr/>
        </p:nvPicPr>
        <p:blipFill>
          <a:blip>
            <a:extLst>
              <a:ext uri="{96DAC541-7B7A-43D3-8B79-37D633B846F1}">
                <asvg:svgBlip xmlns:asvg="http://schemas.microsoft.com/office/drawing/2016/SVG/main" r:embed="rId45"/>
              </a:ext>
            </a:extLst>
          </a:blip>
          <a:stretch/>
        </p:blipFill>
        <p:spPr>
          <a:xfrm>
            <a:off x="869040" y="5115414"/>
            <a:ext cx="340516" cy="340516"/>
          </a:xfrm>
          <a:prstGeom prst="rect">
            <a:avLst/>
          </a:prstGeom>
          <a:noFill/>
          <a:ln w="0">
            <a:noFill/>
          </a:ln>
        </p:spPr>
      </p:pic>
      <p:pic>
        <p:nvPicPr>
          <p:cNvPr id="213" name="Grafik 497"/>
          <p:cNvPicPr/>
          <p:nvPr/>
        </p:nvPicPr>
        <p:blipFill>
          <a:blip>
            <a:extLst>
              <a:ext uri="{96DAC541-7B7A-43D3-8B79-37D633B846F1}">
                <asvg:svgBlip xmlns:asvg="http://schemas.microsoft.com/office/drawing/2016/SVG/main" r:embed="rId46"/>
              </a:ext>
            </a:extLst>
          </a:blip>
          <a:stretch/>
        </p:blipFill>
        <p:spPr>
          <a:xfrm>
            <a:off x="1682727" y="5123544"/>
            <a:ext cx="324257" cy="324257"/>
          </a:xfrm>
          <a:prstGeom prst="rect">
            <a:avLst/>
          </a:prstGeom>
          <a:noFill/>
          <a:ln w="0">
            <a:noFill/>
          </a:ln>
        </p:spPr>
      </p:pic>
      <p:pic>
        <p:nvPicPr>
          <p:cNvPr id="214" name="Grafik 499"/>
          <p:cNvPicPr/>
          <p:nvPr/>
        </p:nvPicPr>
        <p:blipFill>
          <a:blip>
            <a:extLst>
              <a:ext uri="{96DAC541-7B7A-43D3-8B79-37D633B846F1}">
                <asvg:svgBlip xmlns:asvg="http://schemas.microsoft.com/office/drawing/2016/SVG/main" r:embed="rId47"/>
              </a:ext>
            </a:extLst>
          </a:blip>
          <a:stretch/>
        </p:blipFill>
        <p:spPr>
          <a:xfrm>
            <a:off x="2477334" y="5115414"/>
            <a:ext cx="340516" cy="340516"/>
          </a:xfrm>
          <a:prstGeom prst="rect">
            <a:avLst/>
          </a:prstGeom>
          <a:noFill/>
          <a:ln w="0">
            <a:noFill/>
          </a:ln>
        </p:spPr>
      </p:pic>
      <p:pic>
        <p:nvPicPr>
          <p:cNvPr id="215" name="Grafik 501"/>
          <p:cNvPicPr/>
          <p:nvPr/>
        </p:nvPicPr>
        <p:blipFill>
          <a:blip>
            <a:extLst>
              <a:ext uri="{96DAC541-7B7A-43D3-8B79-37D633B846F1}">
                <asvg:svgBlip xmlns:asvg="http://schemas.microsoft.com/office/drawing/2016/SVG/main" r:embed="rId48"/>
              </a:ext>
            </a:extLst>
          </a:blip>
          <a:stretch/>
        </p:blipFill>
        <p:spPr>
          <a:xfrm>
            <a:off x="3291021" y="5164037"/>
            <a:ext cx="356776" cy="243270"/>
          </a:xfrm>
          <a:prstGeom prst="rect">
            <a:avLst/>
          </a:prstGeom>
          <a:noFill/>
          <a:ln w="0">
            <a:noFill/>
          </a:ln>
        </p:spPr>
      </p:pic>
      <p:pic>
        <p:nvPicPr>
          <p:cNvPr id="216" name="Grafik 503"/>
          <p:cNvPicPr/>
          <p:nvPr/>
        </p:nvPicPr>
        <p:blipFill>
          <a:blip>
            <a:extLst>
              <a:ext uri="{96DAC541-7B7A-43D3-8B79-37D633B846F1}">
                <asvg:svgBlip xmlns:asvg="http://schemas.microsoft.com/office/drawing/2016/SVG/main" r:embed="rId49"/>
              </a:ext>
            </a:extLst>
          </a:blip>
          <a:stretch/>
        </p:blipFill>
        <p:spPr>
          <a:xfrm>
            <a:off x="4123788" y="5131673"/>
            <a:ext cx="307999" cy="307999"/>
          </a:xfrm>
          <a:prstGeom prst="rect">
            <a:avLst/>
          </a:prstGeom>
          <a:noFill/>
          <a:ln w="0">
            <a:noFill/>
          </a:ln>
        </p:spPr>
      </p:pic>
      <p:pic>
        <p:nvPicPr>
          <p:cNvPr id="217" name="Grafik 505"/>
          <p:cNvPicPr/>
          <p:nvPr/>
        </p:nvPicPr>
        <p:blipFill>
          <a:blip>
            <a:extLst>
              <a:ext uri="{96DAC541-7B7A-43D3-8B79-37D633B846F1}">
                <asvg:svgBlip xmlns:asvg="http://schemas.microsoft.com/office/drawing/2016/SVG/main" r:embed="rId50"/>
              </a:ext>
            </a:extLst>
          </a:blip>
          <a:stretch/>
        </p:blipFill>
        <p:spPr>
          <a:xfrm>
            <a:off x="4899315" y="5123544"/>
            <a:ext cx="307998" cy="324257"/>
          </a:xfrm>
          <a:prstGeom prst="rect">
            <a:avLst/>
          </a:prstGeom>
          <a:noFill/>
          <a:ln w="0">
            <a:noFill/>
          </a:ln>
        </p:spPr>
      </p:pic>
      <p:pic>
        <p:nvPicPr>
          <p:cNvPr id="218" name="Grafik 507"/>
          <p:cNvPicPr/>
          <p:nvPr/>
        </p:nvPicPr>
        <p:blipFill>
          <a:blip>
            <a:extLst>
              <a:ext uri="{96DAC541-7B7A-43D3-8B79-37D633B846F1}">
                <asvg:svgBlip xmlns:asvg="http://schemas.microsoft.com/office/drawing/2016/SVG/main" r:embed="rId51"/>
              </a:ext>
            </a:extLst>
          </a:blip>
          <a:stretch/>
        </p:blipFill>
        <p:spPr>
          <a:xfrm>
            <a:off x="5674842" y="5139649"/>
            <a:ext cx="259528" cy="292046"/>
          </a:xfrm>
          <a:prstGeom prst="rect">
            <a:avLst/>
          </a:prstGeom>
          <a:noFill/>
          <a:ln w="0">
            <a:noFill/>
          </a:ln>
        </p:spPr>
      </p:pic>
      <p:pic>
        <p:nvPicPr>
          <p:cNvPr id="219" name="Grafik 509"/>
          <p:cNvPicPr/>
          <p:nvPr/>
        </p:nvPicPr>
        <p:blipFill>
          <a:blip>
            <a:extLst>
              <a:ext uri="{96DAC541-7B7A-43D3-8B79-37D633B846F1}">
                <asvg:svgBlip xmlns:asvg="http://schemas.microsoft.com/office/drawing/2016/SVG/main" r:embed="rId52"/>
              </a:ext>
            </a:extLst>
          </a:blip>
          <a:stretch/>
        </p:blipFill>
        <p:spPr>
          <a:xfrm>
            <a:off x="7232704" y="5165007"/>
            <a:ext cx="194493" cy="307999"/>
          </a:xfrm>
          <a:prstGeom prst="rect">
            <a:avLst/>
          </a:prstGeom>
          <a:noFill/>
          <a:ln w="0">
            <a:noFill/>
          </a:ln>
        </p:spPr>
      </p:pic>
      <p:pic>
        <p:nvPicPr>
          <p:cNvPr id="2" name="Grafik 1">
            <a:extLst>
              <a:ext uri="{FF2B5EF4-FFF2-40B4-BE49-F238E27FC236}">
                <a16:creationId xmlns:a16="http://schemas.microsoft.com/office/drawing/2014/main" id="{ACAF4101-D08A-0981-B2FB-5AB4A42204CA}"/>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6451363" y="5164037"/>
            <a:ext cx="361595" cy="309938"/>
          </a:xfrm>
          <a:prstGeom prst="rect">
            <a:avLst/>
          </a:prstGeom>
        </p:spPr>
      </p:pic>
      <p:pic>
        <p:nvPicPr>
          <p:cNvPr id="13" name="Grafik 12">
            <a:extLst>
              <a:ext uri="{FF2B5EF4-FFF2-40B4-BE49-F238E27FC236}">
                <a16:creationId xmlns:a16="http://schemas.microsoft.com/office/drawing/2014/main" id="{9DBEC99E-5CE4-7F99-356A-9EBBD6B5A477}"/>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2762365" y="3814568"/>
            <a:ext cx="481885" cy="456522"/>
          </a:xfrm>
          <a:prstGeom prst="rect">
            <a:avLst/>
          </a:prstGeom>
        </p:spPr>
      </p:pic>
      <p:pic>
        <p:nvPicPr>
          <p:cNvPr id="14" name="Grafik 13">
            <a:extLst>
              <a:ext uri="{FF2B5EF4-FFF2-40B4-BE49-F238E27FC236}">
                <a16:creationId xmlns:a16="http://schemas.microsoft.com/office/drawing/2014/main" id="{650E51A1-8743-5A77-522F-DEE529E18121}"/>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3758199" y="3910158"/>
            <a:ext cx="562056" cy="357672"/>
          </a:xfrm>
          <a:prstGeom prst="rect">
            <a:avLst/>
          </a:prstGeom>
        </p:spPr>
      </p:pic>
      <p:pic>
        <p:nvPicPr>
          <p:cNvPr id="15" name="Grafik 14">
            <a:extLst>
              <a:ext uri="{FF2B5EF4-FFF2-40B4-BE49-F238E27FC236}">
                <a16:creationId xmlns:a16="http://schemas.microsoft.com/office/drawing/2014/main" id="{84FBC96E-C47F-558B-E278-F6A1073663DA}"/>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4834204" y="3900955"/>
            <a:ext cx="336427" cy="403281"/>
          </a:xfrm>
          <a:prstGeom prst="rect">
            <a:avLst/>
          </a:prstGeom>
        </p:spPr>
      </p:pic>
      <p:pic>
        <p:nvPicPr>
          <p:cNvPr id="16" name="Grafik 15">
            <a:extLst>
              <a:ext uri="{FF2B5EF4-FFF2-40B4-BE49-F238E27FC236}">
                <a16:creationId xmlns:a16="http://schemas.microsoft.com/office/drawing/2014/main" id="{C1B26CB6-A75D-83C7-8594-137215939B02}"/>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5684580" y="3889863"/>
            <a:ext cx="347302" cy="421724"/>
          </a:xfrm>
          <a:prstGeom prst="rect">
            <a:avLst/>
          </a:prstGeom>
        </p:spPr>
      </p:pic>
      <p:pic>
        <p:nvPicPr>
          <p:cNvPr id="17" name="Grafik 16">
            <a:extLst>
              <a:ext uri="{FF2B5EF4-FFF2-40B4-BE49-F238E27FC236}">
                <a16:creationId xmlns:a16="http://schemas.microsoft.com/office/drawing/2014/main" id="{1DC51ED9-FEFE-E64F-A832-362A41F58010}"/>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6545831" y="3889861"/>
            <a:ext cx="347302" cy="421724"/>
          </a:xfrm>
          <a:prstGeom prst="rect">
            <a:avLst/>
          </a:prstGeom>
        </p:spPr>
      </p:pic>
      <p:pic>
        <p:nvPicPr>
          <p:cNvPr id="18" name="Grafik 17">
            <a:extLst>
              <a:ext uri="{FF2B5EF4-FFF2-40B4-BE49-F238E27FC236}">
                <a16:creationId xmlns:a16="http://schemas.microsoft.com/office/drawing/2014/main" id="{5B441B69-F117-9E8B-7FE2-19C433551834}"/>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7407082" y="3896719"/>
            <a:ext cx="361554" cy="421724"/>
          </a:xfrm>
          <a:prstGeom prst="rect">
            <a:avLst/>
          </a:prstGeom>
        </p:spPr>
      </p:pic>
      <p:pic>
        <p:nvPicPr>
          <p:cNvPr id="19" name="Grafik 18">
            <a:extLst>
              <a:ext uri="{FF2B5EF4-FFF2-40B4-BE49-F238E27FC236}">
                <a16:creationId xmlns:a16="http://schemas.microsoft.com/office/drawing/2014/main" id="{13E86F3B-8123-7711-1D1F-383E1196EA8D}"/>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8495140" y="3186733"/>
            <a:ext cx="332114" cy="427004"/>
          </a:xfrm>
          <a:prstGeom prst="rect">
            <a:avLst/>
          </a:prstGeom>
        </p:spPr>
      </p:pic>
      <p:pic>
        <p:nvPicPr>
          <p:cNvPr id="20" name="Grafik 19">
            <a:extLst>
              <a:ext uri="{FF2B5EF4-FFF2-40B4-BE49-F238E27FC236}">
                <a16:creationId xmlns:a16="http://schemas.microsoft.com/office/drawing/2014/main" id="{71C041CC-5F58-C060-7895-0AFBF116B838}"/>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9256917" y="3140716"/>
            <a:ext cx="456840" cy="537459"/>
          </a:xfrm>
          <a:prstGeom prst="rect">
            <a:avLst/>
          </a:prstGeom>
        </p:spPr>
      </p:pic>
      <p:pic>
        <p:nvPicPr>
          <p:cNvPr id="21" name="Grafik 20">
            <a:extLst>
              <a:ext uri="{FF2B5EF4-FFF2-40B4-BE49-F238E27FC236}">
                <a16:creationId xmlns:a16="http://schemas.microsoft.com/office/drawing/2014/main" id="{3B77BE4A-28DB-9FBA-A73A-FAA1A0E87130}"/>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8282585" y="3928879"/>
            <a:ext cx="347302" cy="347302"/>
          </a:xfrm>
          <a:prstGeom prst="rect">
            <a:avLst/>
          </a:prstGeom>
        </p:spPr>
      </p:pic>
      <p:pic>
        <p:nvPicPr>
          <p:cNvPr id="22" name="Grafik 21">
            <a:extLst>
              <a:ext uri="{FF2B5EF4-FFF2-40B4-BE49-F238E27FC236}">
                <a16:creationId xmlns:a16="http://schemas.microsoft.com/office/drawing/2014/main" id="{5873EC6C-93A1-3EA8-DCF9-DC70A42D2700}"/>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9143836" y="3938210"/>
            <a:ext cx="347302" cy="347302"/>
          </a:xfrm>
          <a:prstGeom prst="rect">
            <a:avLst/>
          </a:prstGeom>
        </p:spPr>
      </p:pic>
      <p:pic>
        <p:nvPicPr>
          <p:cNvPr id="4" name="Grafik 3">
            <a:extLst>
              <a:ext uri="{FF2B5EF4-FFF2-40B4-BE49-F238E27FC236}">
                <a16:creationId xmlns:a16="http://schemas.microsoft.com/office/drawing/2014/main" id="{972C0234-7364-3810-B1FA-18E458FCE56E}"/>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924480" y="3849844"/>
            <a:ext cx="328101" cy="464810"/>
          </a:xfrm>
          <a:prstGeom prst="rect">
            <a:avLst/>
          </a:prstGeom>
        </p:spPr>
      </p:pic>
      <p:pic>
        <p:nvPicPr>
          <p:cNvPr id="3" name="Grafik 2">
            <a:extLst>
              <a:ext uri="{FF2B5EF4-FFF2-40B4-BE49-F238E27FC236}">
                <a16:creationId xmlns:a16="http://schemas.microsoft.com/office/drawing/2014/main" id="{5D4CDAAB-95E5-5D82-411E-67C1E47216E5}"/>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5987788" y="1775176"/>
            <a:ext cx="353412" cy="249468"/>
          </a:xfrm>
          <a:prstGeom prst="rect">
            <a:avLst/>
          </a:prstGeom>
        </p:spPr>
      </p:pic>
      <p:sp>
        <p:nvSpPr>
          <p:cNvPr id="5" name="Textfeld 10">
            <a:extLst>
              <a:ext uri="{FF2B5EF4-FFF2-40B4-BE49-F238E27FC236}">
                <a16:creationId xmlns:a16="http://schemas.microsoft.com/office/drawing/2014/main" id="{FBE41F98-A0F8-C4F4-A853-62D12B8784DE}"/>
              </a:ext>
            </a:extLst>
          </p:cNvPr>
          <p:cNvSpPr/>
          <p:nvPr/>
        </p:nvSpPr>
        <p:spPr>
          <a:xfrm>
            <a:off x="623736" y="481290"/>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Kommunikation</a:t>
            </a:r>
          </a:p>
        </p:txBody>
      </p:sp>
      <p:sp>
        <p:nvSpPr>
          <p:cNvPr id="6" name="Textfeld 10">
            <a:extLst>
              <a:ext uri="{FF2B5EF4-FFF2-40B4-BE49-F238E27FC236}">
                <a16:creationId xmlns:a16="http://schemas.microsoft.com/office/drawing/2014/main" id="{3D77217C-DB71-A296-4216-A378EC6BF361}"/>
              </a:ext>
            </a:extLst>
          </p:cNvPr>
          <p:cNvSpPr/>
          <p:nvPr/>
        </p:nvSpPr>
        <p:spPr>
          <a:xfrm>
            <a:off x="613296" y="4625687"/>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err="1">
                <a:ea typeface="Noto Sans Medium" panose="020B0502040504020204" pitchFamily="34" charset="0"/>
                <a:cs typeface="Noto Sans Medium" panose="020B0502040504020204" pitchFamily="34" charset="0"/>
              </a:rPr>
              <a:t>Social</a:t>
            </a:r>
            <a:r>
              <a:rPr lang="de-DE" sz="2000" strike="noStrike" spc="-1" dirty="0">
                <a:ea typeface="Noto Sans Medium" panose="020B0502040504020204" pitchFamily="34" charset="0"/>
                <a:cs typeface="Noto Sans Medium" panose="020B0502040504020204" pitchFamily="34" charset="0"/>
              </a:rPr>
              <a:t> Media</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7662AD-2F6B-10B9-4603-5D1D8D103FA3}"/>
            </a:ext>
          </a:extLst>
        </p:cNvPr>
        <p:cNvGrpSpPr/>
        <p:nvPr/>
      </p:nvGrpSpPr>
      <p:grpSpPr>
        <a:xfrm>
          <a:off x="0" y="0"/>
          <a:ext cx="0" cy="0"/>
          <a:chOff x="0" y="0"/>
          <a:chExt cx="0" cy="0"/>
        </a:xfrm>
      </p:grpSpPr>
      <p:pic>
        <p:nvPicPr>
          <p:cNvPr id="341" name="Grafik 340">
            <a:extLst>
              <a:ext uri="{FF2B5EF4-FFF2-40B4-BE49-F238E27FC236}">
                <a16:creationId xmlns:a16="http://schemas.microsoft.com/office/drawing/2014/main" id="{CFC70EC7-C1CA-3B8F-868C-0BB973CA978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1138" y="3949605"/>
            <a:ext cx="242336" cy="242336"/>
          </a:xfrm>
          <a:prstGeom prst="rect">
            <a:avLst/>
          </a:prstGeom>
        </p:spPr>
      </p:pic>
      <p:pic>
        <p:nvPicPr>
          <p:cNvPr id="343" name="Grafik 342">
            <a:extLst>
              <a:ext uri="{FF2B5EF4-FFF2-40B4-BE49-F238E27FC236}">
                <a16:creationId xmlns:a16="http://schemas.microsoft.com/office/drawing/2014/main" id="{B88CC0AA-0390-FD78-B1B7-AD8A291AE8F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71568" y="3949605"/>
            <a:ext cx="242336" cy="242336"/>
          </a:xfrm>
          <a:prstGeom prst="rect">
            <a:avLst/>
          </a:prstGeom>
        </p:spPr>
      </p:pic>
      <p:pic>
        <p:nvPicPr>
          <p:cNvPr id="345" name="Grafik 344">
            <a:extLst>
              <a:ext uri="{FF2B5EF4-FFF2-40B4-BE49-F238E27FC236}">
                <a16:creationId xmlns:a16="http://schemas.microsoft.com/office/drawing/2014/main" id="{8CCE9793-C85E-8BC4-26FB-72DC6FF188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2370" y="3304299"/>
            <a:ext cx="290803" cy="242336"/>
          </a:xfrm>
          <a:prstGeom prst="rect">
            <a:avLst/>
          </a:prstGeom>
        </p:spPr>
      </p:pic>
      <p:pic>
        <p:nvPicPr>
          <p:cNvPr id="347" name="Grafik 346">
            <a:extLst>
              <a:ext uri="{FF2B5EF4-FFF2-40B4-BE49-F238E27FC236}">
                <a16:creationId xmlns:a16="http://schemas.microsoft.com/office/drawing/2014/main" id="{7C08B8EB-B300-165B-A8C4-FE5C96B5C7F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59924" y="3278581"/>
            <a:ext cx="274647" cy="258491"/>
          </a:xfrm>
          <a:prstGeom prst="rect">
            <a:avLst/>
          </a:prstGeom>
        </p:spPr>
      </p:pic>
      <p:pic>
        <p:nvPicPr>
          <p:cNvPr id="351" name="Grafik 350">
            <a:extLst>
              <a:ext uri="{FF2B5EF4-FFF2-40B4-BE49-F238E27FC236}">
                <a16:creationId xmlns:a16="http://schemas.microsoft.com/office/drawing/2014/main" id="{ED0272BD-86D6-D1B8-6240-6F97B378730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667859" y="2567678"/>
            <a:ext cx="242336" cy="226180"/>
          </a:xfrm>
          <a:prstGeom prst="rect">
            <a:avLst/>
          </a:prstGeom>
        </p:spPr>
      </p:pic>
      <p:pic>
        <p:nvPicPr>
          <p:cNvPr id="353" name="Grafik 352">
            <a:extLst>
              <a:ext uri="{FF2B5EF4-FFF2-40B4-BE49-F238E27FC236}">
                <a16:creationId xmlns:a16="http://schemas.microsoft.com/office/drawing/2014/main" id="{5ED1913C-DCD7-19EF-A510-8B085F59F72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498212" y="3244338"/>
            <a:ext cx="161557" cy="306958"/>
          </a:xfrm>
          <a:prstGeom prst="rect">
            <a:avLst/>
          </a:prstGeom>
        </p:spPr>
      </p:pic>
      <p:pic>
        <p:nvPicPr>
          <p:cNvPr id="357" name="Grafik 356">
            <a:extLst>
              <a:ext uri="{FF2B5EF4-FFF2-40B4-BE49-F238E27FC236}">
                <a16:creationId xmlns:a16="http://schemas.microsoft.com/office/drawing/2014/main" id="{6DB6816C-E7AA-D3C8-BFBF-90A6B8F4F7F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969629" y="3175340"/>
            <a:ext cx="233625" cy="350437"/>
          </a:xfrm>
          <a:prstGeom prst="rect">
            <a:avLst/>
          </a:prstGeom>
        </p:spPr>
      </p:pic>
      <p:pic>
        <p:nvPicPr>
          <p:cNvPr id="359" name="Grafik 358">
            <a:extLst>
              <a:ext uri="{FF2B5EF4-FFF2-40B4-BE49-F238E27FC236}">
                <a16:creationId xmlns:a16="http://schemas.microsoft.com/office/drawing/2014/main" id="{83832BDC-DF52-FC9F-EE72-DE24D77FC10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10271" y="3286492"/>
            <a:ext cx="314370" cy="227045"/>
          </a:xfrm>
          <a:prstGeom prst="rect">
            <a:avLst/>
          </a:prstGeom>
        </p:spPr>
      </p:pic>
      <p:pic>
        <p:nvPicPr>
          <p:cNvPr id="361" name="Grafik 360">
            <a:extLst>
              <a:ext uri="{FF2B5EF4-FFF2-40B4-BE49-F238E27FC236}">
                <a16:creationId xmlns:a16="http://schemas.microsoft.com/office/drawing/2014/main" id="{238775C3-5F81-69C7-5B03-A654ACA5B77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492631" y="3305962"/>
            <a:ext cx="314370" cy="209580"/>
          </a:xfrm>
          <a:prstGeom prst="rect">
            <a:avLst/>
          </a:prstGeom>
        </p:spPr>
      </p:pic>
      <p:pic>
        <p:nvPicPr>
          <p:cNvPr id="363" name="Grafik 362">
            <a:extLst>
              <a:ext uri="{FF2B5EF4-FFF2-40B4-BE49-F238E27FC236}">
                <a16:creationId xmlns:a16="http://schemas.microsoft.com/office/drawing/2014/main" id="{1A72EBF0-DD38-726E-5071-B9088DF38AFC}"/>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324272" y="3276200"/>
            <a:ext cx="275808" cy="258570"/>
          </a:xfrm>
          <a:prstGeom prst="rect">
            <a:avLst/>
          </a:prstGeom>
        </p:spPr>
      </p:pic>
      <p:pic>
        <p:nvPicPr>
          <p:cNvPr id="365" name="Grafik 364">
            <a:extLst>
              <a:ext uri="{FF2B5EF4-FFF2-40B4-BE49-F238E27FC236}">
                <a16:creationId xmlns:a16="http://schemas.microsoft.com/office/drawing/2014/main" id="{EBC5C3F7-D022-15D1-29FB-DEC9243866BF}"/>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142863" y="3218351"/>
            <a:ext cx="214156" cy="350437"/>
          </a:xfrm>
          <a:prstGeom prst="rect">
            <a:avLst/>
          </a:prstGeom>
        </p:spPr>
      </p:pic>
      <p:pic>
        <p:nvPicPr>
          <p:cNvPr id="383" name="Grafik 382">
            <a:extLst>
              <a:ext uri="{FF2B5EF4-FFF2-40B4-BE49-F238E27FC236}">
                <a16:creationId xmlns:a16="http://schemas.microsoft.com/office/drawing/2014/main" id="{779FF013-7309-129C-6604-7F7BB8F5F46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8306501" y="3267957"/>
            <a:ext cx="161557" cy="306958"/>
          </a:xfrm>
          <a:prstGeom prst="rect">
            <a:avLst/>
          </a:prstGeom>
        </p:spPr>
      </p:pic>
      <p:pic>
        <p:nvPicPr>
          <p:cNvPr id="385" name="Grafik 384">
            <a:extLst>
              <a:ext uri="{FF2B5EF4-FFF2-40B4-BE49-F238E27FC236}">
                <a16:creationId xmlns:a16="http://schemas.microsoft.com/office/drawing/2014/main" id="{A6F58FAA-57A2-CB99-D8EF-CA5987D40B0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80021" y="1055981"/>
            <a:ext cx="357521" cy="357521"/>
          </a:xfrm>
          <a:prstGeom prst="rect">
            <a:avLst/>
          </a:prstGeom>
        </p:spPr>
      </p:pic>
      <p:pic>
        <p:nvPicPr>
          <p:cNvPr id="387" name="Grafik 386">
            <a:extLst>
              <a:ext uri="{FF2B5EF4-FFF2-40B4-BE49-F238E27FC236}">
                <a16:creationId xmlns:a16="http://schemas.microsoft.com/office/drawing/2014/main" id="{225B4CC2-F75C-6806-B64E-44FA7215832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692556" y="1055981"/>
            <a:ext cx="357521" cy="357521"/>
          </a:xfrm>
          <a:prstGeom prst="rect">
            <a:avLst/>
          </a:prstGeom>
        </p:spPr>
      </p:pic>
      <p:pic>
        <p:nvPicPr>
          <p:cNvPr id="389" name="Grafik 388">
            <a:extLst>
              <a:ext uri="{FF2B5EF4-FFF2-40B4-BE49-F238E27FC236}">
                <a16:creationId xmlns:a16="http://schemas.microsoft.com/office/drawing/2014/main" id="{1149E5C5-40AD-4F42-D90F-D2EDD589109F}"/>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505091" y="1055981"/>
            <a:ext cx="357521" cy="357521"/>
          </a:xfrm>
          <a:prstGeom prst="rect">
            <a:avLst/>
          </a:prstGeom>
        </p:spPr>
      </p:pic>
      <p:pic>
        <p:nvPicPr>
          <p:cNvPr id="391" name="Grafik 390">
            <a:extLst>
              <a:ext uri="{FF2B5EF4-FFF2-40B4-BE49-F238E27FC236}">
                <a16:creationId xmlns:a16="http://schemas.microsoft.com/office/drawing/2014/main" id="{EA60EDDA-572D-A397-99F6-3795039C0EA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317626" y="1055981"/>
            <a:ext cx="357521" cy="357521"/>
          </a:xfrm>
          <a:prstGeom prst="rect">
            <a:avLst/>
          </a:prstGeom>
        </p:spPr>
      </p:pic>
      <p:pic>
        <p:nvPicPr>
          <p:cNvPr id="393" name="Grafik 392">
            <a:extLst>
              <a:ext uri="{FF2B5EF4-FFF2-40B4-BE49-F238E27FC236}">
                <a16:creationId xmlns:a16="http://schemas.microsoft.com/office/drawing/2014/main" id="{06499B83-E417-ACCE-B2D7-2757E28B3BE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162637" y="1052591"/>
            <a:ext cx="357521" cy="357521"/>
          </a:xfrm>
          <a:prstGeom prst="rect">
            <a:avLst/>
          </a:prstGeom>
        </p:spPr>
      </p:pic>
      <p:pic>
        <p:nvPicPr>
          <p:cNvPr id="395" name="Grafik 394">
            <a:extLst>
              <a:ext uri="{FF2B5EF4-FFF2-40B4-BE49-F238E27FC236}">
                <a16:creationId xmlns:a16="http://schemas.microsoft.com/office/drawing/2014/main" id="{47BB10DA-6CC3-BBD1-3B6A-DF59A846E164}"/>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4942697" y="1055981"/>
            <a:ext cx="357521" cy="357521"/>
          </a:xfrm>
          <a:prstGeom prst="rect">
            <a:avLst/>
          </a:prstGeom>
        </p:spPr>
      </p:pic>
      <p:pic>
        <p:nvPicPr>
          <p:cNvPr id="397" name="Grafik 396">
            <a:extLst>
              <a:ext uri="{FF2B5EF4-FFF2-40B4-BE49-F238E27FC236}">
                <a16:creationId xmlns:a16="http://schemas.microsoft.com/office/drawing/2014/main" id="{DE13DBF2-07B9-D0D3-3635-E3858AF6B46D}"/>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5748857" y="1061971"/>
            <a:ext cx="357521" cy="357521"/>
          </a:xfrm>
          <a:prstGeom prst="rect">
            <a:avLst/>
          </a:prstGeom>
        </p:spPr>
      </p:pic>
      <p:pic>
        <p:nvPicPr>
          <p:cNvPr id="399" name="Grafik 398">
            <a:extLst>
              <a:ext uri="{FF2B5EF4-FFF2-40B4-BE49-F238E27FC236}">
                <a16:creationId xmlns:a16="http://schemas.microsoft.com/office/drawing/2014/main" id="{395CD647-EFEE-093E-CEE3-D90B9826844C}"/>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567769" y="1055981"/>
            <a:ext cx="357521" cy="357521"/>
          </a:xfrm>
          <a:prstGeom prst="rect">
            <a:avLst/>
          </a:prstGeom>
        </p:spPr>
      </p:pic>
      <p:pic>
        <p:nvPicPr>
          <p:cNvPr id="401" name="Grafik 400">
            <a:extLst>
              <a:ext uri="{FF2B5EF4-FFF2-40B4-BE49-F238E27FC236}">
                <a16:creationId xmlns:a16="http://schemas.microsoft.com/office/drawing/2014/main" id="{43D3D7B6-83A2-444A-0DA7-0A2A67E88948}"/>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7380305" y="1055981"/>
            <a:ext cx="357521" cy="357521"/>
          </a:xfrm>
          <a:prstGeom prst="rect">
            <a:avLst/>
          </a:prstGeom>
        </p:spPr>
      </p:pic>
      <p:pic>
        <p:nvPicPr>
          <p:cNvPr id="403" name="Grafik 402">
            <a:extLst>
              <a:ext uri="{FF2B5EF4-FFF2-40B4-BE49-F238E27FC236}">
                <a16:creationId xmlns:a16="http://schemas.microsoft.com/office/drawing/2014/main" id="{988FD64C-AD92-864F-FD2A-A142D9E42365}"/>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8192841" y="1055981"/>
            <a:ext cx="357521" cy="357521"/>
          </a:xfrm>
          <a:prstGeom prst="rect">
            <a:avLst/>
          </a:prstGeom>
        </p:spPr>
      </p:pic>
      <p:pic>
        <p:nvPicPr>
          <p:cNvPr id="405" name="Grafik 404">
            <a:extLst>
              <a:ext uri="{FF2B5EF4-FFF2-40B4-BE49-F238E27FC236}">
                <a16:creationId xmlns:a16="http://schemas.microsoft.com/office/drawing/2014/main" id="{2D4444B1-6AD5-D256-77F9-DFE99622DFD6}"/>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9005377" y="1055981"/>
            <a:ext cx="357521" cy="357521"/>
          </a:xfrm>
          <a:prstGeom prst="rect">
            <a:avLst/>
          </a:prstGeom>
        </p:spPr>
      </p:pic>
      <p:pic>
        <p:nvPicPr>
          <p:cNvPr id="407" name="Grafik 406">
            <a:extLst>
              <a:ext uri="{FF2B5EF4-FFF2-40B4-BE49-F238E27FC236}">
                <a16:creationId xmlns:a16="http://schemas.microsoft.com/office/drawing/2014/main" id="{D53C70A7-0CE9-2402-00CF-B81FB717CE6F}"/>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9817913" y="1055981"/>
            <a:ext cx="357521" cy="357521"/>
          </a:xfrm>
          <a:prstGeom prst="rect">
            <a:avLst/>
          </a:prstGeom>
        </p:spPr>
      </p:pic>
      <p:pic>
        <p:nvPicPr>
          <p:cNvPr id="409" name="Grafik 408">
            <a:extLst>
              <a:ext uri="{FF2B5EF4-FFF2-40B4-BE49-F238E27FC236}">
                <a16:creationId xmlns:a16="http://schemas.microsoft.com/office/drawing/2014/main" id="{51734713-FA2A-C51E-30EE-46203C02011E}"/>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0630447" y="1055981"/>
            <a:ext cx="357521" cy="357521"/>
          </a:xfrm>
          <a:prstGeom prst="rect">
            <a:avLst/>
          </a:prstGeom>
        </p:spPr>
      </p:pic>
      <p:pic>
        <p:nvPicPr>
          <p:cNvPr id="411" name="Grafik 410">
            <a:extLst>
              <a:ext uri="{FF2B5EF4-FFF2-40B4-BE49-F238E27FC236}">
                <a16:creationId xmlns:a16="http://schemas.microsoft.com/office/drawing/2014/main" id="{48F1E7FC-0E79-1C17-10E9-9864E721B668}"/>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893444" y="1834026"/>
            <a:ext cx="343853" cy="343853"/>
          </a:xfrm>
          <a:prstGeom prst="rect">
            <a:avLst/>
          </a:prstGeom>
        </p:spPr>
      </p:pic>
      <p:pic>
        <p:nvPicPr>
          <p:cNvPr id="413" name="Grafik 412">
            <a:extLst>
              <a:ext uri="{FF2B5EF4-FFF2-40B4-BE49-F238E27FC236}">
                <a16:creationId xmlns:a16="http://schemas.microsoft.com/office/drawing/2014/main" id="{6FF67F7D-7CBB-E7EA-AE89-41D5B285EEF9}"/>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692556" y="1827653"/>
            <a:ext cx="343853" cy="343853"/>
          </a:xfrm>
          <a:prstGeom prst="rect">
            <a:avLst/>
          </a:prstGeom>
        </p:spPr>
      </p:pic>
      <p:pic>
        <p:nvPicPr>
          <p:cNvPr id="415" name="Grafik 414">
            <a:extLst>
              <a:ext uri="{FF2B5EF4-FFF2-40B4-BE49-F238E27FC236}">
                <a16:creationId xmlns:a16="http://schemas.microsoft.com/office/drawing/2014/main" id="{4E50CC1E-9FA7-37C4-D2F5-D95C2E7880D7}"/>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2529530" y="1816138"/>
            <a:ext cx="343853" cy="343853"/>
          </a:xfrm>
          <a:prstGeom prst="rect">
            <a:avLst/>
          </a:prstGeom>
        </p:spPr>
      </p:pic>
      <p:pic>
        <p:nvPicPr>
          <p:cNvPr id="417" name="Grafik 416">
            <a:extLst>
              <a:ext uri="{FF2B5EF4-FFF2-40B4-BE49-F238E27FC236}">
                <a16:creationId xmlns:a16="http://schemas.microsoft.com/office/drawing/2014/main" id="{C1D94E74-9F70-3312-8F89-C1E6A47697C7}"/>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338060" y="1809486"/>
            <a:ext cx="343853" cy="343853"/>
          </a:xfrm>
          <a:prstGeom prst="rect">
            <a:avLst/>
          </a:prstGeom>
        </p:spPr>
      </p:pic>
      <p:pic>
        <p:nvPicPr>
          <p:cNvPr id="419" name="Grafik 418">
            <a:extLst>
              <a:ext uri="{FF2B5EF4-FFF2-40B4-BE49-F238E27FC236}">
                <a16:creationId xmlns:a16="http://schemas.microsoft.com/office/drawing/2014/main" id="{02CB4D48-13CC-52DC-93C2-9D2F054C30AF}"/>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4166704" y="1822078"/>
            <a:ext cx="343853" cy="343853"/>
          </a:xfrm>
          <a:prstGeom prst="rect">
            <a:avLst/>
          </a:prstGeom>
        </p:spPr>
      </p:pic>
      <p:pic>
        <p:nvPicPr>
          <p:cNvPr id="421" name="Grafik 420">
            <a:extLst>
              <a:ext uri="{FF2B5EF4-FFF2-40B4-BE49-F238E27FC236}">
                <a16:creationId xmlns:a16="http://schemas.microsoft.com/office/drawing/2014/main" id="{87FC0342-13B6-40E5-9461-A7527B53FD27}"/>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5050937" y="1834026"/>
            <a:ext cx="114618" cy="245610"/>
          </a:xfrm>
          <a:prstGeom prst="rect">
            <a:avLst/>
          </a:prstGeom>
        </p:spPr>
      </p:pic>
      <p:pic>
        <p:nvPicPr>
          <p:cNvPr id="423" name="Grafik 422">
            <a:extLst>
              <a:ext uri="{FF2B5EF4-FFF2-40B4-BE49-F238E27FC236}">
                <a16:creationId xmlns:a16="http://schemas.microsoft.com/office/drawing/2014/main" id="{9B4DE256-C595-AE7D-F0F4-DA586BABC111}"/>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5862684" y="1840016"/>
            <a:ext cx="114618" cy="229236"/>
          </a:xfrm>
          <a:prstGeom prst="rect">
            <a:avLst/>
          </a:prstGeom>
        </p:spPr>
      </p:pic>
      <p:pic>
        <p:nvPicPr>
          <p:cNvPr id="425" name="Grafik 424">
            <a:extLst>
              <a:ext uri="{FF2B5EF4-FFF2-40B4-BE49-F238E27FC236}">
                <a16:creationId xmlns:a16="http://schemas.microsoft.com/office/drawing/2014/main" id="{0D0495C5-2BC9-9220-DECF-5CC8E54E175B}"/>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624653" y="1850249"/>
            <a:ext cx="229235" cy="114618"/>
          </a:xfrm>
          <a:prstGeom prst="rect">
            <a:avLst/>
          </a:prstGeom>
        </p:spPr>
      </p:pic>
      <p:pic>
        <p:nvPicPr>
          <p:cNvPr id="427" name="Grafik 426">
            <a:extLst>
              <a:ext uri="{FF2B5EF4-FFF2-40B4-BE49-F238E27FC236}">
                <a16:creationId xmlns:a16="http://schemas.microsoft.com/office/drawing/2014/main" id="{2E68FA6B-AF0C-CB06-7E5D-5189AC199115}"/>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7457701" y="1850249"/>
            <a:ext cx="229235" cy="114618"/>
          </a:xfrm>
          <a:prstGeom prst="rect">
            <a:avLst/>
          </a:prstGeom>
        </p:spPr>
      </p:pic>
      <p:pic>
        <p:nvPicPr>
          <p:cNvPr id="429" name="Grafik 428">
            <a:extLst>
              <a:ext uri="{FF2B5EF4-FFF2-40B4-BE49-F238E27FC236}">
                <a16:creationId xmlns:a16="http://schemas.microsoft.com/office/drawing/2014/main" id="{CEED0F99-CFCF-F5E2-D7F9-9FEB8C81F6BA}"/>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244914" y="1834026"/>
            <a:ext cx="196487" cy="229235"/>
          </a:xfrm>
          <a:prstGeom prst="rect">
            <a:avLst/>
          </a:prstGeom>
        </p:spPr>
      </p:pic>
      <p:pic>
        <p:nvPicPr>
          <p:cNvPr id="431" name="Grafik 430">
            <a:extLst>
              <a:ext uri="{FF2B5EF4-FFF2-40B4-BE49-F238E27FC236}">
                <a16:creationId xmlns:a16="http://schemas.microsoft.com/office/drawing/2014/main" id="{CFC57F58-66D5-281E-D091-85B1D5EBBD14}"/>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9039862" y="1834026"/>
            <a:ext cx="196487" cy="212861"/>
          </a:xfrm>
          <a:prstGeom prst="rect">
            <a:avLst/>
          </a:prstGeom>
        </p:spPr>
      </p:pic>
      <p:pic>
        <p:nvPicPr>
          <p:cNvPr id="433" name="Grafik 432">
            <a:extLst>
              <a:ext uri="{FF2B5EF4-FFF2-40B4-BE49-F238E27FC236}">
                <a16:creationId xmlns:a16="http://schemas.microsoft.com/office/drawing/2014/main" id="{A297E5BF-B922-C7D1-451B-64EBB0B70A8C}"/>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9834810" y="1834026"/>
            <a:ext cx="229235" cy="196487"/>
          </a:xfrm>
          <a:prstGeom prst="rect">
            <a:avLst/>
          </a:prstGeom>
        </p:spPr>
      </p:pic>
      <p:pic>
        <p:nvPicPr>
          <p:cNvPr id="435" name="Grafik 434">
            <a:extLst>
              <a:ext uri="{FF2B5EF4-FFF2-40B4-BE49-F238E27FC236}">
                <a16:creationId xmlns:a16="http://schemas.microsoft.com/office/drawing/2014/main" id="{EA60E480-6F33-55F8-A0A2-E03897E15319}"/>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10667859" y="1862601"/>
            <a:ext cx="229235" cy="196487"/>
          </a:xfrm>
          <a:prstGeom prst="rect">
            <a:avLst/>
          </a:prstGeom>
        </p:spPr>
      </p:pic>
      <p:pic>
        <p:nvPicPr>
          <p:cNvPr id="459" name="Grafik 458">
            <a:extLst>
              <a:ext uri="{FF2B5EF4-FFF2-40B4-BE49-F238E27FC236}">
                <a16:creationId xmlns:a16="http://schemas.microsoft.com/office/drawing/2014/main" id="{D647FE0D-16BB-0F45-4CA5-FF022A940F99}"/>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891255" y="2539656"/>
            <a:ext cx="340704" cy="275808"/>
          </a:xfrm>
          <a:prstGeom prst="rect">
            <a:avLst/>
          </a:prstGeom>
        </p:spPr>
      </p:pic>
      <p:pic>
        <p:nvPicPr>
          <p:cNvPr id="461" name="Grafik 460">
            <a:extLst>
              <a:ext uri="{FF2B5EF4-FFF2-40B4-BE49-F238E27FC236}">
                <a16:creationId xmlns:a16="http://schemas.microsoft.com/office/drawing/2014/main" id="{9A21C2C4-C4E9-945C-586B-9E141908307F}"/>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1750763" y="2539656"/>
            <a:ext cx="340704" cy="275808"/>
          </a:xfrm>
          <a:prstGeom prst="rect">
            <a:avLst/>
          </a:prstGeom>
        </p:spPr>
      </p:pic>
      <p:pic>
        <p:nvPicPr>
          <p:cNvPr id="463" name="Grafik 462">
            <a:extLst>
              <a:ext uri="{FF2B5EF4-FFF2-40B4-BE49-F238E27FC236}">
                <a16:creationId xmlns:a16="http://schemas.microsoft.com/office/drawing/2014/main" id="{A3B3795E-66B1-F11B-ED88-6E2BD52FDA4B}"/>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2610271" y="2523432"/>
            <a:ext cx="292032" cy="292032"/>
          </a:xfrm>
          <a:prstGeom prst="rect">
            <a:avLst/>
          </a:prstGeom>
        </p:spPr>
      </p:pic>
      <p:pic>
        <p:nvPicPr>
          <p:cNvPr id="465" name="Grafik 464">
            <a:extLst>
              <a:ext uri="{FF2B5EF4-FFF2-40B4-BE49-F238E27FC236}">
                <a16:creationId xmlns:a16="http://schemas.microsoft.com/office/drawing/2014/main" id="{D09D818A-5B0E-253D-0C3B-BB6F91C64277}"/>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3421107" y="2523432"/>
            <a:ext cx="292032" cy="292032"/>
          </a:xfrm>
          <a:prstGeom prst="rect">
            <a:avLst/>
          </a:prstGeom>
        </p:spPr>
      </p:pic>
      <p:pic>
        <p:nvPicPr>
          <p:cNvPr id="467" name="Grafik 466">
            <a:extLst>
              <a:ext uri="{FF2B5EF4-FFF2-40B4-BE49-F238E27FC236}">
                <a16:creationId xmlns:a16="http://schemas.microsoft.com/office/drawing/2014/main" id="{5A850A91-BC04-9D93-EBF6-81DE76C6B060}"/>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4231943" y="2474760"/>
            <a:ext cx="275808" cy="340704"/>
          </a:xfrm>
          <a:prstGeom prst="rect">
            <a:avLst/>
          </a:prstGeom>
        </p:spPr>
      </p:pic>
      <p:pic>
        <p:nvPicPr>
          <p:cNvPr id="469" name="Grafik 468">
            <a:extLst>
              <a:ext uri="{FF2B5EF4-FFF2-40B4-BE49-F238E27FC236}">
                <a16:creationId xmlns:a16="http://schemas.microsoft.com/office/drawing/2014/main" id="{970F6A04-D49B-EB0B-6443-E7D83BB0EED6}"/>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5026555" y="2474760"/>
            <a:ext cx="275808" cy="340704"/>
          </a:xfrm>
          <a:prstGeom prst="rect">
            <a:avLst/>
          </a:prstGeom>
        </p:spPr>
      </p:pic>
      <p:pic>
        <p:nvPicPr>
          <p:cNvPr id="471" name="Grafik 470">
            <a:extLst>
              <a:ext uri="{FF2B5EF4-FFF2-40B4-BE49-F238E27FC236}">
                <a16:creationId xmlns:a16="http://schemas.microsoft.com/office/drawing/2014/main" id="{7F5189E8-7EC1-5C5F-CD98-48A4344F1DBC}"/>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5814791" y="2545646"/>
            <a:ext cx="292032" cy="275808"/>
          </a:xfrm>
          <a:prstGeom prst="rect">
            <a:avLst/>
          </a:prstGeom>
        </p:spPr>
      </p:pic>
      <p:pic>
        <p:nvPicPr>
          <p:cNvPr id="473" name="Grafik 472">
            <a:extLst>
              <a:ext uri="{FF2B5EF4-FFF2-40B4-BE49-F238E27FC236}">
                <a16:creationId xmlns:a16="http://schemas.microsoft.com/office/drawing/2014/main" id="{31292D00-54A6-27C7-6B71-EB7869C53B77}"/>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6632003" y="2523432"/>
            <a:ext cx="292032" cy="292032"/>
          </a:xfrm>
          <a:prstGeom prst="rect">
            <a:avLst/>
          </a:prstGeom>
        </p:spPr>
      </p:pic>
      <p:pic>
        <p:nvPicPr>
          <p:cNvPr id="475" name="Grafik 474">
            <a:extLst>
              <a:ext uri="{FF2B5EF4-FFF2-40B4-BE49-F238E27FC236}">
                <a16:creationId xmlns:a16="http://schemas.microsoft.com/office/drawing/2014/main" id="{D729A8DE-C936-20E2-44A8-EB0D5322EBFF}"/>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7380305" y="2523432"/>
            <a:ext cx="454272" cy="292032"/>
          </a:xfrm>
          <a:prstGeom prst="rect">
            <a:avLst/>
          </a:prstGeom>
        </p:spPr>
      </p:pic>
      <p:pic>
        <p:nvPicPr>
          <p:cNvPr id="477" name="Grafik 476">
            <a:extLst>
              <a:ext uri="{FF2B5EF4-FFF2-40B4-BE49-F238E27FC236}">
                <a16:creationId xmlns:a16="http://schemas.microsoft.com/office/drawing/2014/main" id="{E3B86050-621C-3EF0-7959-F04A9F8E2FCA}"/>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8286725" y="2422930"/>
            <a:ext cx="292031" cy="471742"/>
          </a:xfrm>
          <a:prstGeom prst="rect">
            <a:avLst/>
          </a:prstGeom>
        </p:spPr>
      </p:pic>
      <p:pic>
        <p:nvPicPr>
          <p:cNvPr id="479" name="Grafik 478">
            <a:extLst>
              <a:ext uri="{FF2B5EF4-FFF2-40B4-BE49-F238E27FC236}">
                <a16:creationId xmlns:a16="http://schemas.microsoft.com/office/drawing/2014/main" id="{96BCEDA3-E9E1-08EA-6584-475A91DB5A78}"/>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9043073" y="2499096"/>
            <a:ext cx="243360" cy="292032"/>
          </a:xfrm>
          <a:prstGeom prst="rect">
            <a:avLst/>
          </a:prstGeom>
        </p:spPr>
      </p:pic>
      <p:pic>
        <p:nvPicPr>
          <p:cNvPr id="481" name="Grafik 480">
            <a:extLst>
              <a:ext uri="{FF2B5EF4-FFF2-40B4-BE49-F238E27FC236}">
                <a16:creationId xmlns:a16="http://schemas.microsoft.com/office/drawing/2014/main" id="{EED61BAF-1734-518B-0111-4D9A7ADC05DD}"/>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9864416" y="2536728"/>
            <a:ext cx="259584" cy="275808"/>
          </a:xfrm>
          <a:prstGeom prst="rect">
            <a:avLst/>
          </a:prstGeom>
        </p:spPr>
      </p:pic>
      <p:pic>
        <p:nvPicPr>
          <p:cNvPr id="483" name="Grafik 482">
            <a:extLst>
              <a:ext uri="{FF2B5EF4-FFF2-40B4-BE49-F238E27FC236}">
                <a16:creationId xmlns:a16="http://schemas.microsoft.com/office/drawing/2014/main" id="{C5F4ABEB-FD03-31F4-AC04-F2745F3B5967}"/>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1815659" y="3223509"/>
            <a:ext cx="210912" cy="292032"/>
          </a:xfrm>
          <a:prstGeom prst="rect">
            <a:avLst/>
          </a:prstGeom>
        </p:spPr>
      </p:pic>
      <p:pic>
        <p:nvPicPr>
          <p:cNvPr id="547" name="Grafik 546">
            <a:extLst>
              <a:ext uri="{FF2B5EF4-FFF2-40B4-BE49-F238E27FC236}">
                <a16:creationId xmlns:a16="http://schemas.microsoft.com/office/drawing/2014/main" id="{FE3FC645-CE7C-3A59-0DEA-9F34487A909B}"/>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883684" y="5610843"/>
            <a:ext cx="350056" cy="350056"/>
          </a:xfrm>
          <a:prstGeom prst="rect">
            <a:avLst/>
          </a:prstGeom>
        </p:spPr>
      </p:pic>
      <p:pic>
        <p:nvPicPr>
          <p:cNvPr id="549" name="Grafik 548">
            <a:extLst>
              <a:ext uri="{FF2B5EF4-FFF2-40B4-BE49-F238E27FC236}">
                <a16:creationId xmlns:a16="http://schemas.microsoft.com/office/drawing/2014/main" id="{CA7E168F-DDCB-3EF8-40F7-2024DDA0508D}"/>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5024631" y="5593340"/>
            <a:ext cx="420067" cy="367559"/>
          </a:xfrm>
          <a:prstGeom prst="rect">
            <a:avLst/>
          </a:prstGeom>
        </p:spPr>
      </p:pic>
      <p:pic>
        <p:nvPicPr>
          <p:cNvPr id="551" name="Grafik 550">
            <a:extLst>
              <a:ext uri="{FF2B5EF4-FFF2-40B4-BE49-F238E27FC236}">
                <a16:creationId xmlns:a16="http://schemas.microsoft.com/office/drawing/2014/main" id="{D70FCFC3-68A4-AF44-27CB-64CD7A54DF11}"/>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4196453" y="5575837"/>
            <a:ext cx="420068" cy="385062"/>
          </a:xfrm>
          <a:prstGeom prst="rect">
            <a:avLst/>
          </a:prstGeom>
        </p:spPr>
      </p:pic>
      <p:pic>
        <p:nvPicPr>
          <p:cNvPr id="553" name="Grafik 552">
            <a:extLst>
              <a:ext uri="{FF2B5EF4-FFF2-40B4-BE49-F238E27FC236}">
                <a16:creationId xmlns:a16="http://schemas.microsoft.com/office/drawing/2014/main" id="{3CB25E22-4920-8EAD-3056-5E3F5E1A66DB}"/>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3315318" y="5558334"/>
            <a:ext cx="507582" cy="402565"/>
          </a:xfrm>
          <a:prstGeom prst="rect">
            <a:avLst/>
          </a:prstGeom>
        </p:spPr>
      </p:pic>
      <p:pic>
        <p:nvPicPr>
          <p:cNvPr id="555" name="Grafik 554">
            <a:extLst>
              <a:ext uri="{FF2B5EF4-FFF2-40B4-BE49-F238E27FC236}">
                <a16:creationId xmlns:a16="http://schemas.microsoft.com/office/drawing/2014/main" id="{89899C3E-DAB0-54CC-D037-E33F862173C6}"/>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2529530" y="5698357"/>
            <a:ext cx="455073" cy="262542"/>
          </a:xfrm>
          <a:prstGeom prst="rect">
            <a:avLst/>
          </a:prstGeom>
        </p:spPr>
      </p:pic>
      <p:pic>
        <p:nvPicPr>
          <p:cNvPr id="557" name="Grafik 556">
            <a:extLst>
              <a:ext uri="{FF2B5EF4-FFF2-40B4-BE49-F238E27FC236}">
                <a16:creationId xmlns:a16="http://schemas.microsoft.com/office/drawing/2014/main" id="{898F602E-DCD9-7615-CB91-2AD526D67101}"/>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691900" y="5505826"/>
            <a:ext cx="315051" cy="455073"/>
          </a:xfrm>
          <a:prstGeom prst="rect">
            <a:avLst/>
          </a:prstGeom>
        </p:spPr>
      </p:pic>
      <p:pic>
        <p:nvPicPr>
          <p:cNvPr id="10" name="Grafik 9">
            <a:extLst>
              <a:ext uri="{FF2B5EF4-FFF2-40B4-BE49-F238E27FC236}">
                <a16:creationId xmlns:a16="http://schemas.microsoft.com/office/drawing/2014/main" id="{16D1BFE6-3809-0847-B450-D5ADC8BF4B1E}"/>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2654394" y="3954735"/>
            <a:ext cx="233625" cy="233625"/>
          </a:xfrm>
          <a:prstGeom prst="rect">
            <a:avLst/>
          </a:prstGeom>
        </p:spPr>
      </p:pic>
      <p:pic>
        <p:nvPicPr>
          <p:cNvPr id="11" name="Grafik 10">
            <a:extLst>
              <a:ext uri="{FF2B5EF4-FFF2-40B4-BE49-F238E27FC236}">
                <a16:creationId xmlns:a16="http://schemas.microsoft.com/office/drawing/2014/main" id="{5A441244-A07B-A69D-D7CB-EF0A289B92FB}"/>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3452687" y="3956121"/>
            <a:ext cx="229236" cy="229236"/>
          </a:xfrm>
          <a:prstGeom prst="rect">
            <a:avLst/>
          </a:prstGeom>
        </p:spPr>
      </p:pic>
      <p:pic>
        <p:nvPicPr>
          <p:cNvPr id="12" name="Grafik 11">
            <a:extLst>
              <a:ext uri="{FF2B5EF4-FFF2-40B4-BE49-F238E27FC236}">
                <a16:creationId xmlns:a16="http://schemas.microsoft.com/office/drawing/2014/main" id="{D4C8DF2F-0514-1423-9E34-9DE235187640}"/>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4270119" y="3956121"/>
            <a:ext cx="229236" cy="229236"/>
          </a:xfrm>
          <a:prstGeom prst="rect">
            <a:avLst/>
          </a:prstGeom>
        </p:spPr>
      </p:pic>
      <p:pic>
        <p:nvPicPr>
          <p:cNvPr id="13" name="Grafik 12">
            <a:extLst>
              <a:ext uri="{FF2B5EF4-FFF2-40B4-BE49-F238E27FC236}">
                <a16:creationId xmlns:a16="http://schemas.microsoft.com/office/drawing/2014/main" id="{25D87377-1EF5-7719-AA19-87047841C000}"/>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5087551" y="3956121"/>
            <a:ext cx="229236" cy="229236"/>
          </a:xfrm>
          <a:prstGeom prst="rect">
            <a:avLst/>
          </a:prstGeom>
        </p:spPr>
      </p:pic>
      <p:pic>
        <p:nvPicPr>
          <p:cNvPr id="14" name="Grafik 13">
            <a:extLst>
              <a:ext uri="{FF2B5EF4-FFF2-40B4-BE49-F238E27FC236}">
                <a16:creationId xmlns:a16="http://schemas.microsoft.com/office/drawing/2014/main" id="{11213D05-B64A-0390-2B86-F500BF7D8683}"/>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5904982" y="3971403"/>
            <a:ext cx="213953" cy="213953"/>
          </a:xfrm>
          <a:prstGeom prst="rect">
            <a:avLst/>
          </a:prstGeom>
        </p:spPr>
      </p:pic>
      <p:pic>
        <p:nvPicPr>
          <p:cNvPr id="15" name="Grafik 14">
            <a:extLst>
              <a:ext uri="{FF2B5EF4-FFF2-40B4-BE49-F238E27FC236}">
                <a16:creationId xmlns:a16="http://schemas.microsoft.com/office/drawing/2014/main" id="{05832966-E901-51F4-7FEB-62A77F448F42}"/>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6702946" y="3956121"/>
            <a:ext cx="229236" cy="229236"/>
          </a:xfrm>
          <a:prstGeom prst="rect">
            <a:avLst/>
          </a:prstGeom>
        </p:spPr>
      </p:pic>
      <p:pic>
        <p:nvPicPr>
          <p:cNvPr id="16" name="Grafik 15">
            <a:extLst>
              <a:ext uri="{FF2B5EF4-FFF2-40B4-BE49-F238E27FC236}">
                <a16:creationId xmlns:a16="http://schemas.microsoft.com/office/drawing/2014/main" id="{40ED751B-D6ED-D714-EE57-3290A3B9B3FD}"/>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7484152" y="3948200"/>
            <a:ext cx="229236" cy="229236"/>
          </a:xfrm>
          <a:prstGeom prst="rect">
            <a:avLst/>
          </a:prstGeom>
        </p:spPr>
      </p:pic>
      <p:pic>
        <p:nvPicPr>
          <p:cNvPr id="17" name="Grafik 16">
            <a:extLst>
              <a:ext uri="{FF2B5EF4-FFF2-40B4-BE49-F238E27FC236}">
                <a16:creationId xmlns:a16="http://schemas.microsoft.com/office/drawing/2014/main" id="{69E070B0-BDB9-5059-85B9-4BB9773EE8B0}"/>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8197172" y="3948200"/>
            <a:ext cx="242337" cy="242337"/>
          </a:xfrm>
          <a:prstGeom prst="rect">
            <a:avLst/>
          </a:prstGeom>
        </p:spPr>
      </p:pic>
      <p:pic>
        <p:nvPicPr>
          <p:cNvPr id="3" name="Grafik 2">
            <a:extLst>
              <a:ext uri="{FF2B5EF4-FFF2-40B4-BE49-F238E27FC236}">
                <a16:creationId xmlns:a16="http://schemas.microsoft.com/office/drawing/2014/main" id="{28C08CFF-4290-5789-A03F-BF524059B23D}"/>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5819776" y="5647726"/>
            <a:ext cx="315051" cy="339285"/>
          </a:xfrm>
          <a:prstGeom prst="rect">
            <a:avLst/>
          </a:prstGeom>
        </p:spPr>
      </p:pic>
      <p:pic>
        <p:nvPicPr>
          <p:cNvPr id="4" name="Grafik 3">
            <a:extLst>
              <a:ext uri="{FF2B5EF4-FFF2-40B4-BE49-F238E27FC236}">
                <a16:creationId xmlns:a16="http://schemas.microsoft.com/office/drawing/2014/main" id="{BC8DC07F-DBF4-85FB-66FE-417670281AE2}"/>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950122" y="4525387"/>
            <a:ext cx="229236" cy="294733"/>
          </a:xfrm>
          <a:prstGeom prst="rect">
            <a:avLst/>
          </a:prstGeom>
        </p:spPr>
      </p:pic>
      <p:pic>
        <p:nvPicPr>
          <p:cNvPr id="5" name="Grafik 4">
            <a:extLst>
              <a:ext uri="{FF2B5EF4-FFF2-40B4-BE49-F238E27FC236}">
                <a16:creationId xmlns:a16="http://schemas.microsoft.com/office/drawing/2014/main" id="{C7C1F928-DF19-9C2C-0995-842FE5BFC9BB}"/>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1782976" y="4525387"/>
            <a:ext cx="229236" cy="294733"/>
          </a:xfrm>
          <a:prstGeom prst="rect">
            <a:avLst/>
          </a:prstGeom>
        </p:spPr>
      </p:pic>
      <p:pic>
        <p:nvPicPr>
          <p:cNvPr id="6" name="Grafik 5">
            <a:extLst>
              <a:ext uri="{FF2B5EF4-FFF2-40B4-BE49-F238E27FC236}">
                <a16:creationId xmlns:a16="http://schemas.microsoft.com/office/drawing/2014/main" id="{C42DB427-57FC-427F-EF31-67F1AFAF2C8D}"/>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2648526" y="4525387"/>
            <a:ext cx="229236" cy="294733"/>
          </a:xfrm>
          <a:prstGeom prst="rect">
            <a:avLst/>
          </a:prstGeom>
        </p:spPr>
      </p:pic>
      <p:pic>
        <p:nvPicPr>
          <p:cNvPr id="7" name="Grafik 6">
            <a:extLst>
              <a:ext uri="{FF2B5EF4-FFF2-40B4-BE49-F238E27FC236}">
                <a16:creationId xmlns:a16="http://schemas.microsoft.com/office/drawing/2014/main" id="{004CDA85-2273-20E9-1569-8F767B339EFC}"/>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4221437" y="4557692"/>
            <a:ext cx="294733" cy="229236"/>
          </a:xfrm>
          <a:prstGeom prst="rect">
            <a:avLst/>
          </a:prstGeom>
        </p:spPr>
      </p:pic>
      <p:pic>
        <p:nvPicPr>
          <p:cNvPr id="8" name="Grafik 7">
            <a:extLst>
              <a:ext uri="{FF2B5EF4-FFF2-40B4-BE49-F238E27FC236}">
                <a16:creationId xmlns:a16="http://schemas.microsoft.com/office/drawing/2014/main" id="{119099C1-4272-BD47-A46D-5EBD10454538}"/>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5058298" y="4557692"/>
            <a:ext cx="294733" cy="229236"/>
          </a:xfrm>
          <a:prstGeom prst="rect">
            <a:avLst/>
          </a:prstGeom>
        </p:spPr>
      </p:pic>
      <p:pic>
        <p:nvPicPr>
          <p:cNvPr id="9" name="Grafik 8">
            <a:extLst>
              <a:ext uri="{FF2B5EF4-FFF2-40B4-BE49-F238E27FC236}">
                <a16:creationId xmlns:a16="http://schemas.microsoft.com/office/drawing/2014/main" id="{34CDF6AD-8141-6C13-C581-0F9D255A3648}"/>
              </a:ext>
            </a:extLst>
          </p:cNvPr>
          <p:cNvPicPr>
            <a:picLocks noChangeAspect="1"/>
          </p:cNvPicPr>
          <p:nvPr/>
        </p:nvPicPr>
        <p:blipFill>
          <a:blip>
            <a:extLst>
              <a:ext uri="{96DAC541-7B7A-43D3-8B79-37D633B846F1}">
                <asvg:svgBlip xmlns:asvg="http://schemas.microsoft.com/office/drawing/2016/SVG/main" r:embed="rId74"/>
              </a:ext>
            </a:extLst>
          </a:blip>
          <a:stretch>
            <a:fillRect/>
          </a:stretch>
        </p:blipFill>
        <p:spPr>
          <a:xfrm>
            <a:off x="5867712" y="4557692"/>
            <a:ext cx="294733" cy="229236"/>
          </a:xfrm>
          <a:prstGeom prst="rect">
            <a:avLst/>
          </a:prstGeom>
        </p:spPr>
      </p:pic>
      <p:pic>
        <p:nvPicPr>
          <p:cNvPr id="18" name="Grafik 17">
            <a:extLst>
              <a:ext uri="{FF2B5EF4-FFF2-40B4-BE49-F238E27FC236}">
                <a16:creationId xmlns:a16="http://schemas.microsoft.com/office/drawing/2014/main" id="{21126FFD-D73E-5163-5A5B-3DDDB6D3E8CF}"/>
              </a:ext>
            </a:extLst>
          </p:cNvPr>
          <p:cNvPicPr>
            <a:picLocks noChangeAspect="1"/>
          </p:cNvPicPr>
          <p:nvPr/>
        </p:nvPicPr>
        <p:blipFill>
          <a:blip>
            <a:extLst>
              <a:ext uri="{96DAC541-7B7A-43D3-8B79-37D633B846F1}">
                <asvg:svgBlip xmlns:asvg="http://schemas.microsoft.com/office/drawing/2016/SVG/main" r:embed="rId75"/>
              </a:ext>
            </a:extLst>
          </a:blip>
          <a:stretch>
            <a:fillRect/>
          </a:stretch>
        </p:blipFill>
        <p:spPr>
          <a:xfrm>
            <a:off x="6668203" y="4557692"/>
            <a:ext cx="294733" cy="229236"/>
          </a:xfrm>
          <a:prstGeom prst="rect">
            <a:avLst/>
          </a:prstGeom>
        </p:spPr>
      </p:pic>
      <p:pic>
        <p:nvPicPr>
          <p:cNvPr id="19" name="Grafik 18">
            <a:extLst>
              <a:ext uri="{FF2B5EF4-FFF2-40B4-BE49-F238E27FC236}">
                <a16:creationId xmlns:a16="http://schemas.microsoft.com/office/drawing/2014/main" id="{10C63A54-B469-6E78-FCEB-A2DC626F5118}"/>
              </a:ext>
            </a:extLst>
          </p:cNvPr>
          <p:cNvPicPr>
            <a:picLocks noChangeAspect="1"/>
          </p:cNvPicPr>
          <p:nvPr/>
        </p:nvPicPr>
        <p:blipFill>
          <a:blip>
            <a:extLst>
              <a:ext uri="{96DAC541-7B7A-43D3-8B79-37D633B846F1}">
                <asvg:svgBlip xmlns:asvg="http://schemas.microsoft.com/office/drawing/2016/SVG/main" r:embed="rId76"/>
              </a:ext>
            </a:extLst>
          </a:blip>
          <a:stretch>
            <a:fillRect/>
          </a:stretch>
        </p:blipFill>
        <p:spPr>
          <a:xfrm>
            <a:off x="3452687" y="4511038"/>
            <a:ext cx="251863" cy="323824"/>
          </a:xfrm>
          <a:prstGeom prst="rect">
            <a:avLst/>
          </a:prstGeom>
        </p:spPr>
      </p:pic>
      <p:sp>
        <p:nvSpPr>
          <p:cNvPr id="2" name="Textfeld 10">
            <a:extLst>
              <a:ext uri="{FF2B5EF4-FFF2-40B4-BE49-F238E27FC236}">
                <a16:creationId xmlns:a16="http://schemas.microsoft.com/office/drawing/2014/main" id="{12097764-7070-B562-AC9F-88A4011F2636}"/>
              </a:ext>
            </a:extLst>
          </p:cNvPr>
          <p:cNvSpPr/>
          <p:nvPr/>
        </p:nvSpPr>
        <p:spPr>
          <a:xfrm>
            <a:off x="609600" y="490309"/>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Zeichen und Pfeile</a:t>
            </a:r>
          </a:p>
        </p:txBody>
      </p:sp>
      <p:sp>
        <p:nvSpPr>
          <p:cNvPr id="20" name="Textfeld 10">
            <a:extLst>
              <a:ext uri="{FF2B5EF4-FFF2-40B4-BE49-F238E27FC236}">
                <a16:creationId xmlns:a16="http://schemas.microsoft.com/office/drawing/2014/main" id="{E8CA50DE-52F4-8309-2649-667469DE447C}"/>
              </a:ext>
            </a:extLst>
          </p:cNvPr>
          <p:cNvSpPr/>
          <p:nvPr/>
        </p:nvSpPr>
        <p:spPr>
          <a:xfrm>
            <a:off x="609600" y="5082274"/>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Sicherheit und Notfall</a:t>
            </a:r>
          </a:p>
        </p:txBody>
      </p:sp>
    </p:spTree>
    <p:extLst>
      <p:ext uri="{BB962C8B-B14F-4D97-AF65-F5344CB8AC3E}">
        <p14:creationId xmlns:p14="http://schemas.microsoft.com/office/powerpoint/2010/main" val="4029447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447F9-96DB-2219-80EA-7EE9DDD0425F}"/>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D91E84AE-480C-BEE5-BA1F-D8DDA2BAA4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4161" y="1117710"/>
            <a:ext cx="285533" cy="374762"/>
          </a:xfrm>
          <a:prstGeom prst="rect">
            <a:avLst/>
          </a:prstGeom>
        </p:spPr>
      </p:pic>
      <p:pic>
        <p:nvPicPr>
          <p:cNvPr id="5" name="Grafik 4">
            <a:extLst>
              <a:ext uri="{FF2B5EF4-FFF2-40B4-BE49-F238E27FC236}">
                <a16:creationId xmlns:a16="http://schemas.microsoft.com/office/drawing/2014/main" id="{BEC35CD6-BAF5-C03E-0B6E-5184A4EFF6B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764981" y="1130409"/>
            <a:ext cx="214150" cy="339071"/>
          </a:xfrm>
          <a:prstGeom prst="rect">
            <a:avLst/>
          </a:prstGeom>
        </p:spPr>
      </p:pic>
      <p:pic>
        <p:nvPicPr>
          <p:cNvPr id="7" name="Grafik 6">
            <a:extLst>
              <a:ext uri="{FF2B5EF4-FFF2-40B4-BE49-F238E27FC236}">
                <a16:creationId xmlns:a16="http://schemas.microsoft.com/office/drawing/2014/main" id="{850078DB-BEB2-A00E-B684-D7950A6A488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565000" y="1192102"/>
            <a:ext cx="364970" cy="277377"/>
          </a:xfrm>
          <a:prstGeom prst="rect">
            <a:avLst/>
          </a:prstGeom>
        </p:spPr>
      </p:pic>
      <p:pic>
        <p:nvPicPr>
          <p:cNvPr id="9" name="Grafik 8">
            <a:extLst>
              <a:ext uri="{FF2B5EF4-FFF2-40B4-BE49-F238E27FC236}">
                <a16:creationId xmlns:a16="http://schemas.microsoft.com/office/drawing/2014/main" id="{FE838A8C-D5BD-091B-21CA-E283F32A717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530118" y="1117709"/>
            <a:ext cx="339071" cy="374763"/>
          </a:xfrm>
          <a:prstGeom prst="rect">
            <a:avLst/>
          </a:prstGeom>
        </p:spPr>
      </p:pic>
      <p:pic>
        <p:nvPicPr>
          <p:cNvPr id="11" name="Grafik 10">
            <a:extLst>
              <a:ext uri="{FF2B5EF4-FFF2-40B4-BE49-F238E27FC236}">
                <a16:creationId xmlns:a16="http://schemas.microsoft.com/office/drawing/2014/main" id="{FECBE773-7CFB-1C82-FCAC-4187780055D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19038" y="1130409"/>
            <a:ext cx="214150" cy="339071"/>
          </a:xfrm>
          <a:prstGeom prst="rect">
            <a:avLst/>
          </a:prstGeom>
        </p:spPr>
      </p:pic>
      <p:pic>
        <p:nvPicPr>
          <p:cNvPr id="13" name="Grafik 12">
            <a:extLst>
              <a:ext uri="{FF2B5EF4-FFF2-40B4-BE49-F238E27FC236}">
                <a16:creationId xmlns:a16="http://schemas.microsoft.com/office/drawing/2014/main" id="{BF64EFDF-9B2A-C8A3-29FA-33CAC02E25D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19057" y="1092310"/>
            <a:ext cx="214150" cy="446146"/>
          </a:xfrm>
          <a:prstGeom prst="rect">
            <a:avLst/>
          </a:prstGeom>
        </p:spPr>
      </p:pic>
      <p:pic>
        <p:nvPicPr>
          <p:cNvPr id="15" name="Grafik 14">
            <a:extLst>
              <a:ext uri="{FF2B5EF4-FFF2-40B4-BE49-F238E27FC236}">
                <a16:creationId xmlns:a16="http://schemas.microsoft.com/office/drawing/2014/main" id="{A547A55B-6F16-9CFD-C991-7B6F39A914D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019076" y="1124060"/>
            <a:ext cx="356916" cy="356916"/>
          </a:xfrm>
          <a:prstGeom prst="rect">
            <a:avLst/>
          </a:prstGeom>
        </p:spPr>
      </p:pic>
      <p:pic>
        <p:nvPicPr>
          <p:cNvPr id="17" name="Grafik 16">
            <a:extLst>
              <a:ext uri="{FF2B5EF4-FFF2-40B4-BE49-F238E27FC236}">
                <a16:creationId xmlns:a16="http://schemas.microsoft.com/office/drawing/2014/main" id="{32DB45B0-EC5D-9A06-C11B-6E8863AA127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920694" y="1117709"/>
            <a:ext cx="321225" cy="374763"/>
          </a:xfrm>
          <a:prstGeom prst="rect">
            <a:avLst/>
          </a:prstGeom>
        </p:spPr>
      </p:pic>
      <p:pic>
        <p:nvPicPr>
          <p:cNvPr id="19" name="Grafik 18">
            <a:extLst>
              <a:ext uri="{FF2B5EF4-FFF2-40B4-BE49-F238E27FC236}">
                <a16:creationId xmlns:a16="http://schemas.microsoft.com/office/drawing/2014/main" id="{A34B5C27-FC13-8A2E-3C7A-E22C0D50E72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96913" y="1105010"/>
            <a:ext cx="321225" cy="410454"/>
          </a:xfrm>
          <a:prstGeom prst="rect">
            <a:avLst/>
          </a:prstGeom>
        </p:spPr>
      </p:pic>
      <p:pic>
        <p:nvPicPr>
          <p:cNvPr id="21" name="Grafik 20">
            <a:extLst>
              <a:ext uri="{FF2B5EF4-FFF2-40B4-BE49-F238E27FC236}">
                <a16:creationId xmlns:a16="http://schemas.microsoft.com/office/drawing/2014/main" id="{5F1AFFA6-FDCF-6EA9-ECDB-05F629A6155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673132" y="1117710"/>
            <a:ext cx="267687" cy="374762"/>
          </a:xfrm>
          <a:prstGeom prst="rect">
            <a:avLst/>
          </a:prstGeom>
        </p:spPr>
      </p:pic>
      <p:pic>
        <p:nvPicPr>
          <p:cNvPr id="23" name="Grafik 22">
            <a:extLst>
              <a:ext uri="{FF2B5EF4-FFF2-40B4-BE49-F238E27FC236}">
                <a16:creationId xmlns:a16="http://schemas.microsoft.com/office/drawing/2014/main" id="{EEE0FBB6-6497-0820-75D2-75B4CCA52F3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9511251" y="1117709"/>
            <a:ext cx="339071" cy="374763"/>
          </a:xfrm>
          <a:prstGeom prst="rect">
            <a:avLst/>
          </a:prstGeom>
        </p:spPr>
      </p:pic>
      <p:pic>
        <p:nvPicPr>
          <p:cNvPr id="25" name="Grafik 24">
            <a:extLst>
              <a:ext uri="{FF2B5EF4-FFF2-40B4-BE49-F238E27FC236}">
                <a16:creationId xmlns:a16="http://schemas.microsoft.com/office/drawing/2014/main" id="{45EA4425-68F9-7634-59B4-D5B610A8963F}"/>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10400171" y="1152410"/>
            <a:ext cx="437222" cy="340061"/>
          </a:xfrm>
          <a:prstGeom prst="rect">
            <a:avLst/>
          </a:prstGeom>
        </p:spPr>
      </p:pic>
      <p:pic>
        <p:nvPicPr>
          <p:cNvPr id="27" name="Grafik 26">
            <a:extLst>
              <a:ext uri="{FF2B5EF4-FFF2-40B4-BE49-F238E27FC236}">
                <a16:creationId xmlns:a16="http://schemas.microsoft.com/office/drawing/2014/main" id="{F9BD07DA-EC8B-4541-5454-3FE737489E40}"/>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914162" y="1810440"/>
            <a:ext cx="374762" cy="410454"/>
          </a:xfrm>
          <a:prstGeom prst="rect">
            <a:avLst/>
          </a:prstGeom>
        </p:spPr>
      </p:pic>
      <p:pic>
        <p:nvPicPr>
          <p:cNvPr id="29" name="Grafik 28">
            <a:extLst>
              <a:ext uri="{FF2B5EF4-FFF2-40B4-BE49-F238E27FC236}">
                <a16:creationId xmlns:a16="http://schemas.microsoft.com/office/drawing/2014/main" id="{46A210B1-68E1-6AA3-CEC2-551E68BD76C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699487" y="1842189"/>
            <a:ext cx="428300" cy="374763"/>
          </a:xfrm>
          <a:prstGeom prst="rect">
            <a:avLst/>
          </a:prstGeom>
        </p:spPr>
      </p:pic>
      <p:pic>
        <p:nvPicPr>
          <p:cNvPr id="31" name="Grafik 30">
            <a:extLst>
              <a:ext uri="{FF2B5EF4-FFF2-40B4-BE49-F238E27FC236}">
                <a16:creationId xmlns:a16="http://schemas.microsoft.com/office/drawing/2014/main" id="{14633FCD-E5CA-6D3F-6BBD-87B2047E0891}"/>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612757" y="1855609"/>
            <a:ext cx="339071" cy="339071"/>
          </a:xfrm>
          <a:prstGeom prst="rect">
            <a:avLst/>
          </a:prstGeom>
        </p:spPr>
      </p:pic>
      <p:pic>
        <p:nvPicPr>
          <p:cNvPr id="33" name="Grafik 32">
            <a:extLst>
              <a:ext uri="{FF2B5EF4-FFF2-40B4-BE49-F238E27FC236}">
                <a16:creationId xmlns:a16="http://schemas.microsoft.com/office/drawing/2014/main" id="{4120E171-FC8D-8499-7ECC-FFA3F880064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3501276" y="1829489"/>
            <a:ext cx="428300" cy="356917"/>
          </a:xfrm>
          <a:prstGeom prst="rect">
            <a:avLst/>
          </a:prstGeom>
        </p:spPr>
      </p:pic>
      <p:pic>
        <p:nvPicPr>
          <p:cNvPr id="35" name="Grafik 34">
            <a:extLst>
              <a:ext uri="{FF2B5EF4-FFF2-40B4-BE49-F238E27FC236}">
                <a16:creationId xmlns:a16="http://schemas.microsoft.com/office/drawing/2014/main" id="{05E00089-EC07-70C2-2887-18C602E56AAD}"/>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415940" y="1829489"/>
            <a:ext cx="249841" cy="374762"/>
          </a:xfrm>
          <a:prstGeom prst="rect">
            <a:avLst/>
          </a:prstGeom>
        </p:spPr>
      </p:pic>
      <p:pic>
        <p:nvPicPr>
          <p:cNvPr id="37" name="Grafik 36">
            <a:extLst>
              <a:ext uri="{FF2B5EF4-FFF2-40B4-BE49-F238E27FC236}">
                <a16:creationId xmlns:a16="http://schemas.microsoft.com/office/drawing/2014/main" id="{782343C4-DB13-86BD-A7D6-046E8AACD69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117793" y="1855609"/>
            <a:ext cx="444607" cy="307805"/>
          </a:xfrm>
          <a:prstGeom prst="rect">
            <a:avLst/>
          </a:prstGeom>
        </p:spPr>
      </p:pic>
      <p:pic>
        <p:nvPicPr>
          <p:cNvPr id="39" name="Grafik 38">
            <a:extLst>
              <a:ext uri="{FF2B5EF4-FFF2-40B4-BE49-F238E27FC236}">
                <a16:creationId xmlns:a16="http://schemas.microsoft.com/office/drawing/2014/main" id="{3E3EB3DB-221D-81C6-E943-BC2E80913416}"/>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054867" y="1816790"/>
            <a:ext cx="285533" cy="392608"/>
          </a:xfrm>
          <a:prstGeom prst="rect">
            <a:avLst/>
          </a:prstGeom>
        </p:spPr>
      </p:pic>
      <p:pic>
        <p:nvPicPr>
          <p:cNvPr id="41" name="Grafik 40">
            <a:extLst>
              <a:ext uri="{FF2B5EF4-FFF2-40B4-BE49-F238E27FC236}">
                <a16:creationId xmlns:a16="http://schemas.microsoft.com/office/drawing/2014/main" id="{F54F609D-290F-522C-778B-172CB159089A}"/>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6918119" y="1793377"/>
            <a:ext cx="392608" cy="428300"/>
          </a:xfrm>
          <a:prstGeom prst="rect">
            <a:avLst/>
          </a:prstGeom>
        </p:spPr>
      </p:pic>
      <p:pic>
        <p:nvPicPr>
          <p:cNvPr id="43" name="Grafik 42">
            <a:extLst>
              <a:ext uri="{FF2B5EF4-FFF2-40B4-BE49-F238E27FC236}">
                <a16:creationId xmlns:a16="http://schemas.microsoft.com/office/drawing/2014/main" id="{B4A31A91-BE63-4413-2914-4970089A0C5F}"/>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7783810" y="1804090"/>
            <a:ext cx="517529" cy="392608"/>
          </a:xfrm>
          <a:prstGeom prst="rect">
            <a:avLst/>
          </a:prstGeom>
        </p:spPr>
      </p:pic>
      <p:pic>
        <p:nvPicPr>
          <p:cNvPr id="45" name="Grafik 44">
            <a:extLst>
              <a:ext uri="{FF2B5EF4-FFF2-40B4-BE49-F238E27FC236}">
                <a16:creationId xmlns:a16="http://schemas.microsoft.com/office/drawing/2014/main" id="{A5FB8F84-5BD1-8929-0446-AE1E274ED55E}"/>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8636986" y="1798527"/>
            <a:ext cx="517529" cy="562532"/>
          </a:xfrm>
          <a:prstGeom prst="rect">
            <a:avLst/>
          </a:prstGeom>
        </p:spPr>
      </p:pic>
      <p:pic>
        <p:nvPicPr>
          <p:cNvPr id="47" name="Grafik 46">
            <a:extLst>
              <a:ext uri="{FF2B5EF4-FFF2-40B4-BE49-F238E27FC236}">
                <a16:creationId xmlns:a16="http://schemas.microsoft.com/office/drawing/2014/main" id="{8E3C1679-BCF7-5E53-0E9D-949FCDB5911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9558771" y="1800105"/>
            <a:ext cx="392608" cy="495926"/>
          </a:xfrm>
          <a:prstGeom prst="rect">
            <a:avLst/>
          </a:prstGeom>
        </p:spPr>
      </p:pic>
      <p:pic>
        <p:nvPicPr>
          <p:cNvPr id="49" name="Grafik 48">
            <a:extLst>
              <a:ext uri="{FF2B5EF4-FFF2-40B4-BE49-F238E27FC236}">
                <a16:creationId xmlns:a16="http://schemas.microsoft.com/office/drawing/2014/main" id="{6CE0EE7B-E0E0-1616-171E-5A67C156DD2F}"/>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10444784" y="1824344"/>
            <a:ext cx="392608" cy="392608"/>
          </a:xfrm>
          <a:prstGeom prst="rect">
            <a:avLst/>
          </a:prstGeom>
        </p:spPr>
      </p:pic>
      <p:pic>
        <p:nvPicPr>
          <p:cNvPr id="51" name="Grafik 50">
            <a:extLst>
              <a:ext uri="{FF2B5EF4-FFF2-40B4-BE49-F238E27FC236}">
                <a16:creationId xmlns:a16="http://schemas.microsoft.com/office/drawing/2014/main" id="{D0A1D8D5-748D-0033-E2F9-E68AE696040D}"/>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952710" y="2570917"/>
            <a:ext cx="288685" cy="303119"/>
          </a:xfrm>
          <a:prstGeom prst="rect">
            <a:avLst/>
          </a:prstGeom>
        </p:spPr>
      </p:pic>
      <p:pic>
        <p:nvPicPr>
          <p:cNvPr id="263" name="Grafik 262">
            <a:extLst>
              <a:ext uri="{FF2B5EF4-FFF2-40B4-BE49-F238E27FC236}">
                <a16:creationId xmlns:a16="http://schemas.microsoft.com/office/drawing/2014/main" id="{78F0E074-8D0C-7673-0B4B-DD90DC52990C}"/>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921416" y="3963509"/>
            <a:ext cx="362824" cy="362824"/>
          </a:xfrm>
          <a:prstGeom prst="rect">
            <a:avLst/>
          </a:prstGeom>
        </p:spPr>
      </p:pic>
      <p:pic>
        <p:nvPicPr>
          <p:cNvPr id="265" name="Grafik 264">
            <a:extLst>
              <a:ext uri="{FF2B5EF4-FFF2-40B4-BE49-F238E27FC236}">
                <a16:creationId xmlns:a16="http://schemas.microsoft.com/office/drawing/2014/main" id="{4F6D6962-A14D-CC0F-32EE-8E34F7621F16}"/>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726793" y="3954870"/>
            <a:ext cx="345548" cy="380102"/>
          </a:xfrm>
          <a:prstGeom prst="rect">
            <a:avLst/>
          </a:prstGeom>
        </p:spPr>
      </p:pic>
      <p:pic>
        <p:nvPicPr>
          <p:cNvPr id="267" name="Grafik 266">
            <a:extLst>
              <a:ext uri="{FF2B5EF4-FFF2-40B4-BE49-F238E27FC236}">
                <a16:creationId xmlns:a16="http://schemas.microsoft.com/office/drawing/2014/main" id="{BFC3C220-D6D5-BE78-508B-F9E71E6B0A71}"/>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2508028" y="3954870"/>
            <a:ext cx="414656" cy="380102"/>
          </a:xfrm>
          <a:prstGeom prst="rect">
            <a:avLst/>
          </a:prstGeom>
        </p:spPr>
      </p:pic>
      <p:pic>
        <p:nvPicPr>
          <p:cNvPr id="269" name="Grafik 268">
            <a:extLst>
              <a:ext uri="{FF2B5EF4-FFF2-40B4-BE49-F238E27FC236}">
                <a16:creationId xmlns:a16="http://schemas.microsoft.com/office/drawing/2014/main" id="{7B2C1130-985E-605A-6F9E-22ABD29A063C}"/>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3356083" y="3954870"/>
            <a:ext cx="362824" cy="380102"/>
          </a:xfrm>
          <a:prstGeom prst="rect">
            <a:avLst/>
          </a:prstGeom>
        </p:spPr>
      </p:pic>
      <p:pic>
        <p:nvPicPr>
          <p:cNvPr id="271" name="Grafik 270">
            <a:extLst>
              <a:ext uri="{FF2B5EF4-FFF2-40B4-BE49-F238E27FC236}">
                <a16:creationId xmlns:a16="http://schemas.microsoft.com/office/drawing/2014/main" id="{4528D46D-5B8A-71FB-AAAB-8F97B893FF57}"/>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4143151" y="3954870"/>
            <a:ext cx="483766" cy="380102"/>
          </a:xfrm>
          <a:prstGeom prst="rect">
            <a:avLst/>
          </a:prstGeom>
        </p:spPr>
      </p:pic>
      <p:pic>
        <p:nvPicPr>
          <p:cNvPr id="273" name="Grafik 272">
            <a:extLst>
              <a:ext uri="{FF2B5EF4-FFF2-40B4-BE49-F238E27FC236}">
                <a16:creationId xmlns:a16="http://schemas.microsoft.com/office/drawing/2014/main" id="{4696C0E2-A48A-B8BB-D3F8-8ADB457F5865}"/>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5037429" y="3954870"/>
            <a:ext cx="466488" cy="380102"/>
          </a:xfrm>
          <a:prstGeom prst="rect">
            <a:avLst/>
          </a:prstGeom>
        </p:spPr>
      </p:pic>
      <p:pic>
        <p:nvPicPr>
          <p:cNvPr id="275" name="Grafik 274">
            <a:extLst>
              <a:ext uri="{FF2B5EF4-FFF2-40B4-BE49-F238E27FC236}">
                <a16:creationId xmlns:a16="http://schemas.microsoft.com/office/drawing/2014/main" id="{0CFF43A0-A8C7-0879-ACFF-113C51A6F825}"/>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5909851" y="3963508"/>
            <a:ext cx="518322" cy="362826"/>
          </a:xfrm>
          <a:prstGeom prst="rect">
            <a:avLst/>
          </a:prstGeom>
        </p:spPr>
      </p:pic>
      <p:pic>
        <p:nvPicPr>
          <p:cNvPr id="277" name="Grafik 276">
            <a:extLst>
              <a:ext uri="{FF2B5EF4-FFF2-40B4-BE49-F238E27FC236}">
                <a16:creationId xmlns:a16="http://schemas.microsoft.com/office/drawing/2014/main" id="{F6CF085E-7B20-4DF4-732F-1C66EE65BE79}"/>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6815797" y="4020457"/>
            <a:ext cx="509794" cy="305876"/>
          </a:xfrm>
          <a:prstGeom prst="rect">
            <a:avLst/>
          </a:prstGeom>
        </p:spPr>
      </p:pic>
      <p:pic>
        <p:nvPicPr>
          <p:cNvPr id="279" name="Grafik 278">
            <a:extLst>
              <a:ext uri="{FF2B5EF4-FFF2-40B4-BE49-F238E27FC236}">
                <a16:creationId xmlns:a16="http://schemas.microsoft.com/office/drawing/2014/main" id="{1BA0C6CC-E8FD-8A98-5E52-F3B731269916}"/>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7826439" y="3963509"/>
            <a:ext cx="380102" cy="362824"/>
          </a:xfrm>
          <a:prstGeom prst="rect">
            <a:avLst/>
          </a:prstGeom>
        </p:spPr>
      </p:pic>
      <p:pic>
        <p:nvPicPr>
          <p:cNvPr id="281" name="Grafik 280">
            <a:extLst>
              <a:ext uri="{FF2B5EF4-FFF2-40B4-BE49-F238E27FC236}">
                <a16:creationId xmlns:a16="http://schemas.microsoft.com/office/drawing/2014/main" id="{6E0127B8-7DF1-0216-FF3F-C577190CAA80}"/>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8644517" y="3954870"/>
            <a:ext cx="362824" cy="380102"/>
          </a:xfrm>
          <a:prstGeom prst="rect">
            <a:avLst/>
          </a:prstGeom>
        </p:spPr>
      </p:pic>
      <p:pic>
        <p:nvPicPr>
          <p:cNvPr id="283" name="Grafik 282">
            <a:extLst>
              <a:ext uri="{FF2B5EF4-FFF2-40B4-BE49-F238E27FC236}">
                <a16:creationId xmlns:a16="http://schemas.microsoft.com/office/drawing/2014/main" id="{4E064A6B-B500-E32B-7F4A-7B5E4EAA22BB}"/>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9528770" y="3928954"/>
            <a:ext cx="414656" cy="431934"/>
          </a:xfrm>
          <a:prstGeom prst="rect">
            <a:avLst/>
          </a:prstGeom>
        </p:spPr>
      </p:pic>
      <p:pic>
        <p:nvPicPr>
          <p:cNvPr id="285" name="Grafik 284">
            <a:extLst>
              <a:ext uri="{FF2B5EF4-FFF2-40B4-BE49-F238E27FC236}">
                <a16:creationId xmlns:a16="http://schemas.microsoft.com/office/drawing/2014/main" id="{52D4E950-D3ED-5CC3-A462-383D6A436BBB}"/>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0552607" y="3924893"/>
            <a:ext cx="328270" cy="414656"/>
          </a:xfrm>
          <a:prstGeom prst="rect">
            <a:avLst/>
          </a:prstGeom>
        </p:spPr>
      </p:pic>
      <p:pic>
        <p:nvPicPr>
          <p:cNvPr id="287" name="Grafik 286">
            <a:extLst>
              <a:ext uri="{FF2B5EF4-FFF2-40B4-BE49-F238E27FC236}">
                <a16:creationId xmlns:a16="http://schemas.microsoft.com/office/drawing/2014/main" id="{0053472D-44D2-B43C-F1EB-36F4CCEDC294}"/>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887176" y="4643195"/>
            <a:ext cx="520710" cy="442338"/>
          </a:xfrm>
          <a:prstGeom prst="rect">
            <a:avLst/>
          </a:prstGeom>
        </p:spPr>
      </p:pic>
      <p:pic>
        <p:nvPicPr>
          <p:cNvPr id="289" name="Grafik 288">
            <a:extLst>
              <a:ext uri="{FF2B5EF4-FFF2-40B4-BE49-F238E27FC236}">
                <a16:creationId xmlns:a16="http://schemas.microsoft.com/office/drawing/2014/main" id="{745380CC-B06B-9279-AAB3-F83405B2F87C}"/>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17675" y="4681250"/>
            <a:ext cx="397380" cy="397380"/>
          </a:xfrm>
          <a:prstGeom prst="rect">
            <a:avLst/>
          </a:prstGeom>
        </p:spPr>
      </p:pic>
      <p:pic>
        <p:nvPicPr>
          <p:cNvPr id="336" name="Grafik 335">
            <a:extLst>
              <a:ext uri="{FF2B5EF4-FFF2-40B4-BE49-F238E27FC236}">
                <a16:creationId xmlns:a16="http://schemas.microsoft.com/office/drawing/2014/main" id="{884B8021-A198-F5C5-7758-EF17F8A07F23}"/>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2594414" y="4687564"/>
            <a:ext cx="241884" cy="380104"/>
          </a:xfrm>
          <a:prstGeom prst="rect">
            <a:avLst/>
          </a:prstGeom>
        </p:spPr>
      </p:pic>
      <p:pic>
        <p:nvPicPr>
          <p:cNvPr id="338" name="Grafik 337">
            <a:extLst>
              <a:ext uri="{FF2B5EF4-FFF2-40B4-BE49-F238E27FC236}">
                <a16:creationId xmlns:a16="http://schemas.microsoft.com/office/drawing/2014/main" id="{26937248-36F3-25A5-9462-4FE1DD029625}"/>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3356083" y="4686846"/>
            <a:ext cx="397380" cy="416304"/>
          </a:xfrm>
          <a:prstGeom prst="rect">
            <a:avLst/>
          </a:prstGeom>
        </p:spPr>
      </p:pic>
      <p:pic>
        <p:nvPicPr>
          <p:cNvPr id="4" name="Grafik 3">
            <a:extLst>
              <a:ext uri="{FF2B5EF4-FFF2-40B4-BE49-F238E27FC236}">
                <a16:creationId xmlns:a16="http://schemas.microsoft.com/office/drawing/2014/main" id="{6073C488-E50A-6C46-6A85-5A36632BA940}"/>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1726793" y="2535095"/>
            <a:ext cx="351341" cy="374763"/>
          </a:xfrm>
          <a:prstGeom prst="rect">
            <a:avLst/>
          </a:prstGeom>
        </p:spPr>
      </p:pic>
      <p:pic>
        <p:nvPicPr>
          <p:cNvPr id="8" name="Grafik 7">
            <a:extLst>
              <a:ext uri="{FF2B5EF4-FFF2-40B4-BE49-F238E27FC236}">
                <a16:creationId xmlns:a16="http://schemas.microsoft.com/office/drawing/2014/main" id="{295ABAA1-BDA4-01A0-9694-3C0DBA8C3765}"/>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2573459" y="2535095"/>
            <a:ext cx="396808" cy="374763"/>
          </a:xfrm>
          <a:prstGeom prst="rect">
            <a:avLst/>
          </a:prstGeom>
        </p:spPr>
      </p:pic>
      <p:pic>
        <p:nvPicPr>
          <p:cNvPr id="12" name="Grafik 11">
            <a:extLst>
              <a:ext uri="{FF2B5EF4-FFF2-40B4-BE49-F238E27FC236}">
                <a16:creationId xmlns:a16="http://schemas.microsoft.com/office/drawing/2014/main" id="{5804C60A-2285-5856-5691-296C1FEA9F83}"/>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3537495" y="2459218"/>
            <a:ext cx="379224" cy="480351"/>
          </a:xfrm>
          <a:prstGeom prst="rect">
            <a:avLst/>
          </a:prstGeom>
        </p:spPr>
      </p:pic>
      <p:pic>
        <p:nvPicPr>
          <p:cNvPr id="16" name="Grafik 15">
            <a:extLst>
              <a:ext uri="{FF2B5EF4-FFF2-40B4-BE49-F238E27FC236}">
                <a16:creationId xmlns:a16="http://schemas.microsoft.com/office/drawing/2014/main" id="{46CD9C02-CBF5-B059-841C-464405160530}"/>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4385034" y="2532121"/>
            <a:ext cx="380710" cy="380710"/>
          </a:xfrm>
          <a:prstGeom prst="rect">
            <a:avLst/>
          </a:prstGeom>
        </p:spPr>
      </p:pic>
      <p:pic>
        <p:nvPicPr>
          <p:cNvPr id="20" name="Grafik 19">
            <a:extLst>
              <a:ext uri="{FF2B5EF4-FFF2-40B4-BE49-F238E27FC236}">
                <a16:creationId xmlns:a16="http://schemas.microsoft.com/office/drawing/2014/main" id="{9C622C52-E704-3931-6321-961F707EFFB4}"/>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5208931" y="2555914"/>
            <a:ext cx="379224" cy="353943"/>
          </a:xfrm>
          <a:prstGeom prst="rect">
            <a:avLst/>
          </a:prstGeom>
        </p:spPr>
      </p:pic>
      <p:pic>
        <p:nvPicPr>
          <p:cNvPr id="24" name="Grafik 23">
            <a:extLst>
              <a:ext uri="{FF2B5EF4-FFF2-40B4-BE49-F238E27FC236}">
                <a16:creationId xmlns:a16="http://schemas.microsoft.com/office/drawing/2014/main" id="{20476899-CAFB-9BE5-44E0-8DACE24477CB}"/>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6038771" y="2585619"/>
            <a:ext cx="356916" cy="333122"/>
          </a:xfrm>
          <a:prstGeom prst="rect">
            <a:avLst/>
          </a:prstGeom>
        </p:spPr>
      </p:pic>
      <p:pic>
        <p:nvPicPr>
          <p:cNvPr id="6" name="Grafik 5">
            <a:extLst>
              <a:ext uri="{FF2B5EF4-FFF2-40B4-BE49-F238E27FC236}">
                <a16:creationId xmlns:a16="http://schemas.microsoft.com/office/drawing/2014/main" id="{E5782FDD-409B-BE54-95F7-82B128E2778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0"/>
              </a:ext>
            </a:extLst>
          </a:blip>
          <a:stretch>
            <a:fillRect/>
          </a:stretch>
        </p:blipFill>
        <p:spPr>
          <a:xfrm>
            <a:off x="4273248" y="4681249"/>
            <a:ext cx="266675" cy="311121"/>
          </a:xfrm>
          <a:prstGeom prst="rect">
            <a:avLst/>
          </a:prstGeom>
        </p:spPr>
      </p:pic>
      <p:sp>
        <p:nvSpPr>
          <p:cNvPr id="2" name="Textfeld 10">
            <a:extLst>
              <a:ext uri="{FF2B5EF4-FFF2-40B4-BE49-F238E27FC236}">
                <a16:creationId xmlns:a16="http://schemas.microsoft.com/office/drawing/2014/main" id="{E65609F2-645C-B3FF-1BA4-19736257B948}"/>
              </a:ext>
            </a:extLst>
          </p:cNvPr>
          <p:cNvSpPr/>
          <p:nvPr/>
        </p:nvSpPr>
        <p:spPr>
          <a:xfrm>
            <a:off x="609600" y="3398792"/>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Barrierefrei-Kennung</a:t>
            </a:r>
          </a:p>
        </p:txBody>
      </p:sp>
      <p:sp>
        <p:nvSpPr>
          <p:cNvPr id="10" name="Textfeld 10">
            <a:extLst>
              <a:ext uri="{FF2B5EF4-FFF2-40B4-BE49-F238E27FC236}">
                <a16:creationId xmlns:a16="http://schemas.microsoft.com/office/drawing/2014/main" id="{66C99F37-9E51-0B14-178E-5D7310D80AE6}"/>
              </a:ext>
            </a:extLst>
          </p:cNvPr>
          <p:cNvSpPr/>
          <p:nvPr/>
        </p:nvSpPr>
        <p:spPr>
          <a:xfrm>
            <a:off x="619829" y="473682"/>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Forschung / Lehre</a:t>
            </a:r>
          </a:p>
        </p:txBody>
      </p:sp>
    </p:spTree>
    <p:extLst>
      <p:ext uri="{BB962C8B-B14F-4D97-AF65-F5344CB8AC3E}">
        <p14:creationId xmlns:p14="http://schemas.microsoft.com/office/powerpoint/2010/main" val="27614545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78A4F2-D567-3F6A-86F1-D653003F2CED}"/>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944EB2AE-27A0-D239-1D03-28F985BBA8A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3335" y="1177175"/>
            <a:ext cx="468095" cy="329400"/>
          </a:xfrm>
          <a:prstGeom prst="rect">
            <a:avLst/>
          </a:prstGeom>
        </p:spPr>
      </p:pic>
      <p:pic>
        <p:nvPicPr>
          <p:cNvPr id="5" name="Grafik 4">
            <a:extLst>
              <a:ext uri="{FF2B5EF4-FFF2-40B4-BE49-F238E27FC236}">
                <a16:creationId xmlns:a16="http://schemas.microsoft.com/office/drawing/2014/main" id="{507197D0-E70C-554A-C514-9C9E9682AE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555446" y="1104846"/>
            <a:ext cx="728147" cy="520105"/>
          </a:xfrm>
          <a:prstGeom prst="rect">
            <a:avLst/>
          </a:prstGeom>
        </p:spPr>
      </p:pic>
      <p:pic>
        <p:nvPicPr>
          <p:cNvPr id="7" name="Grafik 6">
            <a:extLst>
              <a:ext uri="{FF2B5EF4-FFF2-40B4-BE49-F238E27FC236}">
                <a16:creationId xmlns:a16="http://schemas.microsoft.com/office/drawing/2014/main" id="{A7F12E1D-3AA2-4FEC-E118-FA96729D356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319364" y="1183525"/>
            <a:ext cx="450758" cy="364074"/>
          </a:xfrm>
          <a:prstGeom prst="rect">
            <a:avLst/>
          </a:prstGeom>
        </p:spPr>
      </p:pic>
      <p:pic>
        <p:nvPicPr>
          <p:cNvPr id="9" name="Grafik 8">
            <a:extLst>
              <a:ext uri="{FF2B5EF4-FFF2-40B4-BE49-F238E27FC236}">
                <a16:creationId xmlns:a16="http://schemas.microsoft.com/office/drawing/2014/main" id="{C8389A4B-DFC8-BCD6-13D0-D951934403D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89182" y="2548827"/>
            <a:ext cx="312063" cy="346737"/>
          </a:xfrm>
          <a:prstGeom prst="rect">
            <a:avLst/>
          </a:prstGeom>
        </p:spPr>
      </p:pic>
      <p:pic>
        <p:nvPicPr>
          <p:cNvPr id="11" name="Grafik 10">
            <a:extLst>
              <a:ext uri="{FF2B5EF4-FFF2-40B4-BE49-F238E27FC236}">
                <a16:creationId xmlns:a16="http://schemas.microsoft.com/office/drawing/2014/main" id="{4D08B691-206F-6D8E-50AD-89202291888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87323" y="1078378"/>
            <a:ext cx="446736" cy="468009"/>
          </a:xfrm>
          <a:prstGeom prst="rect">
            <a:avLst/>
          </a:prstGeom>
        </p:spPr>
      </p:pic>
      <p:pic>
        <p:nvPicPr>
          <p:cNvPr id="13" name="Grafik 12">
            <a:extLst>
              <a:ext uri="{FF2B5EF4-FFF2-40B4-BE49-F238E27FC236}">
                <a16:creationId xmlns:a16="http://schemas.microsoft.com/office/drawing/2014/main" id="{33F00FD3-3079-C0A3-04AE-BE338E813A1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578734" y="1177175"/>
            <a:ext cx="294726" cy="329400"/>
          </a:xfrm>
          <a:prstGeom prst="rect">
            <a:avLst/>
          </a:prstGeom>
        </p:spPr>
      </p:pic>
      <p:pic>
        <p:nvPicPr>
          <p:cNvPr id="15" name="Grafik 14">
            <a:extLst>
              <a:ext uri="{FF2B5EF4-FFF2-40B4-BE49-F238E27FC236}">
                <a16:creationId xmlns:a16="http://schemas.microsoft.com/office/drawing/2014/main" id="{9B1A433E-F2E6-E127-FF52-2BF30814ABD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186222" y="1119282"/>
            <a:ext cx="450758" cy="381411"/>
          </a:xfrm>
          <a:prstGeom prst="rect">
            <a:avLst/>
          </a:prstGeom>
        </p:spPr>
      </p:pic>
      <p:pic>
        <p:nvPicPr>
          <p:cNvPr id="17" name="Grafik 16">
            <a:extLst>
              <a:ext uri="{FF2B5EF4-FFF2-40B4-BE49-F238E27FC236}">
                <a16:creationId xmlns:a16="http://schemas.microsoft.com/office/drawing/2014/main" id="{F78BDA19-9680-6A60-FD53-BDBA0BA57CE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015306" y="1283832"/>
            <a:ext cx="416084" cy="190705"/>
          </a:xfrm>
          <a:prstGeom prst="rect">
            <a:avLst/>
          </a:prstGeom>
        </p:spPr>
      </p:pic>
      <p:pic>
        <p:nvPicPr>
          <p:cNvPr id="19" name="Grafik 18">
            <a:extLst>
              <a:ext uri="{FF2B5EF4-FFF2-40B4-BE49-F238E27FC236}">
                <a16:creationId xmlns:a16="http://schemas.microsoft.com/office/drawing/2014/main" id="{7CA1E1E1-173B-AD71-AFAC-44CF24AC3E1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45387" y="1277483"/>
            <a:ext cx="433421" cy="208042"/>
          </a:xfrm>
          <a:prstGeom prst="rect">
            <a:avLst/>
          </a:prstGeom>
        </p:spPr>
      </p:pic>
      <p:pic>
        <p:nvPicPr>
          <p:cNvPr id="21" name="Grafik 20">
            <a:extLst>
              <a:ext uri="{FF2B5EF4-FFF2-40B4-BE49-F238E27FC236}">
                <a16:creationId xmlns:a16="http://schemas.microsoft.com/office/drawing/2014/main" id="{6C765F08-2ABC-92AD-6797-F5FC367CACF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753830" y="1134772"/>
            <a:ext cx="416084" cy="381410"/>
          </a:xfrm>
          <a:prstGeom prst="rect">
            <a:avLst/>
          </a:prstGeom>
        </p:spPr>
      </p:pic>
      <p:pic>
        <p:nvPicPr>
          <p:cNvPr id="23" name="Grafik 22">
            <a:extLst>
              <a:ext uri="{FF2B5EF4-FFF2-40B4-BE49-F238E27FC236}">
                <a16:creationId xmlns:a16="http://schemas.microsoft.com/office/drawing/2014/main" id="{E3317E5F-56E3-CD6B-B692-583DAE430A44}"/>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725785" y="1204622"/>
            <a:ext cx="267051" cy="311560"/>
          </a:xfrm>
          <a:prstGeom prst="rect">
            <a:avLst/>
          </a:prstGeom>
        </p:spPr>
      </p:pic>
      <p:pic>
        <p:nvPicPr>
          <p:cNvPr id="25" name="Grafik 24">
            <a:extLst>
              <a:ext uri="{FF2B5EF4-FFF2-40B4-BE49-F238E27FC236}">
                <a16:creationId xmlns:a16="http://schemas.microsoft.com/office/drawing/2014/main" id="{2161C25B-F28F-0E38-0ACF-32D404888D41}"/>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596471" y="1110613"/>
            <a:ext cx="260053" cy="398748"/>
          </a:xfrm>
          <a:prstGeom prst="rect">
            <a:avLst/>
          </a:prstGeom>
        </p:spPr>
      </p:pic>
      <p:pic>
        <p:nvPicPr>
          <p:cNvPr id="27" name="Grafik 26">
            <a:extLst>
              <a:ext uri="{FF2B5EF4-FFF2-40B4-BE49-F238E27FC236}">
                <a16:creationId xmlns:a16="http://schemas.microsoft.com/office/drawing/2014/main" id="{3E5C6F82-56F8-2D61-87A2-3F344EE6010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197860" y="1114134"/>
            <a:ext cx="312063" cy="416084"/>
          </a:xfrm>
          <a:prstGeom prst="rect">
            <a:avLst/>
          </a:prstGeom>
        </p:spPr>
      </p:pic>
      <p:pic>
        <p:nvPicPr>
          <p:cNvPr id="29" name="Grafik 28">
            <a:extLst>
              <a:ext uri="{FF2B5EF4-FFF2-40B4-BE49-F238E27FC236}">
                <a16:creationId xmlns:a16="http://schemas.microsoft.com/office/drawing/2014/main" id="{309CE576-F218-7747-9B05-405F0EFB907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797188" y="1775745"/>
            <a:ext cx="131421" cy="459975"/>
          </a:xfrm>
          <a:prstGeom prst="rect">
            <a:avLst/>
          </a:prstGeom>
        </p:spPr>
      </p:pic>
      <p:pic>
        <p:nvPicPr>
          <p:cNvPr id="31" name="Grafik 30">
            <a:extLst>
              <a:ext uri="{FF2B5EF4-FFF2-40B4-BE49-F238E27FC236}">
                <a16:creationId xmlns:a16="http://schemas.microsoft.com/office/drawing/2014/main" id="{8EB2F3A3-AFF3-BC6E-A467-54049E07815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865599" y="1904677"/>
            <a:ext cx="468095" cy="260053"/>
          </a:xfrm>
          <a:prstGeom prst="rect">
            <a:avLst/>
          </a:prstGeom>
        </p:spPr>
      </p:pic>
      <p:pic>
        <p:nvPicPr>
          <p:cNvPr id="33" name="Grafik 32">
            <a:extLst>
              <a:ext uri="{FF2B5EF4-FFF2-40B4-BE49-F238E27FC236}">
                <a16:creationId xmlns:a16="http://schemas.microsoft.com/office/drawing/2014/main" id="{6363E755-070C-4052-0415-8367A2E3DBB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8703280" y="2574826"/>
            <a:ext cx="312063" cy="312063"/>
          </a:xfrm>
          <a:prstGeom prst="rect">
            <a:avLst/>
          </a:prstGeom>
        </p:spPr>
      </p:pic>
      <p:pic>
        <p:nvPicPr>
          <p:cNvPr id="35" name="Grafik 34">
            <a:extLst>
              <a:ext uri="{FF2B5EF4-FFF2-40B4-BE49-F238E27FC236}">
                <a16:creationId xmlns:a16="http://schemas.microsoft.com/office/drawing/2014/main" id="{E63816D6-FAAF-5696-42F7-96C009739FF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2392104" y="1873533"/>
            <a:ext cx="398747" cy="364073"/>
          </a:xfrm>
          <a:prstGeom prst="rect">
            <a:avLst/>
          </a:prstGeom>
        </p:spPr>
      </p:pic>
      <p:pic>
        <p:nvPicPr>
          <p:cNvPr id="37" name="Grafik 36">
            <a:extLst>
              <a:ext uri="{FF2B5EF4-FFF2-40B4-BE49-F238E27FC236}">
                <a16:creationId xmlns:a16="http://schemas.microsoft.com/office/drawing/2014/main" id="{80042A9C-922F-B126-6392-F151D1C227FD}"/>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3095282" y="1891978"/>
            <a:ext cx="398747" cy="294726"/>
          </a:xfrm>
          <a:prstGeom prst="rect">
            <a:avLst/>
          </a:prstGeom>
        </p:spPr>
      </p:pic>
      <p:pic>
        <p:nvPicPr>
          <p:cNvPr id="39" name="Grafik 38">
            <a:extLst>
              <a:ext uri="{FF2B5EF4-FFF2-40B4-BE49-F238E27FC236}">
                <a16:creationId xmlns:a16="http://schemas.microsoft.com/office/drawing/2014/main" id="{DB6AA2CA-6DAA-2915-00CD-8D8D80096AA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3830044" y="1847528"/>
            <a:ext cx="416084" cy="416084"/>
          </a:xfrm>
          <a:prstGeom prst="rect">
            <a:avLst/>
          </a:prstGeom>
        </p:spPr>
      </p:pic>
      <p:pic>
        <p:nvPicPr>
          <p:cNvPr id="41" name="Grafik 40">
            <a:extLst>
              <a:ext uri="{FF2B5EF4-FFF2-40B4-BE49-F238E27FC236}">
                <a16:creationId xmlns:a16="http://schemas.microsoft.com/office/drawing/2014/main" id="{7B1D4312-333A-DE54-CAC5-91E598890E18}"/>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4515233" y="1860228"/>
            <a:ext cx="381411" cy="364074"/>
          </a:xfrm>
          <a:prstGeom prst="rect">
            <a:avLst/>
          </a:prstGeom>
        </p:spPr>
      </p:pic>
      <p:pic>
        <p:nvPicPr>
          <p:cNvPr id="43" name="Grafik 42">
            <a:extLst>
              <a:ext uri="{FF2B5EF4-FFF2-40B4-BE49-F238E27FC236}">
                <a16:creationId xmlns:a16="http://schemas.microsoft.com/office/drawing/2014/main" id="{1A0DA5F2-FCAB-E83C-0CEC-E428C4C9A05A}"/>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5265251" y="1771041"/>
            <a:ext cx="346738" cy="509909"/>
          </a:xfrm>
          <a:prstGeom prst="rect">
            <a:avLst/>
          </a:prstGeom>
        </p:spPr>
      </p:pic>
      <p:pic>
        <p:nvPicPr>
          <p:cNvPr id="45" name="Grafik 44">
            <a:extLst>
              <a:ext uri="{FF2B5EF4-FFF2-40B4-BE49-F238E27FC236}">
                <a16:creationId xmlns:a16="http://schemas.microsoft.com/office/drawing/2014/main" id="{4CDB3C5A-D5D3-5ED5-54E6-F0947EB975DF}"/>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5958128" y="1828478"/>
            <a:ext cx="467574" cy="409128"/>
          </a:xfrm>
          <a:prstGeom prst="rect">
            <a:avLst/>
          </a:prstGeom>
        </p:spPr>
      </p:pic>
      <p:pic>
        <p:nvPicPr>
          <p:cNvPr id="47" name="Grafik 46">
            <a:extLst>
              <a:ext uri="{FF2B5EF4-FFF2-40B4-BE49-F238E27FC236}">
                <a16:creationId xmlns:a16="http://schemas.microsoft.com/office/drawing/2014/main" id="{9D07952A-4B32-897D-EB70-E9563BD9F6AF}"/>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6788209" y="1847528"/>
            <a:ext cx="554779" cy="364074"/>
          </a:xfrm>
          <a:prstGeom prst="rect">
            <a:avLst/>
          </a:prstGeom>
        </p:spPr>
      </p:pic>
      <p:pic>
        <p:nvPicPr>
          <p:cNvPr id="49" name="Grafik 48">
            <a:extLst>
              <a:ext uri="{FF2B5EF4-FFF2-40B4-BE49-F238E27FC236}">
                <a16:creationId xmlns:a16="http://schemas.microsoft.com/office/drawing/2014/main" id="{E302FFE0-2C80-BE8C-39E4-0AB5EA228478}"/>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7734779" y="1866578"/>
            <a:ext cx="468095" cy="364074"/>
          </a:xfrm>
          <a:prstGeom prst="rect">
            <a:avLst/>
          </a:prstGeom>
        </p:spPr>
      </p:pic>
      <p:pic>
        <p:nvPicPr>
          <p:cNvPr id="51" name="Grafik 50">
            <a:extLst>
              <a:ext uri="{FF2B5EF4-FFF2-40B4-BE49-F238E27FC236}">
                <a16:creationId xmlns:a16="http://schemas.microsoft.com/office/drawing/2014/main" id="{432E717E-D33F-A154-6D64-F0E5678737BB}"/>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8549013" y="1856196"/>
            <a:ext cx="554779" cy="416084"/>
          </a:xfrm>
          <a:prstGeom prst="rect">
            <a:avLst/>
          </a:prstGeom>
        </p:spPr>
      </p:pic>
      <p:pic>
        <p:nvPicPr>
          <p:cNvPr id="53" name="Grafik 52">
            <a:extLst>
              <a:ext uri="{FF2B5EF4-FFF2-40B4-BE49-F238E27FC236}">
                <a16:creationId xmlns:a16="http://schemas.microsoft.com/office/drawing/2014/main" id="{C669B93C-92CE-EA71-EE78-76AA85F75AAF}"/>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9535022" y="1930112"/>
            <a:ext cx="554779" cy="329868"/>
          </a:xfrm>
          <a:prstGeom prst="rect">
            <a:avLst/>
          </a:prstGeom>
        </p:spPr>
      </p:pic>
      <p:pic>
        <p:nvPicPr>
          <p:cNvPr id="55" name="Grafik 54">
            <a:extLst>
              <a:ext uri="{FF2B5EF4-FFF2-40B4-BE49-F238E27FC236}">
                <a16:creationId xmlns:a16="http://schemas.microsoft.com/office/drawing/2014/main" id="{C9D66470-AED0-F23F-58EF-A603BEEE1115}"/>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10326185" y="1864027"/>
            <a:ext cx="416084" cy="416084"/>
          </a:xfrm>
          <a:prstGeom prst="rect">
            <a:avLst/>
          </a:prstGeom>
        </p:spPr>
      </p:pic>
      <p:pic>
        <p:nvPicPr>
          <p:cNvPr id="57" name="Grafik 56">
            <a:extLst>
              <a:ext uri="{FF2B5EF4-FFF2-40B4-BE49-F238E27FC236}">
                <a16:creationId xmlns:a16="http://schemas.microsoft.com/office/drawing/2014/main" id="{8360A374-C375-C464-D829-7F2019964BD9}"/>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10390812" y="1281368"/>
            <a:ext cx="281583" cy="254765"/>
          </a:xfrm>
          <a:prstGeom prst="rect">
            <a:avLst/>
          </a:prstGeom>
        </p:spPr>
      </p:pic>
      <p:pic>
        <p:nvPicPr>
          <p:cNvPr id="60" name="Grafik 59">
            <a:extLst>
              <a:ext uri="{FF2B5EF4-FFF2-40B4-BE49-F238E27FC236}">
                <a16:creationId xmlns:a16="http://schemas.microsoft.com/office/drawing/2014/main" id="{405939FC-38B8-F062-15AD-8F7822A40E8C}"/>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865882" y="2614804"/>
            <a:ext cx="512211" cy="263423"/>
          </a:xfrm>
          <a:prstGeom prst="rect">
            <a:avLst/>
          </a:prstGeom>
        </p:spPr>
      </p:pic>
      <p:pic>
        <p:nvPicPr>
          <p:cNvPr id="62" name="Grafik 61">
            <a:extLst>
              <a:ext uri="{FF2B5EF4-FFF2-40B4-BE49-F238E27FC236}">
                <a16:creationId xmlns:a16="http://schemas.microsoft.com/office/drawing/2014/main" id="{3576E7A2-3441-9B3C-30F5-1A2A75168876}"/>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1631287" y="2548827"/>
            <a:ext cx="468095" cy="329400"/>
          </a:xfrm>
          <a:prstGeom prst="rect">
            <a:avLst/>
          </a:prstGeom>
        </p:spPr>
      </p:pic>
      <p:pic>
        <p:nvPicPr>
          <p:cNvPr id="320" name="Grafik 319">
            <a:extLst>
              <a:ext uri="{FF2B5EF4-FFF2-40B4-BE49-F238E27FC236}">
                <a16:creationId xmlns:a16="http://schemas.microsoft.com/office/drawing/2014/main" id="{EFC16C1D-5681-7C37-AA30-81160DE3AED1}"/>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2449215" y="2536893"/>
            <a:ext cx="292572" cy="341334"/>
          </a:xfrm>
          <a:prstGeom prst="rect">
            <a:avLst/>
          </a:prstGeom>
        </p:spPr>
      </p:pic>
      <p:pic>
        <p:nvPicPr>
          <p:cNvPr id="322" name="Grafik 321">
            <a:extLst>
              <a:ext uri="{FF2B5EF4-FFF2-40B4-BE49-F238E27FC236}">
                <a16:creationId xmlns:a16="http://schemas.microsoft.com/office/drawing/2014/main" id="{E7972BF4-97FA-E6A3-1C08-B3730AA1C968}"/>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3160012" y="2536389"/>
            <a:ext cx="329400" cy="364074"/>
          </a:xfrm>
          <a:prstGeom prst="rect">
            <a:avLst/>
          </a:prstGeom>
        </p:spPr>
      </p:pic>
      <p:pic>
        <p:nvPicPr>
          <p:cNvPr id="324" name="Grafik 323">
            <a:extLst>
              <a:ext uri="{FF2B5EF4-FFF2-40B4-BE49-F238E27FC236}">
                <a16:creationId xmlns:a16="http://schemas.microsoft.com/office/drawing/2014/main" id="{2E3B2E01-F75B-0E35-94E6-18ED3CC03469}"/>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3796762" y="2551666"/>
            <a:ext cx="456377" cy="330480"/>
          </a:xfrm>
          <a:prstGeom prst="rect">
            <a:avLst/>
          </a:prstGeom>
        </p:spPr>
      </p:pic>
      <p:pic>
        <p:nvPicPr>
          <p:cNvPr id="326" name="Grafik 325">
            <a:extLst>
              <a:ext uri="{FF2B5EF4-FFF2-40B4-BE49-F238E27FC236}">
                <a16:creationId xmlns:a16="http://schemas.microsoft.com/office/drawing/2014/main" id="{2CA032C1-74DF-1F85-6AC5-497F73B852EE}"/>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4578734" y="2448725"/>
            <a:ext cx="294726" cy="502768"/>
          </a:xfrm>
          <a:prstGeom prst="rect">
            <a:avLst/>
          </a:prstGeom>
        </p:spPr>
      </p:pic>
      <p:pic>
        <p:nvPicPr>
          <p:cNvPr id="328" name="Grafik 327">
            <a:extLst>
              <a:ext uri="{FF2B5EF4-FFF2-40B4-BE49-F238E27FC236}">
                <a16:creationId xmlns:a16="http://schemas.microsoft.com/office/drawing/2014/main" id="{EABA60A3-47D5-E366-5D82-236C5C22C7EF}"/>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5212616" y="2583500"/>
            <a:ext cx="416084" cy="260053"/>
          </a:xfrm>
          <a:prstGeom prst="rect">
            <a:avLst/>
          </a:prstGeom>
        </p:spPr>
      </p:pic>
      <p:pic>
        <p:nvPicPr>
          <p:cNvPr id="330" name="Grafik 329">
            <a:extLst>
              <a:ext uri="{FF2B5EF4-FFF2-40B4-BE49-F238E27FC236}">
                <a16:creationId xmlns:a16="http://schemas.microsoft.com/office/drawing/2014/main" id="{C277727A-1BE3-3F7E-6C8F-65E33B03F8A4}"/>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5969610" y="2506210"/>
            <a:ext cx="416084" cy="364074"/>
          </a:xfrm>
          <a:prstGeom prst="rect">
            <a:avLst/>
          </a:prstGeom>
        </p:spPr>
      </p:pic>
      <p:pic>
        <p:nvPicPr>
          <p:cNvPr id="332" name="Grafik 331">
            <a:extLst>
              <a:ext uri="{FF2B5EF4-FFF2-40B4-BE49-F238E27FC236}">
                <a16:creationId xmlns:a16="http://schemas.microsoft.com/office/drawing/2014/main" id="{8737C030-13C3-4367-43D2-896915F6695B}"/>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6880414" y="2448725"/>
            <a:ext cx="383807" cy="444409"/>
          </a:xfrm>
          <a:prstGeom prst="rect">
            <a:avLst/>
          </a:prstGeom>
        </p:spPr>
      </p:pic>
      <p:pic>
        <p:nvPicPr>
          <p:cNvPr id="334" name="Grafik 333">
            <a:extLst>
              <a:ext uri="{FF2B5EF4-FFF2-40B4-BE49-F238E27FC236}">
                <a16:creationId xmlns:a16="http://schemas.microsoft.com/office/drawing/2014/main" id="{1D637BD3-B7CA-8EF3-F857-D2DDD862B7EF}"/>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847745" y="3885837"/>
            <a:ext cx="557794" cy="202834"/>
          </a:xfrm>
          <a:prstGeom prst="rect">
            <a:avLst/>
          </a:prstGeom>
        </p:spPr>
      </p:pic>
      <p:pic>
        <p:nvPicPr>
          <p:cNvPr id="412" name="Grafik 411">
            <a:extLst>
              <a:ext uri="{FF2B5EF4-FFF2-40B4-BE49-F238E27FC236}">
                <a16:creationId xmlns:a16="http://schemas.microsoft.com/office/drawing/2014/main" id="{0EAAD5B4-3745-2261-C9E5-CE77539D83AD}"/>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1723193" y="3809542"/>
            <a:ext cx="608503" cy="287349"/>
          </a:xfrm>
          <a:prstGeom prst="rect">
            <a:avLst/>
          </a:prstGeom>
        </p:spPr>
      </p:pic>
      <p:pic>
        <p:nvPicPr>
          <p:cNvPr id="414" name="Grafik 413">
            <a:extLst>
              <a:ext uri="{FF2B5EF4-FFF2-40B4-BE49-F238E27FC236}">
                <a16:creationId xmlns:a16="http://schemas.microsoft.com/office/drawing/2014/main" id="{F630A46E-390A-AC67-A450-844F225FDDD1}"/>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2704810" y="3885837"/>
            <a:ext cx="523989" cy="202834"/>
          </a:xfrm>
          <a:prstGeom prst="rect">
            <a:avLst/>
          </a:prstGeom>
        </p:spPr>
      </p:pic>
      <p:pic>
        <p:nvPicPr>
          <p:cNvPr id="416" name="Grafik 415">
            <a:extLst>
              <a:ext uri="{FF2B5EF4-FFF2-40B4-BE49-F238E27FC236}">
                <a16:creationId xmlns:a16="http://schemas.microsoft.com/office/drawing/2014/main" id="{1CCC6A16-6023-4951-91B1-0054B27EF119}"/>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3588893" y="3885837"/>
            <a:ext cx="456377" cy="202834"/>
          </a:xfrm>
          <a:prstGeom prst="rect">
            <a:avLst/>
          </a:prstGeom>
        </p:spPr>
      </p:pic>
      <p:pic>
        <p:nvPicPr>
          <p:cNvPr id="418" name="Grafik 417">
            <a:extLst>
              <a:ext uri="{FF2B5EF4-FFF2-40B4-BE49-F238E27FC236}">
                <a16:creationId xmlns:a16="http://schemas.microsoft.com/office/drawing/2014/main" id="{65195A43-3456-FC17-9EDB-CCA560EF8AC3}"/>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4422176" y="3885836"/>
            <a:ext cx="405669" cy="202835"/>
          </a:xfrm>
          <a:prstGeom prst="rect">
            <a:avLst/>
          </a:prstGeom>
        </p:spPr>
      </p:pic>
      <p:pic>
        <p:nvPicPr>
          <p:cNvPr id="420" name="Grafik 419">
            <a:extLst>
              <a:ext uri="{FF2B5EF4-FFF2-40B4-BE49-F238E27FC236}">
                <a16:creationId xmlns:a16="http://schemas.microsoft.com/office/drawing/2014/main" id="{4B41357B-6F00-DD97-1162-3F0F3008E166}"/>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5217360" y="3879486"/>
            <a:ext cx="354960" cy="219737"/>
          </a:xfrm>
          <a:prstGeom prst="rect">
            <a:avLst/>
          </a:prstGeom>
        </p:spPr>
      </p:pic>
      <p:pic>
        <p:nvPicPr>
          <p:cNvPr id="422" name="Grafik 421">
            <a:extLst>
              <a:ext uri="{FF2B5EF4-FFF2-40B4-BE49-F238E27FC236}">
                <a16:creationId xmlns:a16="http://schemas.microsoft.com/office/drawing/2014/main" id="{592ACB01-C051-C24E-CA59-8839AFF05076}"/>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5974442" y="3873137"/>
            <a:ext cx="422571" cy="236640"/>
          </a:xfrm>
          <a:prstGeom prst="rect">
            <a:avLst/>
          </a:prstGeom>
        </p:spPr>
      </p:pic>
      <p:pic>
        <p:nvPicPr>
          <p:cNvPr id="424" name="Grafik 423">
            <a:extLst>
              <a:ext uri="{FF2B5EF4-FFF2-40B4-BE49-F238E27FC236}">
                <a16:creationId xmlns:a16="http://schemas.microsoft.com/office/drawing/2014/main" id="{CAB8FB8E-D930-1ED2-9C14-4D74BE3F0D2A}"/>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6794934" y="3791819"/>
            <a:ext cx="321154" cy="321154"/>
          </a:xfrm>
          <a:prstGeom prst="rect">
            <a:avLst/>
          </a:prstGeom>
        </p:spPr>
      </p:pic>
      <p:pic>
        <p:nvPicPr>
          <p:cNvPr id="426" name="Grafik 425">
            <a:extLst>
              <a:ext uri="{FF2B5EF4-FFF2-40B4-BE49-F238E27FC236}">
                <a16:creationId xmlns:a16="http://schemas.microsoft.com/office/drawing/2014/main" id="{0F4A4E52-B55A-357B-ED09-353F650D4076}"/>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8326392" y="4612220"/>
            <a:ext cx="456377" cy="253543"/>
          </a:xfrm>
          <a:prstGeom prst="rect">
            <a:avLst/>
          </a:prstGeom>
        </p:spPr>
      </p:pic>
      <p:pic>
        <p:nvPicPr>
          <p:cNvPr id="428" name="Grafik 427">
            <a:extLst>
              <a:ext uri="{FF2B5EF4-FFF2-40B4-BE49-F238E27FC236}">
                <a16:creationId xmlns:a16="http://schemas.microsoft.com/office/drawing/2014/main" id="{7F7A5E57-70AF-31F3-4A19-6C0AA13547BB}"/>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9159676" y="4567770"/>
            <a:ext cx="354960" cy="371863"/>
          </a:xfrm>
          <a:prstGeom prst="rect">
            <a:avLst/>
          </a:prstGeom>
        </p:spPr>
      </p:pic>
      <p:pic>
        <p:nvPicPr>
          <p:cNvPr id="432" name="Grafik 431">
            <a:extLst>
              <a:ext uri="{FF2B5EF4-FFF2-40B4-BE49-F238E27FC236}">
                <a16:creationId xmlns:a16="http://schemas.microsoft.com/office/drawing/2014/main" id="{08724FBB-D0EA-2528-4471-61044A65480F}"/>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8334426" y="3895631"/>
            <a:ext cx="371863" cy="253543"/>
          </a:xfrm>
          <a:prstGeom prst="rect">
            <a:avLst/>
          </a:prstGeom>
        </p:spPr>
      </p:pic>
      <p:pic>
        <p:nvPicPr>
          <p:cNvPr id="434" name="Grafik 433">
            <a:extLst>
              <a:ext uri="{FF2B5EF4-FFF2-40B4-BE49-F238E27FC236}">
                <a16:creationId xmlns:a16="http://schemas.microsoft.com/office/drawing/2014/main" id="{1AD1778D-1D0D-773F-50B4-1FCBD9199388}"/>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9127766" y="3824977"/>
            <a:ext cx="219737" cy="354960"/>
          </a:xfrm>
          <a:prstGeom prst="rect">
            <a:avLst/>
          </a:prstGeom>
        </p:spPr>
      </p:pic>
      <p:pic>
        <p:nvPicPr>
          <p:cNvPr id="436" name="Grafik 435">
            <a:extLst>
              <a:ext uri="{FF2B5EF4-FFF2-40B4-BE49-F238E27FC236}">
                <a16:creationId xmlns:a16="http://schemas.microsoft.com/office/drawing/2014/main" id="{F7325647-240E-9E4D-F64E-56ED643ED325}"/>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7557299" y="4525819"/>
            <a:ext cx="354960" cy="354960"/>
          </a:xfrm>
          <a:prstGeom prst="rect">
            <a:avLst/>
          </a:prstGeom>
        </p:spPr>
      </p:pic>
      <p:pic>
        <p:nvPicPr>
          <p:cNvPr id="438" name="Grafik 437">
            <a:extLst>
              <a:ext uri="{FF2B5EF4-FFF2-40B4-BE49-F238E27FC236}">
                <a16:creationId xmlns:a16="http://schemas.microsoft.com/office/drawing/2014/main" id="{823CCD73-7D8B-8093-28DE-65E11B6C017D}"/>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877625" y="4377145"/>
            <a:ext cx="497588" cy="472708"/>
          </a:xfrm>
          <a:prstGeom prst="rect">
            <a:avLst/>
          </a:prstGeom>
        </p:spPr>
      </p:pic>
      <p:pic>
        <p:nvPicPr>
          <p:cNvPr id="440" name="Grafik 439">
            <a:extLst>
              <a:ext uri="{FF2B5EF4-FFF2-40B4-BE49-F238E27FC236}">
                <a16:creationId xmlns:a16="http://schemas.microsoft.com/office/drawing/2014/main" id="{76651A21-B789-4C95-D686-E34013561846}"/>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1901268" y="4482836"/>
            <a:ext cx="229210" cy="360740"/>
          </a:xfrm>
          <a:prstGeom prst="rect">
            <a:avLst/>
          </a:prstGeom>
        </p:spPr>
      </p:pic>
      <p:pic>
        <p:nvPicPr>
          <p:cNvPr id="442" name="Grafik 441">
            <a:extLst>
              <a:ext uri="{FF2B5EF4-FFF2-40B4-BE49-F238E27FC236}">
                <a16:creationId xmlns:a16="http://schemas.microsoft.com/office/drawing/2014/main" id="{2F78ECDA-29F5-FA0E-AFA3-4A370A30A7A5}"/>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2776859" y="4423623"/>
            <a:ext cx="357923" cy="442140"/>
          </a:xfrm>
          <a:prstGeom prst="rect">
            <a:avLst/>
          </a:prstGeom>
        </p:spPr>
      </p:pic>
      <p:pic>
        <p:nvPicPr>
          <p:cNvPr id="444" name="Grafik 443">
            <a:extLst>
              <a:ext uri="{FF2B5EF4-FFF2-40B4-BE49-F238E27FC236}">
                <a16:creationId xmlns:a16="http://schemas.microsoft.com/office/drawing/2014/main" id="{B10D8709-8DC7-BFE8-383D-939F59CABC44}"/>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3665962" y="4422936"/>
            <a:ext cx="304251" cy="492225"/>
          </a:xfrm>
          <a:prstGeom prst="rect">
            <a:avLst/>
          </a:prstGeom>
        </p:spPr>
      </p:pic>
      <p:pic>
        <p:nvPicPr>
          <p:cNvPr id="446" name="Grafik 445">
            <a:extLst>
              <a:ext uri="{FF2B5EF4-FFF2-40B4-BE49-F238E27FC236}">
                <a16:creationId xmlns:a16="http://schemas.microsoft.com/office/drawing/2014/main" id="{DE84F3A5-EAF0-C745-B025-E6E6FDE1A42B}"/>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4472884" y="4482835"/>
            <a:ext cx="354960" cy="388765"/>
          </a:xfrm>
          <a:prstGeom prst="rect">
            <a:avLst/>
          </a:prstGeom>
        </p:spPr>
      </p:pic>
      <p:pic>
        <p:nvPicPr>
          <p:cNvPr id="448" name="Grafik 447">
            <a:extLst>
              <a:ext uri="{FF2B5EF4-FFF2-40B4-BE49-F238E27FC236}">
                <a16:creationId xmlns:a16="http://schemas.microsoft.com/office/drawing/2014/main" id="{3F23B9B4-1321-192B-C3CD-673909DDE86F}"/>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5257642" y="4535687"/>
            <a:ext cx="304251" cy="338057"/>
          </a:xfrm>
          <a:prstGeom prst="rect">
            <a:avLst/>
          </a:prstGeom>
        </p:spPr>
      </p:pic>
      <p:pic>
        <p:nvPicPr>
          <p:cNvPr id="450" name="Grafik 449">
            <a:extLst>
              <a:ext uri="{FF2B5EF4-FFF2-40B4-BE49-F238E27FC236}">
                <a16:creationId xmlns:a16="http://schemas.microsoft.com/office/drawing/2014/main" id="{93F0FD61-418B-BF57-7FAF-58B8A8789A95}"/>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6020134" y="4575801"/>
            <a:ext cx="354960" cy="219737"/>
          </a:xfrm>
          <a:prstGeom prst="rect">
            <a:avLst/>
          </a:prstGeom>
        </p:spPr>
      </p:pic>
      <p:pic>
        <p:nvPicPr>
          <p:cNvPr id="452" name="Grafik 451">
            <a:extLst>
              <a:ext uri="{FF2B5EF4-FFF2-40B4-BE49-F238E27FC236}">
                <a16:creationId xmlns:a16="http://schemas.microsoft.com/office/drawing/2014/main" id="{EAA22D3E-B9CB-ED82-7A0B-ED2476E724BA}"/>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6873725" y="4522919"/>
            <a:ext cx="202834" cy="354960"/>
          </a:xfrm>
          <a:prstGeom prst="rect">
            <a:avLst/>
          </a:prstGeom>
        </p:spPr>
      </p:pic>
      <p:pic>
        <p:nvPicPr>
          <p:cNvPr id="454" name="Grafik 453">
            <a:extLst>
              <a:ext uri="{FF2B5EF4-FFF2-40B4-BE49-F238E27FC236}">
                <a16:creationId xmlns:a16="http://schemas.microsoft.com/office/drawing/2014/main" id="{05E276DB-65A0-D99B-73B0-576E910E704F}"/>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1059341" y="5489617"/>
            <a:ext cx="227457" cy="581280"/>
          </a:xfrm>
          <a:prstGeom prst="rect">
            <a:avLst/>
          </a:prstGeom>
        </p:spPr>
      </p:pic>
      <p:pic>
        <p:nvPicPr>
          <p:cNvPr id="456" name="Grafik 455">
            <a:extLst>
              <a:ext uri="{FF2B5EF4-FFF2-40B4-BE49-F238E27FC236}">
                <a16:creationId xmlns:a16="http://schemas.microsoft.com/office/drawing/2014/main" id="{D150E168-5E10-7EB8-2FC4-6B9A64AECFCA}"/>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1799373" y="5462311"/>
            <a:ext cx="176912" cy="606556"/>
          </a:xfrm>
          <a:prstGeom prst="rect">
            <a:avLst/>
          </a:prstGeom>
        </p:spPr>
      </p:pic>
      <p:pic>
        <p:nvPicPr>
          <p:cNvPr id="458" name="Grafik 457">
            <a:extLst>
              <a:ext uri="{FF2B5EF4-FFF2-40B4-BE49-F238E27FC236}">
                <a16:creationId xmlns:a16="http://schemas.microsoft.com/office/drawing/2014/main" id="{4F41714A-1581-37DE-40C5-AEFAFCEC3993}"/>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2485709" y="5715931"/>
            <a:ext cx="278512" cy="352782"/>
          </a:xfrm>
          <a:prstGeom prst="rect">
            <a:avLst/>
          </a:prstGeom>
        </p:spPr>
      </p:pic>
      <p:pic>
        <p:nvPicPr>
          <p:cNvPr id="460" name="Grafik 459">
            <a:extLst>
              <a:ext uri="{FF2B5EF4-FFF2-40B4-BE49-F238E27FC236}">
                <a16:creationId xmlns:a16="http://schemas.microsoft.com/office/drawing/2014/main" id="{0E77E075-69DE-85A4-6DD6-3F64083B6AB1}"/>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3330235" y="5583362"/>
            <a:ext cx="389918" cy="482756"/>
          </a:xfrm>
          <a:prstGeom prst="rect">
            <a:avLst/>
          </a:prstGeom>
        </p:spPr>
      </p:pic>
      <p:pic>
        <p:nvPicPr>
          <p:cNvPr id="462" name="Grafik 461">
            <a:extLst>
              <a:ext uri="{FF2B5EF4-FFF2-40B4-BE49-F238E27FC236}">
                <a16:creationId xmlns:a16="http://schemas.microsoft.com/office/drawing/2014/main" id="{5FAEB760-9061-EC02-A85F-554B9B6624E5}"/>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4222665" y="5706647"/>
            <a:ext cx="222810" cy="371350"/>
          </a:xfrm>
          <a:prstGeom prst="rect">
            <a:avLst/>
          </a:prstGeom>
        </p:spPr>
      </p:pic>
      <p:pic>
        <p:nvPicPr>
          <p:cNvPr id="464" name="Grafik 463">
            <a:extLst>
              <a:ext uri="{FF2B5EF4-FFF2-40B4-BE49-F238E27FC236}">
                <a16:creationId xmlns:a16="http://schemas.microsoft.com/office/drawing/2014/main" id="{72D664D8-7306-4E21-4728-768264B992DB}"/>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5000796" y="5645005"/>
            <a:ext cx="222811" cy="427053"/>
          </a:xfrm>
          <a:prstGeom prst="rect">
            <a:avLst/>
          </a:prstGeom>
        </p:spPr>
      </p:pic>
      <p:pic>
        <p:nvPicPr>
          <p:cNvPr id="466" name="Grafik 465">
            <a:extLst>
              <a:ext uri="{FF2B5EF4-FFF2-40B4-BE49-F238E27FC236}">
                <a16:creationId xmlns:a16="http://schemas.microsoft.com/office/drawing/2014/main" id="{5D58E3E8-A210-0E8F-B1E9-3F8E7DDF5963}"/>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5778928" y="5626668"/>
            <a:ext cx="389918" cy="501324"/>
          </a:xfrm>
          <a:prstGeom prst="rect">
            <a:avLst/>
          </a:prstGeom>
        </p:spPr>
      </p:pic>
      <p:pic>
        <p:nvPicPr>
          <p:cNvPr id="468" name="Grafik 467">
            <a:extLst>
              <a:ext uri="{FF2B5EF4-FFF2-40B4-BE49-F238E27FC236}">
                <a16:creationId xmlns:a16="http://schemas.microsoft.com/office/drawing/2014/main" id="{059109C8-3DF0-E1FC-59C7-EA95F62D7293}"/>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6671360" y="5603911"/>
            <a:ext cx="482754" cy="464187"/>
          </a:xfrm>
          <a:prstGeom prst="rect">
            <a:avLst/>
          </a:prstGeom>
        </p:spPr>
      </p:pic>
      <p:pic>
        <p:nvPicPr>
          <p:cNvPr id="470" name="Grafik 469">
            <a:extLst>
              <a:ext uri="{FF2B5EF4-FFF2-40B4-BE49-F238E27FC236}">
                <a16:creationId xmlns:a16="http://schemas.microsoft.com/office/drawing/2014/main" id="{8C02F02E-F7BE-AE10-D2DA-FDC587229B53}"/>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7627290" y="5727193"/>
            <a:ext cx="389918" cy="352783"/>
          </a:xfrm>
          <a:prstGeom prst="rect">
            <a:avLst/>
          </a:prstGeom>
        </p:spPr>
      </p:pic>
      <p:pic>
        <p:nvPicPr>
          <p:cNvPr id="472" name="Grafik 471">
            <a:extLst>
              <a:ext uri="{FF2B5EF4-FFF2-40B4-BE49-F238E27FC236}">
                <a16:creationId xmlns:a16="http://schemas.microsoft.com/office/drawing/2014/main" id="{E81D1CE0-54C7-6EFD-6753-431631CE9A70}"/>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8519721" y="5562816"/>
            <a:ext cx="427052" cy="501322"/>
          </a:xfrm>
          <a:prstGeom prst="rect">
            <a:avLst/>
          </a:prstGeom>
        </p:spPr>
      </p:pic>
      <p:pic>
        <p:nvPicPr>
          <p:cNvPr id="474" name="Grafik 473">
            <a:extLst>
              <a:ext uri="{FF2B5EF4-FFF2-40B4-BE49-F238E27FC236}">
                <a16:creationId xmlns:a16="http://schemas.microsoft.com/office/drawing/2014/main" id="{6C7D539B-81FD-D660-71A5-D8A8B9882954}"/>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9437551" y="5624457"/>
            <a:ext cx="501322" cy="445620"/>
          </a:xfrm>
          <a:prstGeom prst="rect">
            <a:avLst/>
          </a:prstGeom>
        </p:spPr>
      </p:pic>
      <p:pic>
        <p:nvPicPr>
          <p:cNvPr id="4" name="Grafik 3">
            <a:extLst>
              <a:ext uri="{FF2B5EF4-FFF2-40B4-BE49-F238E27FC236}">
                <a16:creationId xmlns:a16="http://schemas.microsoft.com/office/drawing/2014/main" id="{CC214C74-0A9B-40B4-B0A8-CAEFF9D0A26D}"/>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7514009" y="3903777"/>
            <a:ext cx="395419" cy="237252"/>
          </a:xfrm>
          <a:prstGeom prst="rect">
            <a:avLst/>
          </a:prstGeom>
        </p:spPr>
      </p:pic>
      <p:pic>
        <p:nvPicPr>
          <p:cNvPr id="6" name="Grafik 5">
            <a:extLst>
              <a:ext uri="{FF2B5EF4-FFF2-40B4-BE49-F238E27FC236}">
                <a16:creationId xmlns:a16="http://schemas.microsoft.com/office/drawing/2014/main" id="{5EBAEABA-C829-040B-45A1-08B3FF641C6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3"/>
              </a:ext>
            </a:extLst>
          </a:blip>
          <a:stretch>
            <a:fillRect/>
          </a:stretch>
        </p:blipFill>
        <p:spPr>
          <a:xfrm>
            <a:off x="10403840" y="5698724"/>
            <a:ext cx="194887" cy="365413"/>
          </a:xfrm>
          <a:prstGeom prst="rect">
            <a:avLst/>
          </a:prstGeom>
        </p:spPr>
      </p:pic>
      <p:sp>
        <p:nvSpPr>
          <p:cNvPr id="8" name="Textfeld 10">
            <a:extLst>
              <a:ext uri="{FF2B5EF4-FFF2-40B4-BE49-F238E27FC236}">
                <a16:creationId xmlns:a16="http://schemas.microsoft.com/office/drawing/2014/main" id="{415A5922-5A9E-DC8A-17DF-E96B059FD476}"/>
              </a:ext>
            </a:extLst>
          </p:cNvPr>
          <p:cNvSpPr/>
          <p:nvPr/>
        </p:nvSpPr>
        <p:spPr>
          <a:xfrm>
            <a:off x="609600" y="477433"/>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Außenraum / Umwelt</a:t>
            </a:r>
          </a:p>
        </p:txBody>
      </p:sp>
      <p:sp>
        <p:nvSpPr>
          <p:cNvPr id="10" name="Textfeld 10">
            <a:extLst>
              <a:ext uri="{FF2B5EF4-FFF2-40B4-BE49-F238E27FC236}">
                <a16:creationId xmlns:a16="http://schemas.microsoft.com/office/drawing/2014/main" id="{33B9D2E9-5B10-13D9-9143-9B0F9677C622}"/>
              </a:ext>
            </a:extLst>
          </p:cNvPr>
          <p:cNvSpPr/>
          <p:nvPr/>
        </p:nvSpPr>
        <p:spPr>
          <a:xfrm>
            <a:off x="609600" y="3336247"/>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Transport / Navigation</a:t>
            </a:r>
          </a:p>
        </p:txBody>
      </p:sp>
      <p:sp>
        <p:nvSpPr>
          <p:cNvPr id="12" name="Textfeld 10">
            <a:extLst>
              <a:ext uri="{FF2B5EF4-FFF2-40B4-BE49-F238E27FC236}">
                <a16:creationId xmlns:a16="http://schemas.microsoft.com/office/drawing/2014/main" id="{44D41725-1D70-440B-BC2D-A9D0D1993ADF}"/>
              </a:ext>
            </a:extLst>
          </p:cNvPr>
          <p:cNvSpPr/>
          <p:nvPr/>
        </p:nvSpPr>
        <p:spPr>
          <a:xfrm>
            <a:off x="609600" y="5067511"/>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Food</a:t>
            </a:r>
          </a:p>
        </p:txBody>
      </p:sp>
    </p:spTree>
    <p:extLst>
      <p:ext uri="{BB962C8B-B14F-4D97-AF65-F5344CB8AC3E}">
        <p14:creationId xmlns:p14="http://schemas.microsoft.com/office/powerpoint/2010/main" val="39914118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2C7C2-CBE0-E9FA-C624-6712A1735CE0}"/>
            </a:ext>
          </a:extLst>
        </p:cNvPr>
        <p:cNvGrpSpPr/>
        <p:nvPr/>
      </p:nvGrpSpPr>
      <p:grpSpPr>
        <a:xfrm>
          <a:off x="0" y="0"/>
          <a:ext cx="0" cy="0"/>
          <a:chOff x="0" y="0"/>
          <a:chExt cx="0" cy="0"/>
        </a:xfrm>
      </p:grpSpPr>
      <p:pic>
        <p:nvPicPr>
          <p:cNvPr id="3" name="Grafik 2">
            <a:extLst>
              <a:ext uri="{FF2B5EF4-FFF2-40B4-BE49-F238E27FC236}">
                <a16:creationId xmlns:a16="http://schemas.microsoft.com/office/drawing/2014/main" id="{5F3ACC8C-1488-5E34-AC2E-8B7D355658D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55314" y="1029371"/>
            <a:ext cx="347869" cy="364434"/>
          </a:xfrm>
          <a:prstGeom prst="rect">
            <a:avLst/>
          </a:prstGeom>
        </p:spPr>
      </p:pic>
      <p:pic>
        <p:nvPicPr>
          <p:cNvPr id="5" name="Grafik 4">
            <a:extLst>
              <a:ext uri="{FF2B5EF4-FFF2-40B4-BE49-F238E27FC236}">
                <a16:creationId xmlns:a16="http://schemas.microsoft.com/office/drawing/2014/main" id="{F732906D-D70A-D7E9-EAF2-54728C5EC7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23462" y="1087564"/>
            <a:ext cx="530085" cy="198782"/>
          </a:xfrm>
          <a:prstGeom prst="rect">
            <a:avLst/>
          </a:prstGeom>
        </p:spPr>
      </p:pic>
      <p:pic>
        <p:nvPicPr>
          <p:cNvPr id="7" name="Grafik 6">
            <a:extLst>
              <a:ext uri="{FF2B5EF4-FFF2-40B4-BE49-F238E27FC236}">
                <a16:creationId xmlns:a16="http://schemas.microsoft.com/office/drawing/2014/main" id="{0A3D8CC6-6671-8845-87EE-A3FF4AA99BE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704099" y="1048304"/>
            <a:ext cx="331304" cy="331304"/>
          </a:xfrm>
          <a:prstGeom prst="rect">
            <a:avLst/>
          </a:prstGeom>
        </p:spPr>
      </p:pic>
      <p:pic>
        <p:nvPicPr>
          <p:cNvPr id="9" name="Grafik 8">
            <a:extLst>
              <a:ext uri="{FF2B5EF4-FFF2-40B4-BE49-F238E27FC236}">
                <a16:creationId xmlns:a16="http://schemas.microsoft.com/office/drawing/2014/main" id="{9B57DA0A-8CA0-1FE1-066B-E820121323F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584428" y="1035719"/>
            <a:ext cx="298173" cy="347870"/>
          </a:xfrm>
          <a:prstGeom prst="rect">
            <a:avLst/>
          </a:prstGeom>
        </p:spPr>
      </p:pic>
      <p:pic>
        <p:nvPicPr>
          <p:cNvPr id="11" name="Grafik 10">
            <a:extLst>
              <a:ext uri="{FF2B5EF4-FFF2-40B4-BE49-F238E27FC236}">
                <a16:creationId xmlns:a16="http://schemas.microsoft.com/office/drawing/2014/main" id="{60A2E5E6-E630-2F23-D777-580B3EEE825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35393" y="1006008"/>
            <a:ext cx="300658" cy="359778"/>
          </a:xfrm>
          <a:prstGeom prst="rect">
            <a:avLst/>
          </a:prstGeom>
        </p:spPr>
      </p:pic>
      <p:pic>
        <p:nvPicPr>
          <p:cNvPr id="13" name="Grafik 12">
            <a:extLst>
              <a:ext uri="{FF2B5EF4-FFF2-40B4-BE49-F238E27FC236}">
                <a16:creationId xmlns:a16="http://schemas.microsoft.com/office/drawing/2014/main" id="{583DC746-2C1D-060D-97FA-956775547C8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234586" y="1072716"/>
            <a:ext cx="300659" cy="300659"/>
          </a:xfrm>
          <a:prstGeom prst="rect">
            <a:avLst/>
          </a:prstGeom>
        </p:spPr>
      </p:pic>
      <p:pic>
        <p:nvPicPr>
          <p:cNvPr id="15" name="Grafik 14">
            <a:extLst>
              <a:ext uri="{FF2B5EF4-FFF2-40B4-BE49-F238E27FC236}">
                <a16:creationId xmlns:a16="http://schemas.microsoft.com/office/drawing/2014/main" id="{D7E18EB3-DE50-CC58-9356-5DA4C7C0817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123032" y="964105"/>
            <a:ext cx="356590" cy="475453"/>
          </a:xfrm>
          <a:prstGeom prst="rect">
            <a:avLst/>
          </a:prstGeom>
        </p:spPr>
      </p:pic>
      <p:pic>
        <p:nvPicPr>
          <p:cNvPr id="17" name="Grafik 16">
            <a:extLst>
              <a:ext uri="{FF2B5EF4-FFF2-40B4-BE49-F238E27FC236}">
                <a16:creationId xmlns:a16="http://schemas.microsoft.com/office/drawing/2014/main" id="{BAC4FEFA-B94C-0563-C372-F0769D7B5B0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087707" y="1035720"/>
            <a:ext cx="347869" cy="347869"/>
          </a:xfrm>
          <a:prstGeom prst="rect">
            <a:avLst/>
          </a:prstGeom>
        </p:spPr>
      </p:pic>
      <p:pic>
        <p:nvPicPr>
          <p:cNvPr id="19" name="Grafik 18">
            <a:extLst>
              <a:ext uri="{FF2B5EF4-FFF2-40B4-BE49-F238E27FC236}">
                <a16:creationId xmlns:a16="http://schemas.microsoft.com/office/drawing/2014/main" id="{79AEC20D-9231-1B13-5E9E-32B9D279D97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945282" y="1035720"/>
            <a:ext cx="347869" cy="347869"/>
          </a:xfrm>
          <a:prstGeom prst="rect">
            <a:avLst/>
          </a:prstGeom>
        </p:spPr>
      </p:pic>
      <p:pic>
        <p:nvPicPr>
          <p:cNvPr id="21" name="Grafik 20">
            <a:extLst>
              <a:ext uri="{FF2B5EF4-FFF2-40B4-BE49-F238E27FC236}">
                <a16:creationId xmlns:a16="http://schemas.microsoft.com/office/drawing/2014/main" id="{3856F532-5703-BDD9-9F9E-790A9A0A84B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858635" y="1042071"/>
            <a:ext cx="397565" cy="331304"/>
          </a:xfrm>
          <a:prstGeom prst="rect">
            <a:avLst/>
          </a:prstGeom>
        </p:spPr>
      </p:pic>
      <p:pic>
        <p:nvPicPr>
          <p:cNvPr id="23" name="Grafik 22">
            <a:extLst>
              <a:ext uri="{FF2B5EF4-FFF2-40B4-BE49-F238E27FC236}">
                <a16:creationId xmlns:a16="http://schemas.microsoft.com/office/drawing/2014/main" id="{91A6E290-3EB6-0DEE-64CF-5F6DAFE5EB4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735166" y="1113475"/>
            <a:ext cx="366918" cy="259900"/>
          </a:xfrm>
          <a:prstGeom prst="rect">
            <a:avLst/>
          </a:prstGeom>
        </p:spPr>
      </p:pic>
      <p:pic>
        <p:nvPicPr>
          <p:cNvPr id="25" name="Grafik 24">
            <a:extLst>
              <a:ext uri="{FF2B5EF4-FFF2-40B4-BE49-F238E27FC236}">
                <a16:creationId xmlns:a16="http://schemas.microsoft.com/office/drawing/2014/main" id="{588A83F8-86BB-E054-923A-272A7FA44E8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665981" y="968880"/>
            <a:ext cx="298363" cy="466193"/>
          </a:xfrm>
          <a:prstGeom prst="rect">
            <a:avLst/>
          </a:prstGeom>
        </p:spPr>
      </p:pic>
      <p:pic>
        <p:nvPicPr>
          <p:cNvPr id="27" name="Grafik 26">
            <a:extLst>
              <a:ext uri="{FF2B5EF4-FFF2-40B4-BE49-F238E27FC236}">
                <a16:creationId xmlns:a16="http://schemas.microsoft.com/office/drawing/2014/main" id="{E842CC7C-03C1-4A1C-F06F-AA37422F9D6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955314" y="1860613"/>
            <a:ext cx="281609" cy="314739"/>
          </a:xfrm>
          <a:prstGeom prst="rect">
            <a:avLst/>
          </a:prstGeom>
        </p:spPr>
      </p:pic>
      <p:pic>
        <p:nvPicPr>
          <p:cNvPr id="29" name="Grafik 28">
            <a:extLst>
              <a:ext uri="{FF2B5EF4-FFF2-40B4-BE49-F238E27FC236}">
                <a16:creationId xmlns:a16="http://schemas.microsoft.com/office/drawing/2014/main" id="{521A804D-C656-EA69-3F62-A16A93EDD7F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812362" y="1881043"/>
            <a:ext cx="298173" cy="314739"/>
          </a:xfrm>
          <a:prstGeom prst="rect">
            <a:avLst/>
          </a:prstGeom>
        </p:spPr>
      </p:pic>
      <p:pic>
        <p:nvPicPr>
          <p:cNvPr id="31" name="Grafik 30">
            <a:extLst>
              <a:ext uri="{FF2B5EF4-FFF2-40B4-BE49-F238E27FC236}">
                <a16:creationId xmlns:a16="http://schemas.microsoft.com/office/drawing/2014/main" id="{87985649-5BBA-9B09-A273-ABD76677928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2689189" y="1768252"/>
            <a:ext cx="347869" cy="380999"/>
          </a:xfrm>
          <a:prstGeom prst="rect">
            <a:avLst/>
          </a:prstGeom>
        </p:spPr>
      </p:pic>
      <p:pic>
        <p:nvPicPr>
          <p:cNvPr id="33" name="Grafik 32">
            <a:extLst>
              <a:ext uri="{FF2B5EF4-FFF2-40B4-BE49-F238E27FC236}">
                <a16:creationId xmlns:a16="http://schemas.microsoft.com/office/drawing/2014/main" id="{3DF926BE-D9AC-2CEF-679F-5B33BB35BBB2}"/>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485037" y="1866963"/>
            <a:ext cx="496955" cy="298173"/>
          </a:xfrm>
          <a:prstGeom prst="rect">
            <a:avLst/>
          </a:prstGeom>
        </p:spPr>
      </p:pic>
      <p:pic>
        <p:nvPicPr>
          <p:cNvPr id="35" name="Grafik 34">
            <a:extLst>
              <a:ext uri="{FF2B5EF4-FFF2-40B4-BE49-F238E27FC236}">
                <a16:creationId xmlns:a16="http://schemas.microsoft.com/office/drawing/2014/main" id="{BC06C671-56B2-17D1-5754-34588E90EF6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469766" y="1905064"/>
            <a:ext cx="231912" cy="198782"/>
          </a:xfrm>
          <a:prstGeom prst="rect">
            <a:avLst/>
          </a:prstGeom>
        </p:spPr>
      </p:pic>
      <p:pic>
        <p:nvPicPr>
          <p:cNvPr id="37" name="Grafik 36">
            <a:extLst>
              <a:ext uri="{FF2B5EF4-FFF2-40B4-BE49-F238E27FC236}">
                <a16:creationId xmlns:a16="http://schemas.microsoft.com/office/drawing/2014/main" id="{A03C1BC5-B415-6426-F548-A8285179B764}"/>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211343" y="1841564"/>
            <a:ext cx="364434" cy="364434"/>
          </a:xfrm>
          <a:prstGeom prst="rect">
            <a:avLst/>
          </a:prstGeom>
        </p:spPr>
      </p:pic>
      <p:pic>
        <p:nvPicPr>
          <p:cNvPr id="39" name="Grafik 38">
            <a:extLst>
              <a:ext uri="{FF2B5EF4-FFF2-40B4-BE49-F238E27FC236}">
                <a16:creationId xmlns:a16="http://schemas.microsoft.com/office/drawing/2014/main" id="{81DB0F3F-2F26-E70A-E98E-28EFA513EA31}"/>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6100823" y="1847914"/>
            <a:ext cx="380999" cy="364434"/>
          </a:xfrm>
          <a:prstGeom prst="rect">
            <a:avLst/>
          </a:prstGeom>
        </p:spPr>
      </p:pic>
      <p:pic>
        <p:nvPicPr>
          <p:cNvPr id="41" name="Grafik 40">
            <a:extLst>
              <a:ext uri="{FF2B5EF4-FFF2-40B4-BE49-F238E27FC236}">
                <a16:creationId xmlns:a16="http://schemas.microsoft.com/office/drawing/2014/main" id="{07676202-5F91-6A0F-1382-3467B5595260}"/>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7079424" y="1841564"/>
            <a:ext cx="364434" cy="364434"/>
          </a:xfrm>
          <a:prstGeom prst="rect">
            <a:avLst/>
          </a:prstGeom>
        </p:spPr>
      </p:pic>
      <p:pic>
        <p:nvPicPr>
          <p:cNvPr id="43" name="Grafik 42">
            <a:extLst>
              <a:ext uri="{FF2B5EF4-FFF2-40B4-BE49-F238E27FC236}">
                <a16:creationId xmlns:a16="http://schemas.microsoft.com/office/drawing/2014/main" id="{DD4B6FDD-104B-98AE-CEA6-D17B54AD4FC2}"/>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7985686" y="1860613"/>
            <a:ext cx="314739" cy="314739"/>
          </a:xfrm>
          <a:prstGeom prst="rect">
            <a:avLst/>
          </a:prstGeom>
        </p:spPr>
      </p:pic>
      <p:pic>
        <p:nvPicPr>
          <p:cNvPr id="45" name="Grafik 44">
            <a:extLst>
              <a:ext uri="{FF2B5EF4-FFF2-40B4-BE49-F238E27FC236}">
                <a16:creationId xmlns:a16="http://schemas.microsoft.com/office/drawing/2014/main" id="{FF8C036B-9BEB-773C-09EC-2785684F4CEB}"/>
              </a:ext>
            </a:extLst>
          </p:cNvPr>
          <p:cNvPicPr>
            <a:picLocks noChangeAspect="1"/>
          </p:cNvPicPr>
          <p:nvPr/>
        </p:nvPicPr>
        <p:blipFill>
          <a:blip>
            <a:extLst>
              <a:ext uri="{96DAC541-7B7A-43D3-8B79-37D633B846F1}">
                <asvg:svgBlip xmlns:asvg="http://schemas.microsoft.com/office/drawing/2016/SVG/main" r:embed="rId23"/>
              </a:ext>
            </a:extLst>
          </a:blip>
          <a:stretch>
            <a:fillRect/>
          </a:stretch>
        </p:blipFill>
        <p:spPr>
          <a:xfrm>
            <a:off x="8871335" y="1860613"/>
            <a:ext cx="364435" cy="314739"/>
          </a:xfrm>
          <a:prstGeom prst="rect">
            <a:avLst/>
          </a:prstGeom>
        </p:spPr>
      </p:pic>
      <p:pic>
        <p:nvPicPr>
          <p:cNvPr id="47" name="Grafik 46">
            <a:extLst>
              <a:ext uri="{FF2B5EF4-FFF2-40B4-BE49-F238E27FC236}">
                <a16:creationId xmlns:a16="http://schemas.microsoft.com/office/drawing/2014/main" id="{8D2EEA24-A171-98F1-8BB0-6C80647CF78D}"/>
              </a:ext>
            </a:extLst>
          </p:cNvPr>
          <p:cNvPicPr>
            <a:picLocks noChangeAspect="1"/>
          </p:cNvPicPr>
          <p:nvPr/>
        </p:nvPicPr>
        <p:blipFill>
          <a:blip>
            <a:extLst>
              <a:ext uri="{96DAC541-7B7A-43D3-8B79-37D633B846F1}">
                <asvg:svgBlip xmlns:asvg="http://schemas.microsoft.com/office/drawing/2016/SVG/main" r:embed="rId24"/>
              </a:ext>
            </a:extLst>
          </a:blip>
          <a:stretch>
            <a:fillRect/>
          </a:stretch>
        </p:blipFill>
        <p:spPr>
          <a:xfrm>
            <a:off x="9754214" y="1847912"/>
            <a:ext cx="347870" cy="347870"/>
          </a:xfrm>
          <a:prstGeom prst="rect">
            <a:avLst/>
          </a:prstGeom>
        </p:spPr>
      </p:pic>
      <p:pic>
        <p:nvPicPr>
          <p:cNvPr id="49" name="Grafik 48">
            <a:extLst>
              <a:ext uri="{FF2B5EF4-FFF2-40B4-BE49-F238E27FC236}">
                <a16:creationId xmlns:a16="http://schemas.microsoft.com/office/drawing/2014/main" id="{38CF10C4-A182-AF7D-01FA-DE42AC6F496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10647283" y="1891259"/>
            <a:ext cx="314739" cy="314739"/>
          </a:xfrm>
          <a:prstGeom prst="rect">
            <a:avLst/>
          </a:prstGeom>
        </p:spPr>
      </p:pic>
      <p:pic>
        <p:nvPicPr>
          <p:cNvPr id="51" name="Grafik 50">
            <a:extLst>
              <a:ext uri="{FF2B5EF4-FFF2-40B4-BE49-F238E27FC236}">
                <a16:creationId xmlns:a16="http://schemas.microsoft.com/office/drawing/2014/main" id="{DDF59321-9FF9-C40A-23CF-0BC7479D30DF}"/>
              </a:ext>
            </a:extLst>
          </p:cNvPr>
          <p:cNvPicPr>
            <a:picLocks noChangeAspect="1"/>
          </p:cNvPicPr>
          <p:nvPr/>
        </p:nvPicPr>
        <p:blipFill>
          <a:blip>
            <a:extLst>
              <a:ext uri="{96DAC541-7B7A-43D3-8B79-37D633B846F1}">
                <asvg:svgBlip xmlns:asvg="http://schemas.microsoft.com/office/drawing/2016/SVG/main" r:embed="rId26"/>
              </a:ext>
            </a:extLst>
          </a:blip>
          <a:stretch>
            <a:fillRect/>
          </a:stretch>
        </p:blipFill>
        <p:spPr>
          <a:xfrm>
            <a:off x="936551" y="2593910"/>
            <a:ext cx="265043" cy="331304"/>
          </a:xfrm>
          <a:prstGeom prst="rect">
            <a:avLst/>
          </a:prstGeom>
        </p:spPr>
      </p:pic>
      <p:pic>
        <p:nvPicPr>
          <p:cNvPr id="53" name="Grafik 52">
            <a:extLst>
              <a:ext uri="{FF2B5EF4-FFF2-40B4-BE49-F238E27FC236}">
                <a16:creationId xmlns:a16="http://schemas.microsoft.com/office/drawing/2014/main" id="{A77357D9-ABD4-44AE-EF15-BD22DEF2F391}"/>
              </a:ext>
            </a:extLst>
          </p:cNvPr>
          <p:cNvPicPr>
            <a:picLocks noChangeAspect="1"/>
          </p:cNvPicPr>
          <p:nvPr/>
        </p:nvPicPr>
        <p:blipFill>
          <a:blip>
            <a:extLst>
              <a:ext uri="{96DAC541-7B7A-43D3-8B79-37D633B846F1}">
                <asvg:svgBlip xmlns:asvg="http://schemas.microsoft.com/office/drawing/2016/SVG/main" r:embed="rId27"/>
              </a:ext>
            </a:extLst>
          </a:blip>
          <a:stretch>
            <a:fillRect/>
          </a:stretch>
        </p:blipFill>
        <p:spPr>
          <a:xfrm>
            <a:off x="1878067" y="2535238"/>
            <a:ext cx="166761" cy="437746"/>
          </a:xfrm>
          <a:prstGeom prst="rect">
            <a:avLst/>
          </a:prstGeom>
        </p:spPr>
      </p:pic>
      <p:pic>
        <p:nvPicPr>
          <p:cNvPr id="55" name="Grafik 54">
            <a:extLst>
              <a:ext uri="{FF2B5EF4-FFF2-40B4-BE49-F238E27FC236}">
                <a16:creationId xmlns:a16="http://schemas.microsoft.com/office/drawing/2014/main" id="{738398F1-FBEE-271D-BA71-B5F21B06ABA5}"/>
              </a:ext>
            </a:extLst>
          </p:cNvPr>
          <p:cNvPicPr>
            <a:picLocks noChangeAspect="1"/>
          </p:cNvPicPr>
          <p:nvPr/>
        </p:nvPicPr>
        <p:blipFill>
          <a:blip>
            <a:extLst>
              <a:ext uri="{96DAC541-7B7A-43D3-8B79-37D633B846F1}">
                <asvg:svgBlip xmlns:asvg="http://schemas.microsoft.com/office/drawing/2016/SVG/main" r:embed="rId28"/>
              </a:ext>
            </a:extLst>
          </a:blip>
          <a:stretch>
            <a:fillRect/>
          </a:stretch>
        </p:blipFill>
        <p:spPr>
          <a:xfrm>
            <a:off x="2779742" y="2553389"/>
            <a:ext cx="166761" cy="437746"/>
          </a:xfrm>
          <a:prstGeom prst="rect">
            <a:avLst/>
          </a:prstGeom>
        </p:spPr>
      </p:pic>
      <p:pic>
        <p:nvPicPr>
          <p:cNvPr id="57" name="Grafik 56">
            <a:extLst>
              <a:ext uri="{FF2B5EF4-FFF2-40B4-BE49-F238E27FC236}">
                <a16:creationId xmlns:a16="http://schemas.microsoft.com/office/drawing/2014/main" id="{BD0FAB0D-2136-2156-9F16-36C24A38D2CE}"/>
              </a:ext>
            </a:extLst>
          </p:cNvPr>
          <p:cNvPicPr>
            <a:picLocks noChangeAspect="1"/>
          </p:cNvPicPr>
          <p:nvPr/>
        </p:nvPicPr>
        <p:blipFill>
          <a:blip>
            <a:extLst>
              <a:ext uri="{96DAC541-7B7A-43D3-8B79-37D633B846F1}">
                <asvg:svgBlip xmlns:asvg="http://schemas.microsoft.com/office/drawing/2016/SVG/main" r:embed="rId29"/>
              </a:ext>
            </a:extLst>
          </a:blip>
          <a:stretch>
            <a:fillRect/>
          </a:stretch>
        </p:blipFill>
        <p:spPr>
          <a:xfrm>
            <a:off x="3643787" y="2539843"/>
            <a:ext cx="179454" cy="418726"/>
          </a:xfrm>
          <a:prstGeom prst="rect">
            <a:avLst/>
          </a:prstGeom>
        </p:spPr>
      </p:pic>
      <p:pic>
        <p:nvPicPr>
          <p:cNvPr id="59" name="Grafik 58">
            <a:extLst>
              <a:ext uri="{FF2B5EF4-FFF2-40B4-BE49-F238E27FC236}">
                <a16:creationId xmlns:a16="http://schemas.microsoft.com/office/drawing/2014/main" id="{64180D3A-D121-BD61-FC3B-3634E1CC7023}"/>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4461483" y="2593909"/>
            <a:ext cx="248478" cy="347869"/>
          </a:xfrm>
          <a:prstGeom prst="rect">
            <a:avLst/>
          </a:prstGeom>
        </p:spPr>
      </p:pic>
      <p:pic>
        <p:nvPicPr>
          <p:cNvPr id="61" name="Grafik 60">
            <a:extLst>
              <a:ext uri="{FF2B5EF4-FFF2-40B4-BE49-F238E27FC236}">
                <a16:creationId xmlns:a16="http://schemas.microsoft.com/office/drawing/2014/main" id="{40950581-7B6B-4DF8-02CB-868CCE91A7E3}"/>
              </a:ext>
            </a:extLst>
          </p:cNvPr>
          <p:cNvPicPr>
            <a:picLocks noChangeAspect="1"/>
          </p:cNvPicPr>
          <p:nvPr/>
        </p:nvPicPr>
        <p:blipFill>
          <a:blip>
            <a:extLst>
              <a:ext uri="{96DAC541-7B7A-43D3-8B79-37D633B846F1}">
                <asvg:svgBlip xmlns:asvg="http://schemas.microsoft.com/office/drawing/2016/SVG/main" r:embed="rId31"/>
              </a:ext>
            </a:extLst>
          </a:blip>
          <a:stretch>
            <a:fillRect/>
          </a:stretch>
        </p:blipFill>
        <p:spPr>
          <a:xfrm>
            <a:off x="5289851" y="2600260"/>
            <a:ext cx="231913" cy="331304"/>
          </a:xfrm>
          <a:prstGeom prst="rect">
            <a:avLst/>
          </a:prstGeom>
        </p:spPr>
      </p:pic>
      <p:pic>
        <p:nvPicPr>
          <p:cNvPr id="63" name="Grafik 62">
            <a:extLst>
              <a:ext uri="{FF2B5EF4-FFF2-40B4-BE49-F238E27FC236}">
                <a16:creationId xmlns:a16="http://schemas.microsoft.com/office/drawing/2014/main" id="{9C0B20B8-24E3-E3CF-8B86-FB39C0DA9183}"/>
              </a:ext>
            </a:extLst>
          </p:cNvPr>
          <p:cNvPicPr>
            <a:picLocks noChangeAspect="1"/>
          </p:cNvPicPr>
          <p:nvPr/>
        </p:nvPicPr>
        <p:blipFill>
          <a:blip>
            <a:extLst>
              <a:ext uri="{96DAC541-7B7A-43D3-8B79-37D633B846F1}">
                <asvg:svgBlip xmlns:asvg="http://schemas.microsoft.com/office/drawing/2016/SVG/main" r:embed="rId32"/>
              </a:ext>
            </a:extLst>
          </a:blip>
          <a:stretch>
            <a:fillRect/>
          </a:stretch>
        </p:blipFill>
        <p:spPr>
          <a:xfrm>
            <a:off x="6155558" y="2612960"/>
            <a:ext cx="231913" cy="331304"/>
          </a:xfrm>
          <a:prstGeom prst="rect">
            <a:avLst/>
          </a:prstGeom>
        </p:spPr>
      </p:pic>
      <p:pic>
        <p:nvPicPr>
          <p:cNvPr id="483" name="Grafik 482">
            <a:extLst>
              <a:ext uri="{FF2B5EF4-FFF2-40B4-BE49-F238E27FC236}">
                <a16:creationId xmlns:a16="http://schemas.microsoft.com/office/drawing/2014/main" id="{3BAE26C0-E563-B8F0-40B9-323FE9FC688C}"/>
              </a:ext>
            </a:extLst>
          </p:cNvPr>
          <p:cNvPicPr>
            <a:picLocks noChangeAspect="1"/>
          </p:cNvPicPr>
          <p:nvPr/>
        </p:nvPicPr>
        <p:blipFill>
          <a:blip>
            <a:extLst>
              <a:ext uri="{96DAC541-7B7A-43D3-8B79-37D633B846F1}">
                <asvg:svgBlip xmlns:asvg="http://schemas.microsoft.com/office/drawing/2016/SVG/main" r:embed="rId33"/>
              </a:ext>
            </a:extLst>
          </a:blip>
          <a:stretch>
            <a:fillRect/>
          </a:stretch>
        </p:blipFill>
        <p:spPr>
          <a:xfrm>
            <a:off x="7038011" y="2606610"/>
            <a:ext cx="447260" cy="331304"/>
          </a:xfrm>
          <a:prstGeom prst="rect">
            <a:avLst/>
          </a:prstGeom>
        </p:spPr>
      </p:pic>
      <p:pic>
        <p:nvPicPr>
          <p:cNvPr id="485" name="Grafik 484">
            <a:extLst>
              <a:ext uri="{FF2B5EF4-FFF2-40B4-BE49-F238E27FC236}">
                <a16:creationId xmlns:a16="http://schemas.microsoft.com/office/drawing/2014/main" id="{E2926300-F7A2-8406-2607-D0E6F9F30B3A}"/>
              </a:ext>
            </a:extLst>
          </p:cNvPr>
          <p:cNvPicPr>
            <a:picLocks noChangeAspect="1"/>
          </p:cNvPicPr>
          <p:nvPr/>
        </p:nvPicPr>
        <p:blipFill>
          <a:blip>
            <a:extLst>
              <a:ext uri="{96DAC541-7B7A-43D3-8B79-37D633B846F1}">
                <asvg:svgBlip xmlns:asvg="http://schemas.microsoft.com/office/drawing/2016/SVG/main" r:embed="rId34"/>
              </a:ext>
            </a:extLst>
          </a:blip>
          <a:stretch>
            <a:fillRect/>
          </a:stretch>
        </p:blipFill>
        <p:spPr>
          <a:xfrm>
            <a:off x="8024943" y="2600260"/>
            <a:ext cx="231913" cy="331304"/>
          </a:xfrm>
          <a:prstGeom prst="rect">
            <a:avLst/>
          </a:prstGeom>
        </p:spPr>
      </p:pic>
      <p:pic>
        <p:nvPicPr>
          <p:cNvPr id="487" name="Grafik 486">
            <a:extLst>
              <a:ext uri="{FF2B5EF4-FFF2-40B4-BE49-F238E27FC236}">
                <a16:creationId xmlns:a16="http://schemas.microsoft.com/office/drawing/2014/main" id="{045D40A0-2DFB-B807-F341-8A00F9D5792D}"/>
              </a:ext>
            </a:extLst>
          </p:cNvPr>
          <p:cNvPicPr>
            <a:picLocks noChangeAspect="1"/>
          </p:cNvPicPr>
          <p:nvPr/>
        </p:nvPicPr>
        <p:blipFill>
          <a:blip>
            <a:extLst>
              <a:ext uri="{96DAC541-7B7A-43D3-8B79-37D633B846F1}">
                <asvg:svgBlip xmlns:asvg="http://schemas.microsoft.com/office/drawing/2016/SVG/main" r:embed="rId35"/>
              </a:ext>
            </a:extLst>
          </a:blip>
          <a:stretch>
            <a:fillRect/>
          </a:stretch>
        </p:blipFill>
        <p:spPr>
          <a:xfrm>
            <a:off x="8922135" y="2600260"/>
            <a:ext cx="231913" cy="331304"/>
          </a:xfrm>
          <a:prstGeom prst="rect">
            <a:avLst/>
          </a:prstGeom>
        </p:spPr>
      </p:pic>
      <p:pic>
        <p:nvPicPr>
          <p:cNvPr id="489" name="Grafik 488">
            <a:extLst>
              <a:ext uri="{FF2B5EF4-FFF2-40B4-BE49-F238E27FC236}">
                <a16:creationId xmlns:a16="http://schemas.microsoft.com/office/drawing/2014/main" id="{6000D0D9-5060-EB76-E9CD-E15C653CF19F}"/>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9777116" y="2639740"/>
            <a:ext cx="283755" cy="283755"/>
          </a:xfrm>
          <a:prstGeom prst="rect">
            <a:avLst/>
          </a:prstGeom>
        </p:spPr>
      </p:pic>
      <p:pic>
        <p:nvPicPr>
          <p:cNvPr id="491" name="Grafik 490">
            <a:extLst>
              <a:ext uri="{FF2B5EF4-FFF2-40B4-BE49-F238E27FC236}">
                <a16:creationId xmlns:a16="http://schemas.microsoft.com/office/drawing/2014/main" id="{776947D3-1AD1-6080-29A5-74DDEC9A801B}"/>
              </a:ext>
            </a:extLst>
          </p:cNvPr>
          <p:cNvPicPr>
            <a:picLocks noChangeAspect="1"/>
          </p:cNvPicPr>
          <p:nvPr/>
        </p:nvPicPr>
        <p:blipFill>
          <a:blip>
            <a:extLst>
              <a:ext uri="{96DAC541-7B7A-43D3-8B79-37D633B846F1}">
                <asvg:svgBlip xmlns:asvg="http://schemas.microsoft.com/office/drawing/2016/SVG/main" r:embed="rId37"/>
              </a:ext>
            </a:extLst>
          </a:blip>
          <a:stretch>
            <a:fillRect/>
          </a:stretch>
        </p:blipFill>
        <p:spPr>
          <a:xfrm>
            <a:off x="10609045" y="2600259"/>
            <a:ext cx="391215" cy="391215"/>
          </a:xfrm>
          <a:prstGeom prst="rect">
            <a:avLst/>
          </a:prstGeom>
        </p:spPr>
      </p:pic>
      <p:pic>
        <p:nvPicPr>
          <p:cNvPr id="493" name="Grafik 492">
            <a:extLst>
              <a:ext uri="{FF2B5EF4-FFF2-40B4-BE49-F238E27FC236}">
                <a16:creationId xmlns:a16="http://schemas.microsoft.com/office/drawing/2014/main" id="{772A310F-A154-522A-CBC5-EC55D46AB542}"/>
              </a:ext>
            </a:extLst>
          </p:cNvPr>
          <p:cNvPicPr>
            <a:picLocks noChangeAspect="1"/>
          </p:cNvPicPr>
          <p:nvPr/>
        </p:nvPicPr>
        <p:blipFill>
          <a:blip>
            <a:extLst>
              <a:ext uri="{96DAC541-7B7A-43D3-8B79-37D633B846F1}">
                <asvg:svgBlip xmlns:asvg="http://schemas.microsoft.com/office/drawing/2016/SVG/main" r:embed="rId38"/>
              </a:ext>
            </a:extLst>
          </a:blip>
          <a:stretch>
            <a:fillRect/>
          </a:stretch>
        </p:blipFill>
        <p:spPr>
          <a:xfrm>
            <a:off x="972837" y="3404204"/>
            <a:ext cx="295680" cy="295680"/>
          </a:xfrm>
          <a:prstGeom prst="rect">
            <a:avLst/>
          </a:prstGeom>
        </p:spPr>
      </p:pic>
      <p:pic>
        <p:nvPicPr>
          <p:cNvPr id="495" name="Grafik 494">
            <a:extLst>
              <a:ext uri="{FF2B5EF4-FFF2-40B4-BE49-F238E27FC236}">
                <a16:creationId xmlns:a16="http://schemas.microsoft.com/office/drawing/2014/main" id="{C5FE16AE-9030-A6DE-1E9F-512D79732383}"/>
              </a:ext>
            </a:extLst>
          </p:cNvPr>
          <p:cNvPicPr>
            <a:picLocks noChangeAspect="1"/>
          </p:cNvPicPr>
          <p:nvPr/>
        </p:nvPicPr>
        <p:blipFill>
          <a:blip>
            <a:extLst>
              <a:ext uri="{96DAC541-7B7A-43D3-8B79-37D633B846F1}">
                <asvg:svgBlip xmlns:asvg="http://schemas.microsoft.com/office/drawing/2016/SVG/main" r:embed="rId39"/>
              </a:ext>
            </a:extLst>
          </a:blip>
          <a:stretch>
            <a:fillRect/>
          </a:stretch>
        </p:blipFill>
        <p:spPr>
          <a:xfrm>
            <a:off x="1877594" y="3419152"/>
            <a:ext cx="132523" cy="309220"/>
          </a:xfrm>
          <a:prstGeom prst="rect">
            <a:avLst/>
          </a:prstGeom>
        </p:spPr>
      </p:pic>
      <p:pic>
        <p:nvPicPr>
          <p:cNvPr id="497" name="Grafik 496">
            <a:extLst>
              <a:ext uri="{FF2B5EF4-FFF2-40B4-BE49-F238E27FC236}">
                <a16:creationId xmlns:a16="http://schemas.microsoft.com/office/drawing/2014/main" id="{64FC3067-5885-DC4D-213D-F1FF0042A79A}"/>
              </a:ext>
            </a:extLst>
          </p:cNvPr>
          <p:cNvPicPr>
            <a:picLocks noChangeAspect="1"/>
          </p:cNvPicPr>
          <p:nvPr/>
        </p:nvPicPr>
        <p:blipFill>
          <a:blip>
            <a:extLst>
              <a:ext uri="{96DAC541-7B7A-43D3-8B79-37D633B846F1}">
                <asvg:svgBlip xmlns:asvg="http://schemas.microsoft.com/office/drawing/2016/SVG/main" r:embed="rId40"/>
              </a:ext>
            </a:extLst>
          </a:blip>
          <a:stretch>
            <a:fillRect/>
          </a:stretch>
        </p:blipFill>
        <p:spPr>
          <a:xfrm>
            <a:off x="2672875" y="3432692"/>
            <a:ext cx="295680" cy="295680"/>
          </a:xfrm>
          <a:prstGeom prst="rect">
            <a:avLst/>
          </a:prstGeom>
        </p:spPr>
      </p:pic>
      <p:pic>
        <p:nvPicPr>
          <p:cNvPr id="499" name="Grafik 498">
            <a:extLst>
              <a:ext uri="{FF2B5EF4-FFF2-40B4-BE49-F238E27FC236}">
                <a16:creationId xmlns:a16="http://schemas.microsoft.com/office/drawing/2014/main" id="{785BA706-73AE-F20B-1F70-70753B3A6387}"/>
              </a:ext>
            </a:extLst>
          </p:cNvPr>
          <p:cNvPicPr>
            <a:picLocks noChangeAspect="1"/>
          </p:cNvPicPr>
          <p:nvPr/>
        </p:nvPicPr>
        <p:blipFill>
          <a:blip>
            <a:extLst>
              <a:ext uri="{96DAC541-7B7A-43D3-8B79-37D633B846F1}">
                <asvg:svgBlip xmlns:asvg="http://schemas.microsoft.com/office/drawing/2016/SVG/main" r:embed="rId41"/>
              </a:ext>
            </a:extLst>
          </a:blip>
          <a:stretch>
            <a:fillRect/>
          </a:stretch>
        </p:blipFill>
        <p:spPr>
          <a:xfrm>
            <a:off x="3567862" y="3386854"/>
            <a:ext cx="331304" cy="331304"/>
          </a:xfrm>
          <a:prstGeom prst="rect">
            <a:avLst/>
          </a:prstGeom>
        </p:spPr>
      </p:pic>
      <p:pic>
        <p:nvPicPr>
          <p:cNvPr id="501" name="Grafik 500">
            <a:extLst>
              <a:ext uri="{FF2B5EF4-FFF2-40B4-BE49-F238E27FC236}">
                <a16:creationId xmlns:a16="http://schemas.microsoft.com/office/drawing/2014/main" id="{0D775E2C-4E32-FCE4-C93E-1BBB7A9068E4}"/>
              </a:ext>
            </a:extLst>
          </p:cNvPr>
          <p:cNvPicPr>
            <a:picLocks noChangeAspect="1"/>
          </p:cNvPicPr>
          <p:nvPr/>
        </p:nvPicPr>
        <p:blipFill>
          <a:blip>
            <a:extLst>
              <a:ext uri="{96DAC541-7B7A-43D3-8B79-37D633B846F1}">
                <asvg:svgBlip xmlns:asvg="http://schemas.microsoft.com/office/drawing/2016/SVG/main" r:embed="rId42"/>
              </a:ext>
            </a:extLst>
          </a:blip>
          <a:stretch>
            <a:fillRect/>
          </a:stretch>
        </p:blipFill>
        <p:spPr>
          <a:xfrm>
            <a:off x="4428353" y="3421424"/>
            <a:ext cx="314739" cy="265043"/>
          </a:xfrm>
          <a:prstGeom prst="rect">
            <a:avLst/>
          </a:prstGeom>
        </p:spPr>
      </p:pic>
      <p:pic>
        <p:nvPicPr>
          <p:cNvPr id="503" name="Grafik 502">
            <a:extLst>
              <a:ext uri="{FF2B5EF4-FFF2-40B4-BE49-F238E27FC236}">
                <a16:creationId xmlns:a16="http://schemas.microsoft.com/office/drawing/2014/main" id="{D7BF6FAE-012F-898E-6559-C8D9891B04D9}"/>
              </a:ext>
            </a:extLst>
          </p:cNvPr>
          <p:cNvPicPr>
            <a:picLocks noChangeAspect="1"/>
          </p:cNvPicPr>
          <p:nvPr/>
        </p:nvPicPr>
        <p:blipFill>
          <a:blip>
            <a:extLst>
              <a:ext uri="{96DAC541-7B7A-43D3-8B79-37D633B846F1}">
                <asvg:svgBlip xmlns:asvg="http://schemas.microsoft.com/office/drawing/2016/SVG/main" r:embed="rId43"/>
              </a:ext>
            </a:extLst>
          </a:blip>
          <a:stretch>
            <a:fillRect/>
          </a:stretch>
        </p:blipFill>
        <p:spPr>
          <a:xfrm>
            <a:off x="5208449" y="3301831"/>
            <a:ext cx="388762" cy="468115"/>
          </a:xfrm>
          <a:prstGeom prst="rect">
            <a:avLst/>
          </a:prstGeom>
        </p:spPr>
      </p:pic>
      <p:pic>
        <p:nvPicPr>
          <p:cNvPr id="505" name="Grafik 504">
            <a:extLst>
              <a:ext uri="{FF2B5EF4-FFF2-40B4-BE49-F238E27FC236}">
                <a16:creationId xmlns:a16="http://schemas.microsoft.com/office/drawing/2014/main" id="{4C8A0EB2-4D68-4B57-C689-B1B0681E62F4}"/>
              </a:ext>
            </a:extLst>
          </p:cNvPr>
          <p:cNvPicPr>
            <a:picLocks noChangeAspect="1"/>
          </p:cNvPicPr>
          <p:nvPr/>
        </p:nvPicPr>
        <p:blipFill>
          <a:blip>
            <a:extLst>
              <a:ext uri="{96DAC541-7B7A-43D3-8B79-37D633B846F1}">
                <asvg:svgBlip xmlns:asvg="http://schemas.microsoft.com/office/drawing/2016/SVG/main" r:embed="rId44"/>
              </a:ext>
            </a:extLst>
          </a:blip>
          <a:stretch>
            <a:fillRect/>
          </a:stretch>
        </p:blipFill>
        <p:spPr>
          <a:xfrm>
            <a:off x="6135357" y="3437654"/>
            <a:ext cx="513520" cy="198782"/>
          </a:xfrm>
          <a:prstGeom prst="rect">
            <a:avLst/>
          </a:prstGeom>
        </p:spPr>
      </p:pic>
      <p:pic>
        <p:nvPicPr>
          <p:cNvPr id="507" name="Grafik 506">
            <a:extLst>
              <a:ext uri="{FF2B5EF4-FFF2-40B4-BE49-F238E27FC236}">
                <a16:creationId xmlns:a16="http://schemas.microsoft.com/office/drawing/2014/main" id="{7D32C2F0-B197-FC3F-A26E-CD7E1476DADF}"/>
              </a:ext>
            </a:extLst>
          </p:cNvPr>
          <p:cNvPicPr>
            <a:picLocks noChangeAspect="1"/>
          </p:cNvPicPr>
          <p:nvPr/>
        </p:nvPicPr>
        <p:blipFill>
          <a:blip>
            <a:extLst>
              <a:ext uri="{96DAC541-7B7A-43D3-8B79-37D633B846F1}">
                <asvg:svgBlip xmlns:asvg="http://schemas.microsoft.com/office/drawing/2016/SVG/main" r:embed="rId45"/>
              </a:ext>
            </a:extLst>
          </a:blip>
          <a:stretch>
            <a:fillRect/>
          </a:stretch>
        </p:blipFill>
        <p:spPr>
          <a:xfrm>
            <a:off x="7071142" y="3386853"/>
            <a:ext cx="380999" cy="347869"/>
          </a:xfrm>
          <a:prstGeom prst="rect">
            <a:avLst/>
          </a:prstGeom>
        </p:spPr>
      </p:pic>
      <p:pic>
        <p:nvPicPr>
          <p:cNvPr id="509" name="Grafik 508">
            <a:extLst>
              <a:ext uri="{FF2B5EF4-FFF2-40B4-BE49-F238E27FC236}">
                <a16:creationId xmlns:a16="http://schemas.microsoft.com/office/drawing/2014/main" id="{0E5FC264-5791-6321-A9E0-7E86B048D5DF}"/>
              </a:ext>
            </a:extLst>
          </p:cNvPr>
          <p:cNvPicPr>
            <a:picLocks noChangeAspect="1"/>
          </p:cNvPicPr>
          <p:nvPr/>
        </p:nvPicPr>
        <p:blipFill>
          <a:blip>
            <a:extLst>
              <a:ext uri="{96DAC541-7B7A-43D3-8B79-37D633B846F1}">
                <asvg:svgBlip xmlns:asvg="http://schemas.microsoft.com/office/drawing/2016/SVG/main" r:embed="rId46"/>
              </a:ext>
            </a:extLst>
          </a:blip>
          <a:stretch>
            <a:fillRect/>
          </a:stretch>
        </p:blipFill>
        <p:spPr>
          <a:xfrm>
            <a:off x="8079601" y="3380503"/>
            <a:ext cx="149087" cy="347869"/>
          </a:xfrm>
          <a:prstGeom prst="rect">
            <a:avLst/>
          </a:prstGeom>
        </p:spPr>
      </p:pic>
      <p:pic>
        <p:nvPicPr>
          <p:cNvPr id="511" name="Grafik 510">
            <a:extLst>
              <a:ext uri="{FF2B5EF4-FFF2-40B4-BE49-F238E27FC236}">
                <a16:creationId xmlns:a16="http://schemas.microsoft.com/office/drawing/2014/main" id="{1C62E6A8-9DBF-6A29-255F-6B4A356E9BD4}"/>
              </a:ext>
            </a:extLst>
          </p:cNvPr>
          <p:cNvPicPr>
            <a:picLocks noChangeAspect="1"/>
          </p:cNvPicPr>
          <p:nvPr/>
        </p:nvPicPr>
        <p:blipFill>
          <a:blip>
            <a:extLst>
              <a:ext uri="{96DAC541-7B7A-43D3-8B79-37D633B846F1}">
                <asvg:svgBlip xmlns:asvg="http://schemas.microsoft.com/office/drawing/2016/SVG/main" r:embed="rId47"/>
              </a:ext>
            </a:extLst>
          </a:blip>
          <a:stretch>
            <a:fillRect/>
          </a:stretch>
        </p:blipFill>
        <p:spPr>
          <a:xfrm>
            <a:off x="8934836" y="3380503"/>
            <a:ext cx="198782" cy="347869"/>
          </a:xfrm>
          <a:prstGeom prst="rect">
            <a:avLst/>
          </a:prstGeom>
        </p:spPr>
      </p:pic>
      <p:pic>
        <p:nvPicPr>
          <p:cNvPr id="385" name="Grafik 384">
            <a:extLst>
              <a:ext uri="{FF2B5EF4-FFF2-40B4-BE49-F238E27FC236}">
                <a16:creationId xmlns:a16="http://schemas.microsoft.com/office/drawing/2014/main" id="{BEEEACAF-3E15-898C-FFB2-B8F046FD91E9}"/>
              </a:ext>
            </a:extLst>
          </p:cNvPr>
          <p:cNvPicPr>
            <a:picLocks noChangeAspect="1"/>
          </p:cNvPicPr>
          <p:nvPr/>
        </p:nvPicPr>
        <p:blipFill>
          <a:blip>
            <a:extLst>
              <a:ext uri="{96DAC541-7B7A-43D3-8B79-37D633B846F1}">
                <asvg:svgBlip xmlns:asvg="http://schemas.microsoft.com/office/drawing/2016/SVG/main" r:embed="rId48"/>
              </a:ext>
            </a:extLst>
          </a:blip>
          <a:stretch>
            <a:fillRect/>
          </a:stretch>
        </p:blipFill>
        <p:spPr>
          <a:xfrm>
            <a:off x="9686689" y="3405903"/>
            <a:ext cx="397564" cy="298173"/>
          </a:xfrm>
          <a:prstGeom prst="rect">
            <a:avLst/>
          </a:prstGeom>
        </p:spPr>
      </p:pic>
      <p:pic>
        <p:nvPicPr>
          <p:cNvPr id="387" name="Grafik 386">
            <a:extLst>
              <a:ext uri="{FF2B5EF4-FFF2-40B4-BE49-F238E27FC236}">
                <a16:creationId xmlns:a16="http://schemas.microsoft.com/office/drawing/2014/main" id="{52E8044C-D6C2-F069-5018-C31AF4B2E341}"/>
              </a:ext>
            </a:extLst>
          </p:cNvPr>
          <p:cNvPicPr>
            <a:picLocks noChangeAspect="1"/>
          </p:cNvPicPr>
          <p:nvPr/>
        </p:nvPicPr>
        <p:blipFill>
          <a:blip>
            <a:extLst>
              <a:ext uri="{96DAC541-7B7A-43D3-8B79-37D633B846F1}">
                <asvg:svgBlip xmlns:asvg="http://schemas.microsoft.com/office/drawing/2016/SVG/main" r:embed="rId49"/>
              </a:ext>
            </a:extLst>
          </a:blip>
          <a:stretch>
            <a:fillRect/>
          </a:stretch>
        </p:blipFill>
        <p:spPr>
          <a:xfrm>
            <a:off x="10605870" y="3437654"/>
            <a:ext cx="397564" cy="198782"/>
          </a:xfrm>
          <a:prstGeom prst="rect">
            <a:avLst/>
          </a:prstGeom>
        </p:spPr>
      </p:pic>
      <p:pic>
        <p:nvPicPr>
          <p:cNvPr id="389" name="Grafik 388">
            <a:extLst>
              <a:ext uri="{FF2B5EF4-FFF2-40B4-BE49-F238E27FC236}">
                <a16:creationId xmlns:a16="http://schemas.microsoft.com/office/drawing/2014/main" id="{AA110AC5-D9DD-CF04-A8F1-1C2859BDC5ED}"/>
              </a:ext>
            </a:extLst>
          </p:cNvPr>
          <p:cNvPicPr>
            <a:picLocks noChangeAspect="1"/>
          </p:cNvPicPr>
          <p:nvPr/>
        </p:nvPicPr>
        <p:blipFill>
          <a:blip>
            <a:extLst>
              <a:ext uri="{96DAC541-7B7A-43D3-8B79-37D633B846F1}">
                <asvg:svgBlip xmlns:asvg="http://schemas.microsoft.com/office/drawing/2016/SVG/main" r:embed="rId50"/>
              </a:ext>
            </a:extLst>
          </a:blip>
          <a:stretch>
            <a:fillRect/>
          </a:stretch>
        </p:blipFill>
        <p:spPr>
          <a:xfrm>
            <a:off x="953842" y="4134540"/>
            <a:ext cx="248478" cy="331304"/>
          </a:xfrm>
          <a:prstGeom prst="rect">
            <a:avLst/>
          </a:prstGeom>
        </p:spPr>
      </p:pic>
      <p:pic>
        <p:nvPicPr>
          <p:cNvPr id="391" name="Grafik 390">
            <a:extLst>
              <a:ext uri="{FF2B5EF4-FFF2-40B4-BE49-F238E27FC236}">
                <a16:creationId xmlns:a16="http://schemas.microsoft.com/office/drawing/2014/main" id="{98759EFE-A144-87BA-0699-85ED33A81DC0}"/>
              </a:ext>
            </a:extLst>
          </p:cNvPr>
          <p:cNvPicPr>
            <a:picLocks noChangeAspect="1"/>
          </p:cNvPicPr>
          <p:nvPr/>
        </p:nvPicPr>
        <p:blipFill>
          <a:blip>
            <a:extLst>
              <a:ext uri="{96DAC541-7B7A-43D3-8B79-37D633B846F1}">
                <asvg:svgBlip xmlns:asvg="http://schemas.microsoft.com/office/drawing/2016/SVG/main" r:embed="rId51"/>
              </a:ext>
            </a:extLst>
          </a:blip>
          <a:stretch>
            <a:fillRect/>
          </a:stretch>
        </p:blipFill>
        <p:spPr>
          <a:xfrm>
            <a:off x="1857642" y="4172640"/>
            <a:ext cx="281608" cy="248478"/>
          </a:xfrm>
          <a:prstGeom prst="rect">
            <a:avLst/>
          </a:prstGeom>
        </p:spPr>
      </p:pic>
      <p:pic>
        <p:nvPicPr>
          <p:cNvPr id="397" name="Grafik 396">
            <a:extLst>
              <a:ext uri="{FF2B5EF4-FFF2-40B4-BE49-F238E27FC236}">
                <a16:creationId xmlns:a16="http://schemas.microsoft.com/office/drawing/2014/main" id="{12E3C889-7B59-D61A-057B-DB17C863691F}"/>
              </a:ext>
            </a:extLst>
          </p:cNvPr>
          <p:cNvPicPr>
            <a:picLocks noChangeAspect="1"/>
          </p:cNvPicPr>
          <p:nvPr/>
        </p:nvPicPr>
        <p:blipFill>
          <a:blip>
            <a:extLst>
              <a:ext uri="{96DAC541-7B7A-43D3-8B79-37D633B846F1}">
                <asvg:svgBlip xmlns:asvg="http://schemas.microsoft.com/office/drawing/2016/SVG/main" r:embed="rId52"/>
              </a:ext>
            </a:extLst>
          </a:blip>
          <a:stretch>
            <a:fillRect/>
          </a:stretch>
        </p:blipFill>
        <p:spPr>
          <a:xfrm>
            <a:off x="4436635" y="4191689"/>
            <a:ext cx="298174" cy="231913"/>
          </a:xfrm>
          <a:prstGeom prst="rect">
            <a:avLst/>
          </a:prstGeom>
        </p:spPr>
      </p:pic>
      <p:pic>
        <p:nvPicPr>
          <p:cNvPr id="399" name="Grafik 398">
            <a:extLst>
              <a:ext uri="{FF2B5EF4-FFF2-40B4-BE49-F238E27FC236}">
                <a16:creationId xmlns:a16="http://schemas.microsoft.com/office/drawing/2014/main" id="{11D8B87A-3701-0127-A8AC-A6EB467CA351}"/>
              </a:ext>
            </a:extLst>
          </p:cNvPr>
          <p:cNvPicPr>
            <a:picLocks noChangeAspect="1"/>
          </p:cNvPicPr>
          <p:nvPr/>
        </p:nvPicPr>
        <p:blipFill>
          <a:blip>
            <a:extLst>
              <a:ext uri="{96DAC541-7B7A-43D3-8B79-37D633B846F1}">
                <asvg:svgBlip xmlns:asvg="http://schemas.microsoft.com/office/drawing/2016/SVG/main" r:embed="rId53"/>
              </a:ext>
            </a:extLst>
          </a:blip>
          <a:stretch>
            <a:fillRect/>
          </a:stretch>
        </p:blipFill>
        <p:spPr>
          <a:xfrm>
            <a:off x="5248013" y="4191689"/>
            <a:ext cx="314739" cy="265043"/>
          </a:xfrm>
          <a:prstGeom prst="rect">
            <a:avLst/>
          </a:prstGeom>
        </p:spPr>
      </p:pic>
      <p:pic>
        <p:nvPicPr>
          <p:cNvPr id="401" name="Grafik 400">
            <a:extLst>
              <a:ext uri="{FF2B5EF4-FFF2-40B4-BE49-F238E27FC236}">
                <a16:creationId xmlns:a16="http://schemas.microsoft.com/office/drawing/2014/main" id="{A9AAE86A-6408-3514-C408-C66551CABDA4}"/>
              </a:ext>
            </a:extLst>
          </p:cNvPr>
          <p:cNvPicPr>
            <a:picLocks noChangeAspect="1"/>
          </p:cNvPicPr>
          <p:nvPr/>
        </p:nvPicPr>
        <p:blipFill>
          <a:blip>
            <a:extLst>
              <a:ext uri="{96DAC541-7B7A-43D3-8B79-37D633B846F1}">
                <asvg:svgBlip xmlns:asvg="http://schemas.microsoft.com/office/drawing/2016/SVG/main" r:embed="rId54"/>
              </a:ext>
            </a:extLst>
          </a:blip>
          <a:stretch>
            <a:fillRect/>
          </a:stretch>
        </p:blipFill>
        <p:spPr>
          <a:xfrm>
            <a:off x="6154499" y="4140890"/>
            <a:ext cx="298174" cy="331304"/>
          </a:xfrm>
          <a:prstGeom prst="rect">
            <a:avLst/>
          </a:prstGeom>
        </p:spPr>
      </p:pic>
      <p:pic>
        <p:nvPicPr>
          <p:cNvPr id="403" name="Grafik 402">
            <a:extLst>
              <a:ext uri="{FF2B5EF4-FFF2-40B4-BE49-F238E27FC236}">
                <a16:creationId xmlns:a16="http://schemas.microsoft.com/office/drawing/2014/main" id="{A8C67BB6-F532-E96B-FEC7-5A4B4D7FBE25}"/>
              </a:ext>
            </a:extLst>
          </p:cNvPr>
          <p:cNvPicPr>
            <a:picLocks noChangeAspect="1"/>
          </p:cNvPicPr>
          <p:nvPr/>
        </p:nvPicPr>
        <p:blipFill>
          <a:blip>
            <a:extLst>
              <a:ext uri="{96DAC541-7B7A-43D3-8B79-37D633B846F1}">
                <asvg:svgBlip xmlns:asvg="http://schemas.microsoft.com/office/drawing/2016/SVG/main" r:embed="rId55"/>
              </a:ext>
            </a:extLst>
          </a:blip>
          <a:stretch>
            <a:fillRect/>
          </a:stretch>
        </p:blipFill>
        <p:spPr>
          <a:xfrm>
            <a:off x="7072455" y="4110385"/>
            <a:ext cx="378373" cy="378373"/>
          </a:xfrm>
          <a:prstGeom prst="rect">
            <a:avLst/>
          </a:prstGeom>
        </p:spPr>
      </p:pic>
      <p:pic>
        <p:nvPicPr>
          <p:cNvPr id="405" name="Grafik 404">
            <a:extLst>
              <a:ext uri="{FF2B5EF4-FFF2-40B4-BE49-F238E27FC236}">
                <a16:creationId xmlns:a16="http://schemas.microsoft.com/office/drawing/2014/main" id="{F2E073E3-7837-DBB1-DB10-5AEFE87FF985}"/>
              </a:ext>
            </a:extLst>
          </p:cNvPr>
          <p:cNvPicPr>
            <a:picLocks noChangeAspect="1"/>
          </p:cNvPicPr>
          <p:nvPr/>
        </p:nvPicPr>
        <p:blipFill>
          <a:blip>
            <a:extLst>
              <a:ext uri="{96DAC541-7B7A-43D3-8B79-37D633B846F1}">
                <asvg:svgBlip xmlns:asvg="http://schemas.microsoft.com/office/drawing/2016/SVG/main" r:embed="rId56"/>
              </a:ext>
            </a:extLst>
          </a:blip>
          <a:stretch>
            <a:fillRect/>
          </a:stretch>
        </p:blipFill>
        <p:spPr>
          <a:xfrm>
            <a:off x="8008744" y="4181390"/>
            <a:ext cx="290803" cy="290803"/>
          </a:xfrm>
          <a:prstGeom prst="rect">
            <a:avLst/>
          </a:prstGeom>
        </p:spPr>
      </p:pic>
      <p:pic>
        <p:nvPicPr>
          <p:cNvPr id="407" name="Grafik 406">
            <a:extLst>
              <a:ext uri="{FF2B5EF4-FFF2-40B4-BE49-F238E27FC236}">
                <a16:creationId xmlns:a16="http://schemas.microsoft.com/office/drawing/2014/main" id="{5734DD68-DCD4-A8C6-35D3-D0EFCF28B13F}"/>
              </a:ext>
            </a:extLst>
          </p:cNvPr>
          <p:cNvPicPr>
            <a:picLocks noChangeAspect="1"/>
          </p:cNvPicPr>
          <p:nvPr/>
        </p:nvPicPr>
        <p:blipFill>
          <a:blip>
            <a:extLst>
              <a:ext uri="{96DAC541-7B7A-43D3-8B79-37D633B846F1}">
                <asvg:svgBlip xmlns:asvg="http://schemas.microsoft.com/office/drawing/2016/SVG/main" r:embed="rId57"/>
              </a:ext>
            </a:extLst>
          </a:blip>
          <a:stretch>
            <a:fillRect/>
          </a:stretch>
        </p:blipFill>
        <p:spPr>
          <a:xfrm>
            <a:off x="8884036" y="4181390"/>
            <a:ext cx="290803" cy="290803"/>
          </a:xfrm>
          <a:prstGeom prst="rect">
            <a:avLst/>
          </a:prstGeom>
        </p:spPr>
      </p:pic>
      <p:pic>
        <p:nvPicPr>
          <p:cNvPr id="409" name="Grafik 408">
            <a:extLst>
              <a:ext uri="{FF2B5EF4-FFF2-40B4-BE49-F238E27FC236}">
                <a16:creationId xmlns:a16="http://schemas.microsoft.com/office/drawing/2014/main" id="{E8997AF3-4D7B-F19F-242F-DA58FB349640}"/>
              </a:ext>
            </a:extLst>
          </p:cNvPr>
          <p:cNvPicPr>
            <a:picLocks noChangeAspect="1"/>
          </p:cNvPicPr>
          <p:nvPr/>
        </p:nvPicPr>
        <p:blipFill>
          <a:blip>
            <a:extLst>
              <a:ext uri="{96DAC541-7B7A-43D3-8B79-37D633B846F1}">
                <asvg:svgBlip xmlns:asvg="http://schemas.microsoft.com/office/drawing/2016/SVG/main" r:embed="rId58"/>
              </a:ext>
            </a:extLst>
          </a:blip>
          <a:stretch>
            <a:fillRect/>
          </a:stretch>
        </p:blipFill>
        <p:spPr>
          <a:xfrm>
            <a:off x="9754214" y="4140891"/>
            <a:ext cx="347870" cy="341518"/>
          </a:xfrm>
          <a:prstGeom prst="rect">
            <a:avLst/>
          </a:prstGeom>
        </p:spPr>
      </p:pic>
      <p:pic>
        <p:nvPicPr>
          <p:cNvPr id="512" name="Grafik 511">
            <a:extLst>
              <a:ext uri="{FF2B5EF4-FFF2-40B4-BE49-F238E27FC236}">
                <a16:creationId xmlns:a16="http://schemas.microsoft.com/office/drawing/2014/main" id="{D0C5C546-EA68-B9F9-C334-0BE0468362E8}"/>
              </a:ext>
            </a:extLst>
          </p:cNvPr>
          <p:cNvPicPr>
            <a:picLocks noChangeAspect="1"/>
          </p:cNvPicPr>
          <p:nvPr/>
        </p:nvPicPr>
        <p:blipFill>
          <a:blip>
            <a:extLst>
              <a:ext uri="{96DAC541-7B7A-43D3-8B79-37D633B846F1}">
                <asvg:svgBlip xmlns:asvg="http://schemas.microsoft.com/office/drawing/2016/SVG/main" r:embed="rId59"/>
              </a:ext>
            </a:extLst>
          </a:blip>
          <a:stretch>
            <a:fillRect/>
          </a:stretch>
        </p:blipFill>
        <p:spPr>
          <a:xfrm>
            <a:off x="10605870" y="4066623"/>
            <a:ext cx="397564" cy="463825"/>
          </a:xfrm>
          <a:prstGeom prst="rect">
            <a:avLst/>
          </a:prstGeom>
        </p:spPr>
      </p:pic>
      <p:pic>
        <p:nvPicPr>
          <p:cNvPr id="525" name="Grafik 524">
            <a:extLst>
              <a:ext uri="{FF2B5EF4-FFF2-40B4-BE49-F238E27FC236}">
                <a16:creationId xmlns:a16="http://schemas.microsoft.com/office/drawing/2014/main" id="{C39880CC-02E0-6F20-7AA5-28FA41AF1B68}"/>
              </a:ext>
            </a:extLst>
          </p:cNvPr>
          <p:cNvPicPr>
            <a:picLocks noChangeAspect="1"/>
          </p:cNvPicPr>
          <p:nvPr/>
        </p:nvPicPr>
        <p:blipFill>
          <a:blip>
            <a:extLst>
              <a:ext uri="{96DAC541-7B7A-43D3-8B79-37D633B846F1}">
                <asvg:svgBlip xmlns:asvg="http://schemas.microsoft.com/office/drawing/2016/SVG/main" r:embed="rId60"/>
              </a:ext>
            </a:extLst>
          </a:blip>
          <a:stretch>
            <a:fillRect/>
          </a:stretch>
        </p:blipFill>
        <p:spPr>
          <a:xfrm>
            <a:off x="3664561" y="4821256"/>
            <a:ext cx="137906" cy="400095"/>
          </a:xfrm>
          <a:prstGeom prst="rect">
            <a:avLst/>
          </a:prstGeom>
        </p:spPr>
      </p:pic>
      <p:pic>
        <p:nvPicPr>
          <p:cNvPr id="527" name="Grafik 526">
            <a:extLst>
              <a:ext uri="{FF2B5EF4-FFF2-40B4-BE49-F238E27FC236}">
                <a16:creationId xmlns:a16="http://schemas.microsoft.com/office/drawing/2014/main" id="{FCF1C0EB-218D-BA8E-C7D3-7794B440B932}"/>
              </a:ext>
            </a:extLst>
          </p:cNvPr>
          <p:cNvPicPr>
            <a:picLocks noChangeAspect="1"/>
          </p:cNvPicPr>
          <p:nvPr/>
        </p:nvPicPr>
        <p:blipFill>
          <a:blip>
            <a:extLst>
              <a:ext uri="{96DAC541-7B7A-43D3-8B79-37D633B846F1}">
                <asvg:svgBlip xmlns:asvg="http://schemas.microsoft.com/office/drawing/2016/SVG/main" r:embed="rId61"/>
              </a:ext>
            </a:extLst>
          </a:blip>
          <a:stretch>
            <a:fillRect/>
          </a:stretch>
        </p:blipFill>
        <p:spPr>
          <a:xfrm>
            <a:off x="2737229" y="4878960"/>
            <a:ext cx="298174" cy="331304"/>
          </a:xfrm>
          <a:prstGeom prst="rect">
            <a:avLst/>
          </a:prstGeom>
        </p:spPr>
      </p:pic>
      <p:pic>
        <p:nvPicPr>
          <p:cNvPr id="529" name="Grafik 528">
            <a:extLst>
              <a:ext uri="{FF2B5EF4-FFF2-40B4-BE49-F238E27FC236}">
                <a16:creationId xmlns:a16="http://schemas.microsoft.com/office/drawing/2014/main" id="{5D1A9F1B-6C77-7B5A-1B82-4A28D299ED45}"/>
              </a:ext>
            </a:extLst>
          </p:cNvPr>
          <p:cNvPicPr>
            <a:picLocks noChangeAspect="1"/>
          </p:cNvPicPr>
          <p:nvPr/>
        </p:nvPicPr>
        <p:blipFill>
          <a:blip>
            <a:extLst>
              <a:ext uri="{96DAC541-7B7A-43D3-8B79-37D633B846F1}">
                <asvg:svgBlip xmlns:asvg="http://schemas.microsoft.com/office/drawing/2016/SVG/main" r:embed="rId62"/>
              </a:ext>
            </a:extLst>
          </a:blip>
          <a:stretch>
            <a:fillRect/>
          </a:stretch>
        </p:blipFill>
        <p:spPr>
          <a:xfrm>
            <a:off x="1852074" y="4924986"/>
            <a:ext cx="320211" cy="278444"/>
          </a:xfrm>
          <a:prstGeom prst="rect">
            <a:avLst/>
          </a:prstGeom>
        </p:spPr>
      </p:pic>
      <p:pic>
        <p:nvPicPr>
          <p:cNvPr id="531" name="Grafik 530">
            <a:extLst>
              <a:ext uri="{FF2B5EF4-FFF2-40B4-BE49-F238E27FC236}">
                <a16:creationId xmlns:a16="http://schemas.microsoft.com/office/drawing/2014/main" id="{4BA9B553-B770-F5AC-76C9-E03DF6DA3790}"/>
              </a:ext>
            </a:extLst>
          </p:cNvPr>
          <p:cNvPicPr>
            <a:picLocks noChangeAspect="1"/>
          </p:cNvPicPr>
          <p:nvPr/>
        </p:nvPicPr>
        <p:blipFill>
          <a:blip>
            <a:extLst>
              <a:ext uri="{96DAC541-7B7A-43D3-8B79-37D633B846F1}">
                <asvg:svgBlip xmlns:asvg="http://schemas.microsoft.com/office/drawing/2016/SVG/main" r:embed="rId63"/>
              </a:ext>
            </a:extLst>
          </a:blip>
          <a:stretch>
            <a:fillRect/>
          </a:stretch>
        </p:blipFill>
        <p:spPr>
          <a:xfrm>
            <a:off x="923851" y="4865775"/>
            <a:ext cx="298173" cy="347869"/>
          </a:xfrm>
          <a:prstGeom prst="rect">
            <a:avLst/>
          </a:prstGeom>
        </p:spPr>
      </p:pic>
      <p:pic>
        <p:nvPicPr>
          <p:cNvPr id="533" name="Grafik 532">
            <a:extLst>
              <a:ext uri="{FF2B5EF4-FFF2-40B4-BE49-F238E27FC236}">
                <a16:creationId xmlns:a16="http://schemas.microsoft.com/office/drawing/2014/main" id="{2A0B10F2-F753-1F31-9F20-9227DF1DE3D3}"/>
              </a:ext>
            </a:extLst>
          </p:cNvPr>
          <p:cNvPicPr>
            <a:picLocks noChangeAspect="1"/>
          </p:cNvPicPr>
          <p:nvPr/>
        </p:nvPicPr>
        <p:blipFill>
          <a:blip>
            <a:extLst>
              <a:ext uri="{96DAC541-7B7A-43D3-8B79-37D633B846F1}">
                <asvg:svgBlip xmlns:asvg="http://schemas.microsoft.com/office/drawing/2016/SVG/main" r:embed="rId64"/>
              </a:ext>
            </a:extLst>
          </a:blip>
          <a:stretch>
            <a:fillRect/>
          </a:stretch>
        </p:blipFill>
        <p:spPr>
          <a:xfrm>
            <a:off x="8090723" y="4865775"/>
            <a:ext cx="149087" cy="347869"/>
          </a:xfrm>
          <a:prstGeom prst="rect">
            <a:avLst/>
          </a:prstGeom>
        </p:spPr>
      </p:pic>
      <p:pic>
        <p:nvPicPr>
          <p:cNvPr id="544" name="Grafik 543">
            <a:extLst>
              <a:ext uri="{FF2B5EF4-FFF2-40B4-BE49-F238E27FC236}">
                <a16:creationId xmlns:a16="http://schemas.microsoft.com/office/drawing/2014/main" id="{F7D91601-5D4A-5E84-6900-B23B1C30123B}"/>
              </a:ext>
            </a:extLst>
          </p:cNvPr>
          <p:cNvPicPr>
            <a:picLocks noChangeAspect="1"/>
          </p:cNvPicPr>
          <p:nvPr/>
        </p:nvPicPr>
        <p:blipFill>
          <a:blip>
            <a:extLst>
              <a:ext uri="{96DAC541-7B7A-43D3-8B79-37D633B846F1}">
                <asvg:svgBlip xmlns:asvg="http://schemas.microsoft.com/office/drawing/2016/SVG/main" r:embed="rId65"/>
              </a:ext>
            </a:extLst>
          </a:blip>
          <a:stretch>
            <a:fillRect/>
          </a:stretch>
        </p:blipFill>
        <p:spPr>
          <a:xfrm>
            <a:off x="4436636" y="4903711"/>
            <a:ext cx="298173" cy="347869"/>
          </a:xfrm>
          <a:prstGeom prst="rect">
            <a:avLst/>
          </a:prstGeom>
        </p:spPr>
      </p:pic>
      <p:pic>
        <p:nvPicPr>
          <p:cNvPr id="546" name="Grafik 545">
            <a:extLst>
              <a:ext uri="{FF2B5EF4-FFF2-40B4-BE49-F238E27FC236}">
                <a16:creationId xmlns:a16="http://schemas.microsoft.com/office/drawing/2014/main" id="{B35001D3-C33D-A0EA-B728-07D6BBEE98B9}"/>
              </a:ext>
            </a:extLst>
          </p:cNvPr>
          <p:cNvPicPr>
            <a:picLocks noChangeAspect="1"/>
          </p:cNvPicPr>
          <p:nvPr/>
        </p:nvPicPr>
        <p:blipFill>
          <a:blip>
            <a:extLst>
              <a:ext uri="{96DAC541-7B7A-43D3-8B79-37D633B846F1}">
                <asvg:svgBlip xmlns:asvg="http://schemas.microsoft.com/office/drawing/2016/SVG/main" r:embed="rId66"/>
              </a:ext>
            </a:extLst>
          </a:blip>
          <a:stretch>
            <a:fillRect/>
          </a:stretch>
        </p:blipFill>
        <p:spPr>
          <a:xfrm>
            <a:off x="6163797" y="4912098"/>
            <a:ext cx="259968" cy="305845"/>
          </a:xfrm>
          <a:prstGeom prst="rect">
            <a:avLst/>
          </a:prstGeom>
        </p:spPr>
      </p:pic>
      <p:pic>
        <p:nvPicPr>
          <p:cNvPr id="548" name="Grafik 547">
            <a:extLst>
              <a:ext uri="{FF2B5EF4-FFF2-40B4-BE49-F238E27FC236}">
                <a16:creationId xmlns:a16="http://schemas.microsoft.com/office/drawing/2014/main" id="{65FF3DBC-ADAA-58B3-DE13-54678CA84CE2}"/>
              </a:ext>
            </a:extLst>
          </p:cNvPr>
          <p:cNvPicPr>
            <a:picLocks noChangeAspect="1"/>
          </p:cNvPicPr>
          <p:nvPr/>
        </p:nvPicPr>
        <p:blipFill>
          <a:blip>
            <a:extLst>
              <a:ext uri="{96DAC541-7B7A-43D3-8B79-37D633B846F1}">
                <asvg:svgBlip xmlns:asvg="http://schemas.microsoft.com/office/drawing/2016/SVG/main" r:embed="rId67"/>
              </a:ext>
            </a:extLst>
          </a:blip>
          <a:stretch>
            <a:fillRect/>
          </a:stretch>
        </p:blipFill>
        <p:spPr>
          <a:xfrm>
            <a:off x="5160418" y="4878475"/>
            <a:ext cx="496956" cy="314739"/>
          </a:xfrm>
          <a:prstGeom prst="rect">
            <a:avLst/>
          </a:prstGeom>
        </p:spPr>
      </p:pic>
      <p:pic>
        <p:nvPicPr>
          <p:cNvPr id="550" name="Grafik 549">
            <a:extLst>
              <a:ext uri="{FF2B5EF4-FFF2-40B4-BE49-F238E27FC236}">
                <a16:creationId xmlns:a16="http://schemas.microsoft.com/office/drawing/2014/main" id="{2EE475B7-1845-4BE8-E7BC-A15654EDDDB8}"/>
              </a:ext>
            </a:extLst>
          </p:cNvPr>
          <p:cNvPicPr>
            <a:picLocks noChangeAspect="1"/>
          </p:cNvPicPr>
          <p:nvPr/>
        </p:nvPicPr>
        <p:blipFill>
          <a:blip>
            <a:extLst>
              <a:ext uri="{96DAC541-7B7A-43D3-8B79-37D633B846F1}">
                <asvg:svgBlip xmlns:asvg="http://schemas.microsoft.com/office/drawing/2016/SVG/main" r:embed="rId68"/>
              </a:ext>
            </a:extLst>
          </a:blip>
          <a:stretch>
            <a:fillRect/>
          </a:stretch>
        </p:blipFill>
        <p:spPr>
          <a:xfrm>
            <a:off x="7071141" y="4909071"/>
            <a:ext cx="381000" cy="331304"/>
          </a:xfrm>
          <a:prstGeom prst="rect">
            <a:avLst/>
          </a:prstGeom>
        </p:spPr>
      </p:pic>
      <p:pic>
        <p:nvPicPr>
          <p:cNvPr id="395" name="Grafik 394">
            <a:extLst>
              <a:ext uri="{FF2B5EF4-FFF2-40B4-BE49-F238E27FC236}">
                <a16:creationId xmlns:a16="http://schemas.microsoft.com/office/drawing/2014/main" id="{6BECE0A0-214F-CB97-B8DF-30C9D1B99109}"/>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a:off x="3600993" y="4262645"/>
            <a:ext cx="265043" cy="67046"/>
          </a:xfrm>
          <a:prstGeom prst="rect">
            <a:avLst/>
          </a:prstGeom>
        </p:spPr>
      </p:pic>
      <p:pic>
        <p:nvPicPr>
          <p:cNvPr id="2" name="Grafik 1">
            <a:extLst>
              <a:ext uri="{FF2B5EF4-FFF2-40B4-BE49-F238E27FC236}">
                <a16:creationId xmlns:a16="http://schemas.microsoft.com/office/drawing/2014/main" id="{3D5505F7-914A-164A-B043-53B4540F55BF}"/>
              </a:ext>
            </a:extLst>
          </p:cNvPr>
          <p:cNvPicPr>
            <a:picLocks noChangeAspect="1"/>
          </p:cNvPicPr>
          <p:nvPr/>
        </p:nvPicPr>
        <p:blipFill>
          <a:blip>
            <a:extLst>
              <a:ext uri="{96DAC541-7B7A-43D3-8B79-37D633B846F1}">
                <asvg:svgBlip xmlns:asvg="http://schemas.microsoft.com/office/drawing/2016/SVG/main" r:embed="rId69"/>
              </a:ext>
            </a:extLst>
          </a:blip>
          <a:stretch>
            <a:fillRect/>
          </a:stretch>
        </p:blipFill>
        <p:spPr>
          <a:xfrm rot="5400000">
            <a:off x="2711924" y="4262644"/>
            <a:ext cx="265043" cy="67046"/>
          </a:xfrm>
          <a:prstGeom prst="rect">
            <a:avLst/>
          </a:prstGeom>
        </p:spPr>
      </p:pic>
      <p:pic>
        <p:nvPicPr>
          <p:cNvPr id="6" name="Grafik 5">
            <a:extLst>
              <a:ext uri="{FF2B5EF4-FFF2-40B4-BE49-F238E27FC236}">
                <a16:creationId xmlns:a16="http://schemas.microsoft.com/office/drawing/2014/main" id="{B0FCBD53-B557-A20B-D15D-77959AAB3657}"/>
              </a:ext>
            </a:extLst>
          </p:cNvPr>
          <p:cNvPicPr>
            <a:picLocks noChangeAspect="1"/>
          </p:cNvPicPr>
          <p:nvPr/>
        </p:nvPicPr>
        <p:blipFill>
          <a:blip>
            <a:extLst>
              <a:ext uri="{96DAC541-7B7A-43D3-8B79-37D633B846F1}">
                <asvg:svgBlip xmlns:asvg="http://schemas.microsoft.com/office/drawing/2016/SVG/main" r:embed="rId70"/>
              </a:ext>
            </a:extLst>
          </a:blip>
          <a:stretch>
            <a:fillRect/>
          </a:stretch>
        </p:blipFill>
        <p:spPr>
          <a:xfrm>
            <a:off x="8904286" y="4902411"/>
            <a:ext cx="290803" cy="290803"/>
          </a:xfrm>
          <a:prstGeom prst="rect">
            <a:avLst/>
          </a:prstGeom>
        </p:spPr>
      </p:pic>
      <p:pic>
        <p:nvPicPr>
          <p:cNvPr id="450" name="Grafik 449">
            <a:extLst>
              <a:ext uri="{FF2B5EF4-FFF2-40B4-BE49-F238E27FC236}">
                <a16:creationId xmlns:a16="http://schemas.microsoft.com/office/drawing/2014/main" id="{A081CAF8-7EEE-5788-43C6-F834BC7394E9}"/>
              </a:ext>
            </a:extLst>
          </p:cNvPr>
          <p:cNvPicPr>
            <a:picLocks noChangeAspect="1"/>
          </p:cNvPicPr>
          <p:nvPr/>
        </p:nvPicPr>
        <p:blipFill>
          <a:blip>
            <a:extLst>
              <a:ext uri="{96DAC541-7B7A-43D3-8B79-37D633B846F1}">
                <asvg:svgBlip xmlns:asvg="http://schemas.microsoft.com/office/drawing/2016/SVG/main" r:embed="rId71"/>
              </a:ext>
            </a:extLst>
          </a:blip>
          <a:stretch>
            <a:fillRect/>
          </a:stretch>
        </p:blipFill>
        <p:spPr>
          <a:xfrm>
            <a:off x="9759599" y="4933529"/>
            <a:ext cx="318051" cy="318051"/>
          </a:xfrm>
          <a:prstGeom prst="rect">
            <a:avLst/>
          </a:prstGeom>
        </p:spPr>
      </p:pic>
      <p:pic>
        <p:nvPicPr>
          <p:cNvPr id="482" name="Grafik 481">
            <a:extLst>
              <a:ext uri="{FF2B5EF4-FFF2-40B4-BE49-F238E27FC236}">
                <a16:creationId xmlns:a16="http://schemas.microsoft.com/office/drawing/2014/main" id="{9A01812D-3ACF-0470-9349-C0832161649B}"/>
              </a:ext>
            </a:extLst>
          </p:cNvPr>
          <p:cNvPicPr>
            <a:picLocks noChangeAspect="1"/>
          </p:cNvPicPr>
          <p:nvPr/>
        </p:nvPicPr>
        <p:blipFill>
          <a:blip>
            <a:extLst>
              <a:ext uri="{96DAC541-7B7A-43D3-8B79-37D633B846F1}">
                <asvg:svgBlip xmlns:asvg="http://schemas.microsoft.com/office/drawing/2016/SVG/main" r:embed="rId72"/>
              </a:ext>
            </a:extLst>
          </a:blip>
          <a:stretch>
            <a:fillRect/>
          </a:stretch>
        </p:blipFill>
        <p:spPr>
          <a:xfrm>
            <a:off x="910528" y="5689567"/>
            <a:ext cx="320048" cy="228606"/>
          </a:xfrm>
          <a:prstGeom prst="rect">
            <a:avLst/>
          </a:prstGeom>
        </p:spPr>
      </p:pic>
      <p:pic>
        <p:nvPicPr>
          <p:cNvPr id="494" name="Grafik 493">
            <a:extLst>
              <a:ext uri="{FF2B5EF4-FFF2-40B4-BE49-F238E27FC236}">
                <a16:creationId xmlns:a16="http://schemas.microsoft.com/office/drawing/2014/main" id="{5624629A-8581-831B-754C-D8DD1B078460}"/>
              </a:ext>
            </a:extLst>
          </p:cNvPr>
          <p:cNvPicPr>
            <a:picLocks noChangeAspect="1"/>
          </p:cNvPicPr>
          <p:nvPr/>
        </p:nvPicPr>
        <p:blipFill>
          <a:blip>
            <a:extLst>
              <a:ext uri="{96DAC541-7B7A-43D3-8B79-37D633B846F1}">
                <asvg:svgBlip xmlns:asvg="http://schemas.microsoft.com/office/drawing/2016/SVG/main" r:embed="rId73"/>
              </a:ext>
            </a:extLst>
          </a:blip>
          <a:stretch>
            <a:fillRect/>
          </a:stretch>
        </p:blipFill>
        <p:spPr>
          <a:xfrm>
            <a:off x="1774915" y="5679510"/>
            <a:ext cx="436567" cy="332623"/>
          </a:xfrm>
          <a:prstGeom prst="rect">
            <a:avLst/>
          </a:prstGeom>
        </p:spPr>
      </p:pic>
      <p:pic>
        <p:nvPicPr>
          <p:cNvPr id="498" name="Grafik 497">
            <a:extLst>
              <a:ext uri="{FF2B5EF4-FFF2-40B4-BE49-F238E27FC236}">
                <a16:creationId xmlns:a16="http://schemas.microsoft.com/office/drawing/2014/main" id="{6E7B5023-E20C-9FCD-BF6E-C1D17A833ECD}"/>
              </a:ext>
            </a:extLst>
          </p:cNvPr>
          <p:cNvPicPr>
            <a:picLocks noChangeAspect="1"/>
          </p:cNvPicPr>
          <p:nvPr/>
        </p:nvPicPr>
        <p:blipFill>
          <a:blip>
            <a:extLst>
              <a:ext uri="{96DAC541-7B7A-43D3-8B79-37D633B846F1}">
                <asvg:svgBlip xmlns:asvg="http://schemas.microsoft.com/office/drawing/2016/SVG/main" r:embed="rId74"/>
              </a:ext>
            </a:extLst>
          </a:blip>
          <a:stretch>
            <a:fillRect/>
          </a:stretch>
        </p:blipFill>
        <p:spPr>
          <a:xfrm>
            <a:off x="2691192" y="5710283"/>
            <a:ext cx="436567" cy="311834"/>
          </a:xfrm>
          <a:prstGeom prst="rect">
            <a:avLst/>
          </a:prstGeom>
        </p:spPr>
      </p:pic>
      <p:pic>
        <p:nvPicPr>
          <p:cNvPr id="502" name="Grafik 501">
            <a:extLst>
              <a:ext uri="{FF2B5EF4-FFF2-40B4-BE49-F238E27FC236}">
                <a16:creationId xmlns:a16="http://schemas.microsoft.com/office/drawing/2014/main" id="{93126D47-D633-04FD-14F5-D531D0920645}"/>
              </a:ext>
            </a:extLst>
          </p:cNvPr>
          <p:cNvPicPr>
            <a:picLocks noChangeAspect="1"/>
          </p:cNvPicPr>
          <p:nvPr/>
        </p:nvPicPr>
        <p:blipFill>
          <a:blip>
            <a:extLst>
              <a:ext uri="{96DAC541-7B7A-43D3-8B79-37D633B846F1}">
                <asvg:svgBlip xmlns:asvg="http://schemas.microsoft.com/office/drawing/2016/SVG/main" r:embed="rId75"/>
              </a:ext>
            </a:extLst>
          </a:blip>
          <a:stretch>
            <a:fillRect/>
          </a:stretch>
        </p:blipFill>
        <p:spPr>
          <a:xfrm>
            <a:off x="3546414" y="5647916"/>
            <a:ext cx="374201" cy="374201"/>
          </a:xfrm>
          <a:prstGeom prst="rect">
            <a:avLst/>
          </a:prstGeom>
        </p:spPr>
      </p:pic>
      <p:pic>
        <p:nvPicPr>
          <p:cNvPr id="506" name="Grafik 505">
            <a:extLst>
              <a:ext uri="{FF2B5EF4-FFF2-40B4-BE49-F238E27FC236}">
                <a16:creationId xmlns:a16="http://schemas.microsoft.com/office/drawing/2014/main" id="{983A2F03-B2ED-3D31-3A2C-F1C45199AC43}"/>
              </a:ext>
            </a:extLst>
          </p:cNvPr>
          <p:cNvPicPr>
            <a:picLocks noChangeAspect="1"/>
          </p:cNvPicPr>
          <p:nvPr/>
        </p:nvPicPr>
        <p:blipFill>
          <a:blip>
            <a:extLst>
              <a:ext uri="{96DAC541-7B7A-43D3-8B79-37D633B846F1}">
                <asvg:svgBlip xmlns:asvg="http://schemas.microsoft.com/office/drawing/2016/SVG/main" r:embed="rId76"/>
              </a:ext>
            </a:extLst>
          </a:blip>
          <a:stretch>
            <a:fillRect/>
          </a:stretch>
        </p:blipFill>
        <p:spPr>
          <a:xfrm>
            <a:off x="4409016" y="5672057"/>
            <a:ext cx="353412" cy="332623"/>
          </a:xfrm>
          <a:prstGeom prst="rect">
            <a:avLst/>
          </a:prstGeom>
        </p:spPr>
      </p:pic>
      <p:pic>
        <p:nvPicPr>
          <p:cNvPr id="510" name="Grafik 509">
            <a:extLst>
              <a:ext uri="{FF2B5EF4-FFF2-40B4-BE49-F238E27FC236}">
                <a16:creationId xmlns:a16="http://schemas.microsoft.com/office/drawing/2014/main" id="{E61F7D48-D518-B0C7-EBCB-40F3890791CA}"/>
              </a:ext>
            </a:extLst>
          </p:cNvPr>
          <p:cNvPicPr>
            <a:picLocks noChangeAspect="1"/>
          </p:cNvPicPr>
          <p:nvPr/>
        </p:nvPicPr>
        <p:blipFill>
          <a:blip>
            <a:extLst>
              <a:ext uri="{96DAC541-7B7A-43D3-8B79-37D633B846F1}">
                <asvg:svgBlip xmlns:asvg="http://schemas.microsoft.com/office/drawing/2016/SVG/main" r:embed="rId77"/>
              </a:ext>
            </a:extLst>
          </a:blip>
          <a:stretch>
            <a:fillRect/>
          </a:stretch>
        </p:blipFill>
        <p:spPr>
          <a:xfrm>
            <a:off x="5212856" y="5652297"/>
            <a:ext cx="353412" cy="415779"/>
          </a:xfrm>
          <a:prstGeom prst="rect">
            <a:avLst/>
          </a:prstGeom>
        </p:spPr>
      </p:pic>
      <p:pic>
        <p:nvPicPr>
          <p:cNvPr id="514" name="Grafik 513">
            <a:extLst>
              <a:ext uri="{FF2B5EF4-FFF2-40B4-BE49-F238E27FC236}">
                <a16:creationId xmlns:a16="http://schemas.microsoft.com/office/drawing/2014/main" id="{A1FFF5B3-34DB-A960-0D48-6B3B1D89734C}"/>
              </a:ext>
            </a:extLst>
          </p:cNvPr>
          <p:cNvPicPr>
            <a:picLocks noChangeAspect="1"/>
          </p:cNvPicPr>
          <p:nvPr/>
        </p:nvPicPr>
        <p:blipFill>
          <a:blip>
            <a:extLst>
              <a:ext uri="{96DAC541-7B7A-43D3-8B79-37D633B846F1}">
                <asvg:svgBlip xmlns:asvg="http://schemas.microsoft.com/office/drawing/2016/SVG/main" r:embed="rId78"/>
              </a:ext>
            </a:extLst>
          </a:blip>
          <a:stretch>
            <a:fillRect/>
          </a:stretch>
        </p:blipFill>
        <p:spPr>
          <a:xfrm>
            <a:off x="6176593" y="5705518"/>
            <a:ext cx="249468" cy="249468"/>
          </a:xfrm>
          <a:prstGeom prst="rect">
            <a:avLst/>
          </a:prstGeom>
        </p:spPr>
      </p:pic>
      <p:pic>
        <p:nvPicPr>
          <p:cNvPr id="516" name="Grafik 515">
            <a:extLst>
              <a:ext uri="{FF2B5EF4-FFF2-40B4-BE49-F238E27FC236}">
                <a16:creationId xmlns:a16="http://schemas.microsoft.com/office/drawing/2014/main" id="{78D02CFA-EF61-30CB-9D8F-30A71C4B319D}"/>
              </a:ext>
            </a:extLst>
          </p:cNvPr>
          <p:cNvPicPr>
            <a:picLocks noChangeAspect="1"/>
          </p:cNvPicPr>
          <p:nvPr/>
        </p:nvPicPr>
        <p:blipFill>
          <a:blip>
            <a:extLst>
              <a:ext uri="{96DAC541-7B7A-43D3-8B79-37D633B846F1}">
                <asvg:svgBlip xmlns:asvg="http://schemas.microsoft.com/office/drawing/2016/SVG/main" r:embed="rId79"/>
              </a:ext>
            </a:extLst>
          </a:blip>
          <a:stretch>
            <a:fillRect/>
          </a:stretch>
        </p:blipFill>
        <p:spPr>
          <a:xfrm>
            <a:off x="7095330" y="5700299"/>
            <a:ext cx="332623" cy="291045"/>
          </a:xfrm>
          <a:prstGeom prst="rect">
            <a:avLst/>
          </a:prstGeom>
        </p:spPr>
      </p:pic>
      <p:pic>
        <p:nvPicPr>
          <p:cNvPr id="10" name="Grafik 9">
            <a:extLst>
              <a:ext uri="{FF2B5EF4-FFF2-40B4-BE49-F238E27FC236}">
                <a16:creationId xmlns:a16="http://schemas.microsoft.com/office/drawing/2014/main" id="{E17F7F0E-47F6-713A-520E-EB57BB4FE9F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8875397" y="5666948"/>
            <a:ext cx="299442" cy="324396"/>
          </a:xfrm>
          <a:prstGeom prst="rect">
            <a:avLst/>
          </a:prstGeom>
        </p:spPr>
      </p:pic>
      <p:pic>
        <p:nvPicPr>
          <p:cNvPr id="14" name="Grafik 13">
            <a:extLst>
              <a:ext uri="{FF2B5EF4-FFF2-40B4-BE49-F238E27FC236}">
                <a16:creationId xmlns:a16="http://schemas.microsoft.com/office/drawing/2014/main" id="{164C563B-B6B9-1597-0C88-A69F3B0F3D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1"/>
              </a:ext>
            </a:extLst>
          </a:blip>
          <a:stretch>
            <a:fillRect/>
          </a:stretch>
        </p:blipFill>
        <p:spPr>
          <a:xfrm>
            <a:off x="10665981" y="4995461"/>
            <a:ext cx="242708" cy="222482"/>
          </a:xfrm>
          <a:prstGeom prst="rect">
            <a:avLst/>
          </a:prstGeom>
        </p:spPr>
      </p:pic>
      <p:pic>
        <p:nvPicPr>
          <p:cNvPr id="18" name="Grafik 17">
            <a:extLst>
              <a:ext uri="{FF2B5EF4-FFF2-40B4-BE49-F238E27FC236}">
                <a16:creationId xmlns:a16="http://schemas.microsoft.com/office/drawing/2014/main" id="{93435172-CC83-E1E2-BDD0-CE836A81F6C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2"/>
              </a:ext>
            </a:extLst>
          </a:blip>
          <a:stretch>
            <a:fillRect/>
          </a:stretch>
        </p:blipFill>
        <p:spPr>
          <a:xfrm>
            <a:off x="8008744" y="5704097"/>
            <a:ext cx="301156" cy="261002"/>
          </a:xfrm>
          <a:prstGeom prst="rect">
            <a:avLst/>
          </a:prstGeom>
        </p:spPr>
      </p:pic>
      <p:pic>
        <p:nvPicPr>
          <p:cNvPr id="22" name="Grafik 21">
            <a:extLst>
              <a:ext uri="{FF2B5EF4-FFF2-40B4-BE49-F238E27FC236}">
                <a16:creationId xmlns:a16="http://schemas.microsoft.com/office/drawing/2014/main" id="{F60DA0A8-90D6-7C7F-21B5-7F3A2BF535E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3"/>
              </a:ext>
            </a:extLst>
          </a:blip>
          <a:stretch>
            <a:fillRect/>
          </a:stretch>
        </p:blipFill>
        <p:spPr>
          <a:xfrm>
            <a:off x="11377542" y="5712278"/>
            <a:ext cx="242708" cy="242708"/>
          </a:xfrm>
          <a:prstGeom prst="rect">
            <a:avLst/>
          </a:prstGeom>
        </p:spPr>
      </p:pic>
      <p:pic>
        <p:nvPicPr>
          <p:cNvPr id="26" name="Grafik 25">
            <a:extLst>
              <a:ext uri="{FF2B5EF4-FFF2-40B4-BE49-F238E27FC236}">
                <a16:creationId xmlns:a16="http://schemas.microsoft.com/office/drawing/2014/main" id="{8F638B64-167A-2E73-2EB4-CB6F11DFA2F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4"/>
              </a:ext>
            </a:extLst>
          </a:blip>
          <a:stretch>
            <a:fillRect/>
          </a:stretch>
        </p:blipFill>
        <p:spPr>
          <a:xfrm>
            <a:off x="10632735" y="5700299"/>
            <a:ext cx="343835" cy="222482"/>
          </a:xfrm>
          <a:prstGeom prst="rect">
            <a:avLst/>
          </a:prstGeom>
        </p:spPr>
      </p:pic>
      <p:pic>
        <p:nvPicPr>
          <p:cNvPr id="30" name="Grafik 29">
            <a:extLst>
              <a:ext uri="{FF2B5EF4-FFF2-40B4-BE49-F238E27FC236}">
                <a16:creationId xmlns:a16="http://schemas.microsoft.com/office/drawing/2014/main" id="{7C11017C-8631-3491-EAA1-4B769DA4E220}"/>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5"/>
              </a:ext>
            </a:extLst>
          </a:blip>
          <a:stretch>
            <a:fillRect/>
          </a:stretch>
        </p:blipFill>
        <p:spPr>
          <a:xfrm>
            <a:off x="9713008" y="5702166"/>
            <a:ext cx="262933" cy="262933"/>
          </a:xfrm>
          <a:prstGeom prst="rect">
            <a:avLst/>
          </a:prstGeom>
        </p:spPr>
      </p:pic>
      <p:sp>
        <p:nvSpPr>
          <p:cNvPr id="4" name="Textfeld 10">
            <a:extLst>
              <a:ext uri="{FF2B5EF4-FFF2-40B4-BE49-F238E27FC236}">
                <a16:creationId xmlns:a16="http://schemas.microsoft.com/office/drawing/2014/main" id="{FF46759A-5FFC-E0D5-7A50-D0DCF9EDFC82}"/>
              </a:ext>
            </a:extLst>
          </p:cNvPr>
          <p:cNvSpPr/>
          <p:nvPr/>
        </p:nvSpPr>
        <p:spPr>
          <a:xfrm>
            <a:off x="609600" y="477433"/>
            <a:ext cx="3249360" cy="39865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822960">
              <a:lnSpc>
                <a:spcPct val="100000"/>
              </a:lnSpc>
            </a:pPr>
            <a:r>
              <a:rPr lang="de-DE" sz="2000" strike="noStrike" spc="-1" dirty="0">
                <a:ea typeface="Noto Sans Medium" panose="020B0502040504020204" pitchFamily="34" charset="0"/>
                <a:cs typeface="Noto Sans Medium" panose="020B0502040504020204" pitchFamily="34" charset="0"/>
              </a:rPr>
              <a:t>Symbole</a:t>
            </a:r>
          </a:p>
        </p:txBody>
      </p:sp>
    </p:spTree>
    <p:extLst>
      <p:ext uri="{BB962C8B-B14F-4D97-AF65-F5344CB8AC3E}">
        <p14:creationId xmlns:p14="http://schemas.microsoft.com/office/powerpoint/2010/main" val="3106317598"/>
      </p:ext>
    </p:extLst>
  </p:cSld>
  <p:clrMapOvr>
    <a:masterClrMapping/>
  </p:clrMapOvr>
</p:sld>
</file>

<file path=ppt/theme/theme1.xml><?xml version="1.0" encoding="utf-8"?>
<a:theme xmlns:a="http://schemas.openxmlformats.org/drawingml/2006/main" name="TUD Standard_20 pt">
  <a:themeElements>
    <a:clrScheme name="TUD_2025_Blau-Türkis">
      <a:dk1>
        <a:srgbClr val="000000"/>
      </a:dk1>
      <a:lt1>
        <a:sysClr val="window" lastClr="FFFFFF"/>
      </a:lt1>
      <a:dk2>
        <a:srgbClr val="566371"/>
      </a:dk2>
      <a:lt2>
        <a:srgbClr val="FFFFFF"/>
      </a:lt2>
      <a:accent1>
        <a:srgbClr val="00008C"/>
      </a:accent1>
      <a:accent2>
        <a:srgbClr val="97C6FF"/>
      </a:accent2>
      <a:accent3>
        <a:srgbClr val="2F57B2"/>
      </a:accent3>
      <a:accent4>
        <a:srgbClr val="00005A"/>
      </a:accent4>
      <a:accent5>
        <a:srgbClr val="0A777F"/>
      </a:accent5>
      <a:accent6>
        <a:srgbClr val="8CE6D7"/>
      </a:accent6>
      <a:hlink>
        <a:srgbClr val="00008C"/>
      </a:hlink>
      <a:folHlink>
        <a:srgbClr val="2F57B2"/>
      </a:folHlink>
    </a:clrScheme>
    <a:fontScheme name="TUD_2025_Noto Sans">
      <a:majorFont>
        <a:latin typeface="Noto Sans Medium"/>
        <a:ea typeface=""/>
        <a:cs typeface=""/>
      </a:majorFont>
      <a:minorFont>
        <a:latin typeface="Noto Sans"/>
        <a:ea typeface=""/>
        <a:cs typeface=""/>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Zwischenseiten mit Shape">
  <a:themeElements>
    <a:clrScheme name="TUD_2025_Blau-Türkis">
      <a:dk1>
        <a:srgbClr val="000000"/>
      </a:dk1>
      <a:lt1>
        <a:sysClr val="window" lastClr="FFFFFF"/>
      </a:lt1>
      <a:dk2>
        <a:srgbClr val="566371"/>
      </a:dk2>
      <a:lt2>
        <a:srgbClr val="FFFFFF"/>
      </a:lt2>
      <a:accent1>
        <a:srgbClr val="00008C"/>
      </a:accent1>
      <a:accent2>
        <a:srgbClr val="97C6FF"/>
      </a:accent2>
      <a:accent3>
        <a:srgbClr val="2F57B2"/>
      </a:accent3>
      <a:accent4>
        <a:srgbClr val="00005A"/>
      </a:accent4>
      <a:accent5>
        <a:srgbClr val="0A777F"/>
      </a:accent5>
      <a:accent6>
        <a:srgbClr val="8CE6D7"/>
      </a:accent6>
      <a:hlink>
        <a:srgbClr val="00008C"/>
      </a:hlink>
      <a:folHlink>
        <a:srgbClr val="2F57B2"/>
      </a:folHlink>
    </a:clrScheme>
    <a:fontScheme name="TUD_2025_Noto Sans">
      <a:majorFont>
        <a:latin typeface="Noto Sans Medium"/>
        <a:ea typeface=""/>
        <a:cs typeface=""/>
      </a:majorFont>
      <a:minorFont>
        <a:latin typeface="Noto Sans"/>
        <a:ea typeface=""/>
        <a:cs typeface=""/>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hne Fusszeile - Bilder randabfallend">
  <a:themeElements>
    <a:clrScheme name="TUD-2025__Test_GRK2250">
      <a:dk1>
        <a:srgbClr val="000000"/>
      </a:dk1>
      <a:lt1>
        <a:sysClr val="window" lastClr="FFFFFF"/>
      </a:lt1>
      <a:dk2>
        <a:srgbClr val="566371"/>
      </a:dk2>
      <a:lt2>
        <a:srgbClr val="FFFFFF"/>
      </a:lt2>
      <a:accent1>
        <a:srgbClr val="00008C"/>
      </a:accent1>
      <a:accent2>
        <a:srgbClr val="97C6FF"/>
      </a:accent2>
      <a:accent3>
        <a:srgbClr val="2F57B2"/>
      </a:accent3>
      <a:accent4>
        <a:srgbClr val="BC1589"/>
      </a:accent4>
      <a:accent5>
        <a:srgbClr val="C85000"/>
      </a:accent5>
      <a:accent6>
        <a:srgbClr val="007D4B"/>
      </a:accent6>
      <a:hlink>
        <a:srgbClr val="00008C"/>
      </a:hlink>
      <a:folHlink>
        <a:srgbClr val="2F57B2"/>
      </a:folHlink>
    </a:clrScheme>
    <a:fontScheme name="TUD_2025_Noto Sans">
      <a:majorFont>
        <a:latin typeface="Noto Sans Medium"/>
        <a:ea typeface=""/>
        <a:cs typeface=""/>
      </a:majorFont>
      <a:minorFont>
        <a:latin typeface="Noto Sans"/>
        <a:ea typeface=""/>
        <a:cs typeface=""/>
      </a:minorFont>
    </a:fontScheme>
    <a:fmtScheme name="Subtile Körper">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2424</Words>
  <Application>Microsoft Office PowerPoint</Application>
  <PresentationFormat>Widescreen</PresentationFormat>
  <Paragraphs>427</Paragraphs>
  <Slides>28</Slides>
  <Notes>17</Notes>
  <HiddenSlides>0</HiddenSlides>
  <MMClips>0</MMClips>
  <ScaleCrop>false</ScaleCrop>
  <HeadingPairs>
    <vt:vector size="6" baseType="variant">
      <vt:variant>
        <vt:lpstr>Fonts Used</vt:lpstr>
      </vt:variant>
      <vt:variant>
        <vt:i4>12</vt:i4>
      </vt:variant>
      <vt:variant>
        <vt:lpstr>Theme</vt:lpstr>
      </vt:variant>
      <vt:variant>
        <vt:i4>3</vt:i4>
      </vt:variant>
      <vt:variant>
        <vt:lpstr>Slide Titles</vt:lpstr>
      </vt:variant>
      <vt:variant>
        <vt:i4>28</vt:i4>
      </vt:variant>
    </vt:vector>
  </HeadingPairs>
  <TitlesOfParts>
    <vt:vector size="43" baseType="lpstr">
      <vt:lpstr>Arial</vt:lpstr>
      <vt:lpstr>Calibri</vt:lpstr>
      <vt:lpstr>Cambria</vt:lpstr>
      <vt:lpstr>Courier New</vt:lpstr>
      <vt:lpstr>Noto Sans</vt:lpstr>
      <vt:lpstr>Noto Sans Medium</vt:lpstr>
      <vt:lpstr>Noto Serif</vt:lpstr>
      <vt:lpstr>Noto Serif (Textkörper)</vt:lpstr>
      <vt:lpstr>Noto Serif Light</vt:lpstr>
      <vt:lpstr>Open Sans</vt:lpstr>
      <vt:lpstr>Symbol</vt:lpstr>
      <vt:lpstr>Wingdings</vt:lpstr>
      <vt:lpstr>TUD Standard_20 pt</vt:lpstr>
      <vt:lpstr>Zwischenseiten mit Shape</vt:lpstr>
      <vt:lpstr>ohne Fusszeile - Bilder randabfallend</vt:lpstr>
      <vt:lpstr>Evidenzbasierte Unterstützung der HAZOP-Vorbereitung durch RDF/OWL-Knowledge-Graphen und LLM-Orchestrierung</vt:lpstr>
      <vt:lpstr>Agenda</vt:lpstr>
      <vt:lpstr>Motivation</vt:lpstr>
      <vt:lpstr>Warum ist HAZOP-Vorbereitung aufwendig?</vt:lpstr>
      <vt:lpstr>Ziel &amp; Abgrenzung</vt:lpstr>
      <vt:lpstr>Architektur</vt:lpstr>
      <vt:lpstr>Vom DEXPI-Modell zur evidenzbasierten Antwort</vt:lpstr>
      <vt:lpstr>Vollständige Werkzeugübersicht </vt:lpstr>
      <vt:lpstr>Reasoning-Beispiel:</vt:lpstr>
      <vt:lpstr>Evaluation </vt:lpstr>
      <vt:lpstr>Testaufbau</vt:lpstr>
      <vt:lpstr>PowerPoint Presentation</vt:lpstr>
      <vt:lpstr>Evaluationskriterien</vt:lpstr>
      <vt:lpstr>PowerPoint Presentation</vt:lpstr>
      <vt:lpstr>PowerPoint Presentation</vt:lpstr>
      <vt:lpstr>PowerPoint Presentation</vt:lpstr>
      <vt:lpstr>Prinzipien zur Lösung ähnlicher Aufgaben (optional)</vt:lpstr>
      <vt:lpstr>Testaufbau</vt:lpstr>
      <vt:lpstr>OSAT-Hinweise</vt:lpstr>
      <vt:lpstr>Quellen</vt:lpstr>
      <vt:lpstr>Quelle</vt:lpstr>
      <vt:lpstr>TUD Farben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250805_TUD-Präsentationsvorlage</dc:title>
  <dc:creator>Corporate Design</dc:creator>
  <cp:lastModifiedBy>Duc Hai Nguyen</cp:lastModifiedBy>
  <cp:revision>156</cp:revision>
  <dcterms:created xsi:type="dcterms:W3CDTF">2025-06-02T21:07:03Z</dcterms:created>
  <dcterms:modified xsi:type="dcterms:W3CDTF">2026-07-18T19:01:29Z</dcterms:modified>
</cp:coreProperties>
</file>