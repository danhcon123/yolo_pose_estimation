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2.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media/image34.svg" ContentType="image/svg"/>
  <Override PartName="/ppt/media/image35.svg" ContentType="image/svg"/>
  <Override PartName="/ppt/media/image36.svg" ContentType="image/svg"/>
  <Override PartName="/ppt/media/image39.svg" ContentType="image/svg"/>
  <Override PartName="/ppt/media/image40.svg" ContentType="image/svg"/>
  <Override PartName="/ppt/media/image41.svg" ContentType="image/svg"/>
  <Override PartName="/ppt/media/image42.svg" ContentType="image/svg"/>
  <Override PartName="/ppt/media/image43.svg" ContentType="image/svg"/>
  <Override PartName="/ppt/media/image44.svg" ContentType="image/svg"/>
  <Override PartName="/ppt/media/image45.svg" ContentType="image/svg"/>
  <Override PartName="/ppt/media/image46.svg" ContentType="image/svg"/>
  <Override PartName="/ppt/media/image47.svg" ContentType="image/svg"/>
  <Override PartName="/ppt/media/image48.svg" ContentType="image/svg"/>
  <Override PartName="/ppt/media/image49.svg" ContentType="image/svg"/>
  <Override PartName="/ppt/media/image50.svg" ContentType="image/svg"/>
  <Override PartName="/ppt/media/image51.svg" ContentType="image/svg"/>
  <Override PartName="/ppt/media/image52.svg" ContentType="image/svg"/>
  <Override PartName="/ppt/media/image53.svg" ContentType="image/svg"/>
  <Override PartName="/ppt/media/image54.svg" ContentType="image/svg"/>
  <Override PartName="/ppt/media/image55.svg" ContentType="image/svg"/>
  <Override PartName="/ppt/media/image56.svg" ContentType="image/svg"/>
  <Override PartName="/ppt/media/image57.svg" ContentType="image/svg"/>
  <Override PartName="/ppt/media/image58.svg" ContentType="image/svg"/>
  <Override PartName="/ppt/media/image59.svg" ContentType="image/svg"/>
  <Override PartName="/ppt/media/image60.svg" ContentType="image/svg"/>
  <Override PartName="/ppt/media/image61.svg" ContentType="image/svg"/>
  <Override PartName="/ppt/media/image62.svg" ContentType="image/svg"/>
  <Override PartName="/ppt/media/image63.svg" ContentType="image/svg"/>
  <Override PartName="/ppt/media/image64.svg" ContentType="image/svg"/>
  <Override PartName="/ppt/media/image65.svg" ContentType="image/svg"/>
  <Override PartName="/ppt/media/image66.svg" ContentType="image/svg"/>
  <Override PartName="/ppt/media/image67.svg" ContentType="image/svg"/>
  <Override PartName="/ppt/media/image68.svg" ContentType="image/svg"/>
  <Override PartName="/ppt/media/image69.svg" ContentType="image/svg"/>
  <Override PartName="/ppt/media/image70.svg" ContentType="image/svg"/>
  <Override PartName="/ppt/media/image71.svg" ContentType="image/svg"/>
  <Override PartName="/ppt/media/image72.svg" ContentType="image/svg"/>
  <Override PartName="/ppt/media/image73.svg" ContentType="image/svg"/>
  <Override PartName="/ppt/media/image74.svg" ContentType="image/svg"/>
  <Override PartName="/ppt/media/image75.svg" ContentType="image/svg"/>
  <Override PartName="/ppt/media/image76.svg" ContentType="image/svg"/>
  <Override PartName="/ppt/media/image77.svg" ContentType="image/svg"/>
  <Override PartName="/ppt/media/image78.svg" ContentType="image/svg"/>
  <Override PartName="/ppt/media/image79.svg" ContentType="image/svg"/>
  <Override PartName="/ppt/media/image80.svg" ContentType="image/svg"/>
  <Override PartName="/ppt/notesSlides/notesSlide2.xml" ContentType="application/vnd.openxmlformats-officedocument.presentationml.notesSlide+xml"/>
  <Override PartName="/ppt/media/image85.svg" ContentType="image/svg"/>
  <Override PartName="/ppt/media/image86.svg" ContentType="image/svg"/>
  <Override PartName="/ppt/media/image87.svg" ContentType="image/svg"/>
  <Override PartName="/ppt/media/image88.svg" ContentType="image/svg"/>
  <Override PartName="/ppt/media/image89.svg" ContentType="image/svg"/>
  <Override PartName="/ppt/media/image90.svg" ContentType="image/svg"/>
  <Override PartName="/ppt/media/image91.svg" ContentType="image/svg"/>
  <Override PartName="/ppt/media/image92.svg" ContentType="image/svg"/>
  <Override PartName="/ppt/media/image93.svg" ContentType="image/svg"/>
  <Override PartName="/ppt/media/image94.svg" ContentType="image/svg"/>
  <Override PartName="/ppt/media/image95.svg" ContentType="image/svg"/>
  <Override PartName="/ppt/media/image96.svg" ContentType="image/svg"/>
  <Override PartName="/ppt/media/image97.svg" ContentType="image/svg"/>
  <Override PartName="/ppt/media/image98.svg" ContentType="image/svg"/>
  <Override PartName="/ppt/media/image99.svg" ContentType="image/svg"/>
  <Override PartName="/ppt/media/image100.svg" ContentType="image/svg"/>
  <Override PartName="/ppt/media/image101.svg" ContentType="image/svg"/>
  <Override PartName="/ppt/media/image102.svg" ContentType="image/svg"/>
  <Override PartName="/ppt/media/image103.svg" ContentType="image/svg"/>
  <Override PartName="/ppt/media/image104.svg" ContentType="image/svg"/>
  <Override PartName="/ppt/media/image105.svg" ContentType="image/svg"/>
  <Override PartName="/ppt/media/image106.svg" ContentType="image/svg"/>
  <Override PartName="/ppt/media/image107.svg" ContentType="image/svg"/>
  <Override PartName="/ppt/media/image108.svg" ContentType="image/svg"/>
  <Override PartName="/ppt/media/image109.svg" ContentType="image/svg"/>
  <Override PartName="/ppt/media/image110.svg" ContentType="image/svg"/>
  <Override PartName="/ppt/media/image111.svg" ContentType="image/svg"/>
  <Override PartName="/ppt/media/image112.svg" ContentType="image/svg"/>
  <Override PartName="/ppt/media/image113.svg" ContentType="image/svg"/>
  <Override PartName="/ppt/media/image114.svg" ContentType="image/svg"/>
  <Override PartName="/ppt/media/image115.svg" ContentType="image/svg"/>
  <Override PartName="/ppt/media/image116.svg" ContentType="image/svg"/>
  <Override PartName="/ppt/media/image117.svg" ContentType="image/svg"/>
  <Override PartName="/ppt/media/image118.svg" ContentType="image/svg"/>
  <Override PartName="/ppt/media/image119.svg" ContentType="image/svg"/>
  <Override PartName="/ppt/media/image120.svg" ContentType="image/svg"/>
  <Override PartName="/ppt/media/image121.svg" ContentType="image/svg"/>
  <Override PartName="/ppt/media/image122.svg" ContentType="image/svg"/>
  <Override PartName="/ppt/media/image123.svg" ContentType="image/svg"/>
  <Override PartName="/ppt/media/image124.svg" ContentType="image/svg"/>
  <Override PartName="/ppt/media/image125.svg" ContentType="image/svg"/>
  <Override PartName="/ppt/media/image126.svg" ContentType="image/svg"/>
  <Override PartName="/ppt/media/image127.svg" ContentType="image/svg"/>
  <Override PartName="/ppt/media/image128.svg" ContentType="image/svg"/>
  <Override PartName="/ppt/media/image129.svg" ContentType="image/svg"/>
  <Override PartName="/ppt/media/image130.svg" ContentType="image/svg"/>
  <Override PartName="/ppt/media/image131.svg" ContentType="image/svg"/>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741" r:id="rId2"/>
    <p:sldMasterId id="2147483711" r:id="rId3"/>
  </p:sldMasterIdLst>
  <p:notesMasterIdLst>
    <p:notesMasterId r:id="rId39"/>
  </p:notesMasterIdLst>
  <p:handoutMasterIdLst>
    <p:handoutMasterId r:id="rId40"/>
  </p:handoutMasterIdLst>
  <p:sldIdLst>
    <p:sldId id="256" r:id="rId4"/>
    <p:sldId id="287" r:id="rId5"/>
    <p:sldId id="288" r:id="rId6"/>
    <p:sldId id="289" r:id="rId7"/>
    <p:sldId id="291" r:id="rId8"/>
    <p:sldId id="290" r:id="rId9"/>
    <p:sldId id="292" r:id="rId10"/>
    <p:sldId id="293" r:id="rId11"/>
    <p:sldId id="294" r:id="rId12"/>
    <p:sldId id="295" r:id="rId13"/>
    <p:sldId id="286" r:id="rId14"/>
    <p:sldId id="283" r:id="rId15"/>
    <p:sldId id="269" r:id="rId16"/>
    <p:sldId id="270" r:id="rId17"/>
    <p:sldId id="282" r:id="rId18"/>
    <p:sldId id="261" r:id="rId19"/>
    <p:sldId id="285" r:id="rId20"/>
    <p:sldId id="284" r:id="rId21"/>
    <p:sldId id="278" r:id="rId22"/>
    <p:sldId id="267" r:id="rId23"/>
    <p:sldId id="280" r:id="rId24"/>
    <p:sldId id="266" r:id="rId25"/>
    <p:sldId id="271" r:id="rId26"/>
    <p:sldId id="281" r:id="rId27"/>
    <p:sldId id="260" r:id="rId28"/>
    <p:sldId id="264" r:id="rId29"/>
    <p:sldId id="265" r:id="rId30"/>
    <p:sldId id="272" r:id="rId31"/>
    <p:sldId id="263" r:id="rId32"/>
    <p:sldId id="257" r:id="rId33"/>
    <p:sldId id="273" r:id="rId34"/>
    <p:sldId id="274" r:id="rId35"/>
    <p:sldId id="275" r:id="rId36"/>
    <p:sldId id="276" r:id="rId37"/>
    <p:sldId id="277" r:id="rId38"/>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el" id="{DD2DFCEF-2E9A-4480-B679-985C63BC599A}">
          <p14:sldIdLst>
            <p14:sldId id="256"/>
            <p14:sldId id="287"/>
          </p14:sldIdLst>
        </p14:section>
        <p14:section name="Analyse der Lösung" id="{2FDE7561-6431-4F38-A730-BB8CF7FE973F}">
          <p14:sldIdLst>
            <p14:sldId id="288"/>
            <p14:sldId id="289"/>
          </p14:sldIdLst>
        </p14:section>
        <p14:section name="Neuronales Netz" id="{F3550A42-C6D8-40A1-B4A7-08C7FA31863A}">
          <p14:sldIdLst>
            <p14:sldId id="291"/>
            <p14:sldId id="290"/>
          </p14:sldIdLst>
        </p14:section>
        <p14:section name="Prinzipien" id="{3D278600-3751-4715-8153-273A7604BE7A}">
          <p14:sldIdLst>
            <p14:sldId id="292"/>
            <p14:sldId id="293"/>
          </p14:sldIdLst>
        </p14:section>
        <p14:section name="Quellen" id="{3C3E79FB-1C41-407C-BB43-DBC95C7504BB}">
          <p14:sldIdLst>
            <p14:sldId id="294"/>
            <p14:sldId id="295"/>
          </p14:sldIdLst>
        </p14:section>
        <p14:section name="Corporate Design der TUD 2025" id="{4202220B-3ED0-48D7-9FBB-F2A67F691A78}">
          <p14:sldIdLst>
            <p14:sldId id="286"/>
            <p14:sldId id="283"/>
            <p14:sldId id="269"/>
            <p14:sldId id="270"/>
            <p14:sldId id="282"/>
            <p14:sldId id="261"/>
            <p14:sldId id="285"/>
            <p14:sldId id="284"/>
          </p14:sldIdLst>
        </p14:section>
        <p14:section name="Beispiele Zwischenseiten" id="{5E226DDF-43E0-4379-966B-C3B736BFBB94}">
          <p14:sldIdLst>
            <p14:sldId id="278"/>
            <p14:sldId id="267"/>
            <p14:sldId id="280"/>
            <p14:sldId id="266"/>
            <p14:sldId id="271"/>
            <p14:sldId id="281"/>
          </p14:sldIdLst>
        </p14:section>
        <p14:section name="Layoutbeispiele ohne Fusszeile" id="{4568A5F3-05E7-4AD6-AC21-B0E370E48441}">
          <p14:sldIdLst>
            <p14:sldId id="260"/>
            <p14:sldId id="264"/>
            <p14:sldId id="265"/>
            <p14:sldId id="272"/>
          </p14:sldIdLst>
        </p14:section>
        <p14:section name="Piktogramme" id="{6CC23C2E-65FB-4221-A1A3-28AA056E4B92}">
          <p14:sldIdLst>
            <p14:sldId id="263"/>
            <p14:sldId id="257"/>
            <p14:sldId id="273"/>
            <p14:sldId id="274"/>
            <p14:sldId id="275"/>
            <p14:sldId id="276"/>
            <p14:sldId id="277"/>
          </p14:sldIdLst>
        </p14:section>
      </p14:sectionLst>
    </p:ext>
    <p:ext uri="{EFAFB233-063F-42B5-8137-9DF3F51BA10A}">
      <p15:sldGuideLst xmlns:p15="http://schemas.microsoft.com/office/powerpoint/2012/main">
        <p15:guide id="1" orient="horz" pos="2160" userDrawn="1">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23F4B"/>
    <a:srgbClr val="FFFFFF"/>
    <a:srgbClr val="000000"/>
    <a:srgbClr val="00005A"/>
    <a:srgbClr val="00008C"/>
    <a:srgbClr val="97C6FF"/>
    <a:srgbClr val="C8C8FF"/>
    <a:srgbClr val="FFB9FF"/>
    <a:srgbClr val="FFAAA5"/>
    <a:srgbClr val="FFBE7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353" autoAdjust="0"/>
    <p:restoredTop sz="95137" autoAdjust="0"/>
  </p:normalViewPr>
  <p:slideViewPr>
    <p:cSldViewPr snapToGrid="0" showGuides="1">
      <p:cViewPr varScale="1">
        <p:scale>
          <a:sx n="105" d="100"/>
          <a:sy n="105" d="100"/>
        </p:scale>
        <p:origin x="756" y="108"/>
      </p:cViewPr>
      <p:guideLst>
        <p:guide orient="horz" pos="2160"/>
        <p:guide pos="3840"/>
      </p:guideLst>
    </p:cSldViewPr>
  </p:slideViewPr>
  <p:outlineViewPr>
    <p:cViewPr>
      <p:scale>
        <a:sx n="33" d="100"/>
        <a:sy n="33" d="100"/>
      </p:scale>
      <p:origin x="0" y="-18403"/>
    </p:cViewPr>
  </p:outlineViewPr>
  <p:notesTextViewPr>
    <p:cViewPr>
      <p:scale>
        <a:sx n="1" d="1"/>
        <a:sy n="1" d="1"/>
      </p:scale>
      <p:origin x="0" y="0"/>
    </p:cViewPr>
  </p:notesTextViewPr>
  <p:gridSpacing cx="36004" cy="36004"/>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notesMaster" Target="notesMasters/notesMaster1.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viewProps" Target="viewProp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handoutMaster" Target="handoutMasters/handoutMaster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tableStyles" Target="tableStyle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theme" Target="theme/theme1.xml"/><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a:extLst>
              <a:ext uri="{FF2B5EF4-FFF2-40B4-BE49-F238E27FC236}">
                <a16:creationId xmlns:a16="http://schemas.microsoft.com/office/drawing/2014/main" id="{084260DF-C685-4FF6-A43E-7F93FB3E641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umsplatzhalter 2">
            <a:extLst>
              <a:ext uri="{FF2B5EF4-FFF2-40B4-BE49-F238E27FC236}">
                <a16:creationId xmlns:a16="http://schemas.microsoft.com/office/drawing/2014/main" id="{378901AA-A65C-4D7D-B03E-B88B42C819D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5B67984-F0B9-4D31-A8F6-8AF021B9C2EF}" type="datetimeFigureOut">
              <a:rPr lang="en-US" smtClean="0"/>
              <a:t>5/17/2026</a:t>
            </a:fld>
            <a:endParaRPr lang="en-US"/>
          </a:p>
        </p:txBody>
      </p:sp>
      <p:sp>
        <p:nvSpPr>
          <p:cNvPr id="4" name="Fußzeilenplatzhalter 3">
            <a:extLst>
              <a:ext uri="{FF2B5EF4-FFF2-40B4-BE49-F238E27FC236}">
                <a16:creationId xmlns:a16="http://schemas.microsoft.com/office/drawing/2014/main" id="{5D3CA3E7-8995-4D33-854F-35DAE52EA91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Foliennummernplatzhalter 4">
            <a:extLst>
              <a:ext uri="{FF2B5EF4-FFF2-40B4-BE49-F238E27FC236}">
                <a16:creationId xmlns:a16="http://schemas.microsoft.com/office/drawing/2014/main" id="{31351F65-D033-4BD6-A4AB-E115D806FBE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832D436-8D5A-47CC-AED7-9827D8D395F2}" type="slidenum">
              <a:rPr lang="en-US" smtClean="0"/>
              <a:t>‹#›</a:t>
            </a:fld>
            <a:endParaRPr lang="en-US"/>
          </a:p>
        </p:txBody>
      </p:sp>
    </p:spTree>
    <p:extLst>
      <p:ext uri="{BB962C8B-B14F-4D97-AF65-F5344CB8AC3E}">
        <p14:creationId xmlns:p14="http://schemas.microsoft.com/office/powerpoint/2010/main" val="2972842263"/>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85960CC-0992-4111-87D3-C02B03B2EA6C}" type="datetimeFigureOut">
              <a:rPr lang="en-US" smtClean="0"/>
              <a:t>5/17/2026</a:t>
            </a:fld>
            <a:endParaRPr lang="en-US"/>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7EEB764-55E2-4077-8C7A-EB9EFE7145E2}" type="slidenum">
              <a:rPr lang="en-US" smtClean="0"/>
              <a:t>‹#›</a:t>
            </a:fld>
            <a:endParaRPr lang="en-US"/>
          </a:p>
        </p:txBody>
      </p:sp>
    </p:spTree>
    <p:extLst>
      <p:ext uri="{BB962C8B-B14F-4D97-AF65-F5344CB8AC3E}">
        <p14:creationId xmlns:p14="http://schemas.microsoft.com/office/powerpoint/2010/main" val="2041633653"/>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3" name="PlaceHolder 1"/>
          <p:cNvSpPr>
            <a:spLocks noGrp="1" noRot="1" noChangeAspect="1"/>
          </p:cNvSpPr>
          <p:nvPr>
            <p:ph type="sldImg"/>
          </p:nvPr>
        </p:nvSpPr>
        <p:spPr>
          <a:xfrm>
            <a:off x="381000" y="685800"/>
            <a:ext cx="6096000" cy="3429000"/>
          </a:xfrm>
          <a:prstGeom prst="rect">
            <a:avLst/>
          </a:prstGeom>
          <a:ln w="0">
            <a:noFill/>
          </a:ln>
        </p:spPr>
      </p:sp>
      <p:sp>
        <p:nvSpPr>
          <p:cNvPr id="484" name="PlaceHolder 2"/>
          <p:cNvSpPr>
            <a:spLocks noGrp="1"/>
          </p:cNvSpPr>
          <p:nvPr>
            <p:ph type="body"/>
          </p:nvPr>
        </p:nvSpPr>
        <p:spPr>
          <a:xfrm>
            <a:off x="685800" y="4343400"/>
            <a:ext cx="5485680" cy="4114080"/>
          </a:xfrm>
          <a:prstGeom prst="rect">
            <a:avLst/>
          </a:prstGeom>
          <a:noFill/>
          <a:ln w="0">
            <a:noFill/>
          </a:ln>
        </p:spPr>
        <p:txBody>
          <a:bodyPr lIns="0" tIns="0" rIns="0" bIns="0" anchor="t">
            <a:noAutofit/>
          </a:bodyPr>
          <a:lstStyle/>
          <a:p>
            <a:pPr marL="216000" indent="-216000">
              <a:buNone/>
            </a:pPr>
            <a:endParaRPr lang="de-DE" sz="1800" b="0" strike="noStrike" spc="-1">
              <a:solidFill>
                <a:srgbClr val="000000"/>
              </a:solidFill>
              <a:latin typeface="Calibri"/>
            </a:endParaRPr>
          </a:p>
        </p:txBody>
      </p:sp>
      <p:sp>
        <p:nvSpPr>
          <p:cNvPr id="485" name="PlaceHolder 3"/>
          <p:cNvSpPr>
            <a:spLocks noGrp="1"/>
          </p:cNvSpPr>
          <p:nvPr>
            <p:ph type="sldNum" idx="4"/>
          </p:nvPr>
        </p:nvSpPr>
        <p:spPr>
          <a:xfrm>
            <a:off x="3884760" y="8685360"/>
            <a:ext cx="2971080" cy="456480"/>
          </a:xfrm>
          <a:prstGeom prst="rect">
            <a:avLst/>
          </a:prstGeom>
          <a:noFill/>
          <a:ln w="0">
            <a:noFill/>
          </a:ln>
        </p:spPr>
        <p:txBody>
          <a:bodyPr lIns="0" tIns="0" rIns="0" bIns="0" anchor="b">
            <a:noAutofit/>
          </a:bodyPr>
          <a:lstStyle>
            <a:lvl1pPr indent="0" algn="r" defTabSz="914400">
              <a:lnSpc>
                <a:spcPct val="100000"/>
              </a:lnSpc>
              <a:buNone/>
              <a:tabLst>
                <a:tab pos="0" algn="l"/>
              </a:tabLst>
              <a:defRPr lang="de-DE" sz="1200" b="0" strike="noStrike" spc="-1">
                <a:solidFill>
                  <a:srgbClr val="000000"/>
                </a:solidFill>
                <a:latin typeface="Calibri"/>
                <a:ea typeface="+mn-ea"/>
              </a:defRPr>
            </a:lvl1pPr>
          </a:lstStyle>
          <a:p>
            <a:pPr indent="0" algn="r" defTabSz="914400">
              <a:lnSpc>
                <a:spcPct val="100000"/>
              </a:lnSpc>
              <a:buNone/>
              <a:tabLst>
                <a:tab pos="0" algn="l"/>
              </a:tabLst>
            </a:pPr>
            <a:fld id="{80F7899A-5648-44DA-BE65-C562122F1CAE}" type="slidenum">
              <a:rPr lang="de-DE" sz="1200" b="0" strike="noStrike" spc="-1">
                <a:solidFill>
                  <a:srgbClr val="000000"/>
                </a:solidFill>
                <a:latin typeface="Calibri"/>
                <a:ea typeface="+mn-ea"/>
              </a:rPr>
              <a:t>30</a:t>
            </a:fld>
            <a:endParaRPr lang="de-DE" sz="1200" b="0" strike="noStrike" spc="-1">
              <a:solidFill>
                <a:srgbClr val="000000"/>
              </a:solidFill>
              <a:latin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6" name="PlaceHolder 1"/>
          <p:cNvSpPr>
            <a:spLocks noGrp="1" noRot="1" noChangeAspect="1"/>
          </p:cNvSpPr>
          <p:nvPr>
            <p:ph type="sldImg"/>
          </p:nvPr>
        </p:nvSpPr>
        <p:spPr>
          <a:xfrm>
            <a:off x="381000" y="685800"/>
            <a:ext cx="6096000" cy="3429000"/>
          </a:xfrm>
          <a:prstGeom prst="rect">
            <a:avLst/>
          </a:prstGeom>
          <a:ln w="0">
            <a:noFill/>
          </a:ln>
        </p:spPr>
      </p:sp>
      <p:sp>
        <p:nvSpPr>
          <p:cNvPr id="487" name="PlaceHolder 2"/>
          <p:cNvSpPr>
            <a:spLocks noGrp="1"/>
          </p:cNvSpPr>
          <p:nvPr>
            <p:ph type="body"/>
          </p:nvPr>
        </p:nvSpPr>
        <p:spPr>
          <a:xfrm>
            <a:off x="685800" y="4343400"/>
            <a:ext cx="5485680" cy="4114080"/>
          </a:xfrm>
          <a:prstGeom prst="rect">
            <a:avLst/>
          </a:prstGeom>
          <a:noFill/>
          <a:ln w="0">
            <a:noFill/>
          </a:ln>
        </p:spPr>
        <p:txBody>
          <a:bodyPr lIns="0" tIns="0" rIns="0" bIns="0" anchor="t">
            <a:noAutofit/>
          </a:bodyPr>
          <a:lstStyle/>
          <a:p>
            <a:pPr marL="216000" indent="-216000">
              <a:buNone/>
            </a:pPr>
            <a:endParaRPr lang="de-DE" sz="1800" b="0" strike="noStrike" spc="-1">
              <a:solidFill>
                <a:srgbClr val="000000"/>
              </a:solidFill>
              <a:latin typeface="Calibri"/>
            </a:endParaRPr>
          </a:p>
        </p:txBody>
      </p:sp>
      <p:sp>
        <p:nvSpPr>
          <p:cNvPr id="488" name="PlaceHolder 3"/>
          <p:cNvSpPr>
            <a:spLocks noGrp="1"/>
          </p:cNvSpPr>
          <p:nvPr>
            <p:ph type="sldNum" idx="5"/>
          </p:nvPr>
        </p:nvSpPr>
        <p:spPr>
          <a:xfrm>
            <a:off x="3884760" y="8685360"/>
            <a:ext cx="2971080" cy="456480"/>
          </a:xfrm>
          <a:prstGeom prst="rect">
            <a:avLst/>
          </a:prstGeom>
          <a:noFill/>
          <a:ln w="0">
            <a:noFill/>
          </a:ln>
        </p:spPr>
        <p:txBody>
          <a:bodyPr lIns="0" tIns="0" rIns="0" bIns="0" anchor="b">
            <a:noAutofit/>
          </a:bodyPr>
          <a:lstStyle>
            <a:lvl1pPr indent="0" algn="r" defTabSz="914400">
              <a:lnSpc>
                <a:spcPct val="100000"/>
              </a:lnSpc>
              <a:buNone/>
              <a:tabLst>
                <a:tab pos="0" algn="l"/>
              </a:tabLst>
              <a:defRPr lang="de-DE" sz="1200" b="0" strike="noStrike" spc="-1">
                <a:solidFill>
                  <a:srgbClr val="000000"/>
                </a:solidFill>
                <a:latin typeface="Calibri"/>
                <a:ea typeface="+mn-ea"/>
              </a:defRPr>
            </a:lvl1pPr>
          </a:lstStyle>
          <a:p>
            <a:pPr indent="0" algn="r" defTabSz="914400">
              <a:lnSpc>
                <a:spcPct val="100000"/>
              </a:lnSpc>
              <a:buNone/>
              <a:tabLst>
                <a:tab pos="0" algn="l"/>
              </a:tabLst>
            </a:pPr>
            <a:fld id="{BB2BEE3A-380B-46A4-97AB-2A819E95AD60}" type="slidenum">
              <a:rPr lang="de-DE" sz="1200" b="0" strike="noStrike" spc="-1">
                <a:solidFill>
                  <a:srgbClr val="000000"/>
                </a:solidFill>
                <a:latin typeface="Calibri"/>
                <a:ea typeface="+mn-ea"/>
              </a:rPr>
              <a:t>31</a:t>
            </a:fld>
            <a:endParaRPr lang="de-DE" sz="1200" b="0" strike="noStrike" spc="-1">
              <a:solidFill>
                <a:srgbClr val="000000"/>
              </a:solidFill>
              <a:latin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465ECA-262E-6539-9316-DB8AA7F03B0C}"/>
            </a:ext>
          </a:extLst>
        </p:cNvPr>
        <p:cNvGrpSpPr/>
        <p:nvPr/>
      </p:nvGrpSpPr>
      <p:grpSpPr>
        <a:xfrm>
          <a:off x="0" y="0"/>
          <a:ext cx="0" cy="0"/>
          <a:chOff x="0" y="0"/>
          <a:chExt cx="0" cy="0"/>
        </a:xfrm>
      </p:grpSpPr>
      <p:sp>
        <p:nvSpPr>
          <p:cNvPr id="489" name="PlaceHolder 1">
            <a:extLst>
              <a:ext uri="{FF2B5EF4-FFF2-40B4-BE49-F238E27FC236}">
                <a16:creationId xmlns:a16="http://schemas.microsoft.com/office/drawing/2014/main" id="{D8C6E052-06C6-1B66-B624-36AFB329F97B}"/>
              </a:ext>
            </a:extLst>
          </p:cNvPr>
          <p:cNvSpPr>
            <a:spLocks noGrp="1" noRot="1" noChangeAspect="1"/>
          </p:cNvSpPr>
          <p:nvPr>
            <p:ph type="sldImg"/>
          </p:nvPr>
        </p:nvSpPr>
        <p:spPr>
          <a:xfrm>
            <a:off x="381000" y="685800"/>
            <a:ext cx="6096000" cy="3429000"/>
          </a:xfrm>
          <a:prstGeom prst="rect">
            <a:avLst/>
          </a:prstGeom>
          <a:ln w="0">
            <a:noFill/>
          </a:ln>
        </p:spPr>
      </p:sp>
      <p:sp>
        <p:nvSpPr>
          <p:cNvPr id="490" name="PlaceHolder 2">
            <a:extLst>
              <a:ext uri="{FF2B5EF4-FFF2-40B4-BE49-F238E27FC236}">
                <a16:creationId xmlns:a16="http://schemas.microsoft.com/office/drawing/2014/main" id="{1B7235DC-BD36-431D-6D62-0617C78DEEE9}"/>
              </a:ext>
            </a:extLst>
          </p:cNvPr>
          <p:cNvSpPr>
            <a:spLocks noGrp="1"/>
          </p:cNvSpPr>
          <p:nvPr>
            <p:ph type="body"/>
          </p:nvPr>
        </p:nvSpPr>
        <p:spPr>
          <a:xfrm>
            <a:off x="685800" y="4343400"/>
            <a:ext cx="5485680" cy="4114080"/>
          </a:xfrm>
          <a:prstGeom prst="rect">
            <a:avLst/>
          </a:prstGeom>
          <a:noFill/>
          <a:ln w="0">
            <a:noFill/>
          </a:ln>
        </p:spPr>
        <p:txBody>
          <a:bodyPr lIns="0" tIns="0" rIns="0" bIns="0" anchor="t">
            <a:noAutofit/>
          </a:bodyPr>
          <a:lstStyle/>
          <a:p>
            <a:pPr marL="216000" indent="-216000">
              <a:buNone/>
            </a:pPr>
            <a:endParaRPr lang="de-DE" sz="1800" b="0" strike="noStrike" spc="-1">
              <a:solidFill>
                <a:srgbClr val="000000"/>
              </a:solidFill>
              <a:latin typeface="Calibri"/>
            </a:endParaRPr>
          </a:p>
        </p:txBody>
      </p:sp>
      <p:sp>
        <p:nvSpPr>
          <p:cNvPr id="491" name="PlaceHolder 3">
            <a:extLst>
              <a:ext uri="{FF2B5EF4-FFF2-40B4-BE49-F238E27FC236}">
                <a16:creationId xmlns:a16="http://schemas.microsoft.com/office/drawing/2014/main" id="{AE8B2EE5-B283-E9E7-B008-DB8D237470A8}"/>
              </a:ext>
            </a:extLst>
          </p:cNvPr>
          <p:cNvSpPr>
            <a:spLocks noGrp="1"/>
          </p:cNvSpPr>
          <p:nvPr>
            <p:ph type="sldNum" idx="6"/>
          </p:nvPr>
        </p:nvSpPr>
        <p:spPr>
          <a:xfrm>
            <a:off x="3884760" y="8685360"/>
            <a:ext cx="2971080" cy="456480"/>
          </a:xfrm>
          <a:prstGeom prst="rect">
            <a:avLst/>
          </a:prstGeom>
          <a:noFill/>
          <a:ln w="0">
            <a:noFill/>
          </a:ln>
        </p:spPr>
        <p:txBody>
          <a:bodyPr lIns="0" tIns="0" rIns="0" bIns="0" anchor="b">
            <a:noAutofit/>
          </a:bodyPr>
          <a:lstStyle>
            <a:lvl1pPr indent="0" algn="r" defTabSz="914400">
              <a:lnSpc>
                <a:spcPct val="100000"/>
              </a:lnSpc>
              <a:buNone/>
              <a:tabLst>
                <a:tab pos="0" algn="l"/>
              </a:tabLst>
              <a:defRPr lang="de-DE" sz="1200" b="0" strike="noStrike" spc="-1">
                <a:solidFill>
                  <a:srgbClr val="000000"/>
                </a:solidFill>
                <a:latin typeface="Calibri"/>
                <a:ea typeface="+mn-ea"/>
              </a:defRPr>
            </a:lvl1pPr>
          </a:lstStyle>
          <a:p>
            <a:pPr indent="0" algn="r" defTabSz="914400">
              <a:lnSpc>
                <a:spcPct val="100000"/>
              </a:lnSpc>
              <a:buNone/>
              <a:tabLst>
                <a:tab pos="0" algn="l"/>
              </a:tabLst>
            </a:pPr>
            <a:fld id="{05402EE8-3A37-4403-80AC-4FFCAFF20C6F}" type="slidenum">
              <a:rPr lang="de-DE" sz="1200" b="0" strike="noStrike" spc="-1">
                <a:solidFill>
                  <a:srgbClr val="000000"/>
                </a:solidFill>
                <a:latin typeface="Calibri"/>
                <a:ea typeface="+mn-ea"/>
              </a:rPr>
              <a:t>32</a:t>
            </a:fld>
            <a:endParaRPr lang="de-DE" sz="1200" b="0" strike="noStrike" spc="-1">
              <a:solidFill>
                <a:srgbClr val="000000"/>
              </a:solidFill>
              <a:latin typeface="Calibri"/>
            </a:endParaRPr>
          </a:p>
        </p:txBody>
      </p:sp>
    </p:spTree>
    <p:extLst>
      <p:ext uri="{BB962C8B-B14F-4D97-AF65-F5344CB8AC3E}">
        <p14:creationId xmlns:p14="http://schemas.microsoft.com/office/powerpoint/2010/main" val="8879953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2CCF08-24A9-8B5A-B220-183B9A854FCF}"/>
            </a:ext>
          </a:extLst>
        </p:cNvPr>
        <p:cNvGrpSpPr/>
        <p:nvPr/>
      </p:nvGrpSpPr>
      <p:grpSpPr>
        <a:xfrm>
          <a:off x="0" y="0"/>
          <a:ext cx="0" cy="0"/>
          <a:chOff x="0" y="0"/>
          <a:chExt cx="0" cy="0"/>
        </a:xfrm>
      </p:grpSpPr>
      <p:sp>
        <p:nvSpPr>
          <p:cNvPr id="492" name="PlaceHolder 1">
            <a:extLst>
              <a:ext uri="{FF2B5EF4-FFF2-40B4-BE49-F238E27FC236}">
                <a16:creationId xmlns:a16="http://schemas.microsoft.com/office/drawing/2014/main" id="{2BD3DF11-FF06-1716-7874-114D365B0D32}"/>
              </a:ext>
            </a:extLst>
          </p:cNvPr>
          <p:cNvSpPr>
            <a:spLocks noGrp="1" noRot="1" noChangeAspect="1"/>
          </p:cNvSpPr>
          <p:nvPr>
            <p:ph type="sldImg"/>
          </p:nvPr>
        </p:nvSpPr>
        <p:spPr>
          <a:xfrm>
            <a:off x="381000" y="685800"/>
            <a:ext cx="6096000" cy="3429000"/>
          </a:xfrm>
          <a:prstGeom prst="rect">
            <a:avLst/>
          </a:prstGeom>
          <a:ln w="0">
            <a:noFill/>
          </a:ln>
        </p:spPr>
      </p:sp>
      <p:sp>
        <p:nvSpPr>
          <p:cNvPr id="493" name="PlaceHolder 2">
            <a:extLst>
              <a:ext uri="{FF2B5EF4-FFF2-40B4-BE49-F238E27FC236}">
                <a16:creationId xmlns:a16="http://schemas.microsoft.com/office/drawing/2014/main" id="{D448FFAB-D9E6-EDD2-7132-8801E6EEA003}"/>
              </a:ext>
            </a:extLst>
          </p:cNvPr>
          <p:cNvSpPr>
            <a:spLocks noGrp="1"/>
          </p:cNvSpPr>
          <p:nvPr>
            <p:ph type="body"/>
          </p:nvPr>
        </p:nvSpPr>
        <p:spPr>
          <a:xfrm>
            <a:off x="685800" y="4343400"/>
            <a:ext cx="5485680" cy="4114080"/>
          </a:xfrm>
          <a:prstGeom prst="rect">
            <a:avLst/>
          </a:prstGeom>
          <a:noFill/>
          <a:ln w="0">
            <a:noFill/>
          </a:ln>
        </p:spPr>
        <p:txBody>
          <a:bodyPr lIns="0" tIns="0" rIns="0" bIns="0" anchor="t">
            <a:noAutofit/>
          </a:bodyPr>
          <a:lstStyle/>
          <a:p>
            <a:pPr marL="216000" indent="-216000">
              <a:buNone/>
            </a:pPr>
            <a:endParaRPr lang="de-DE" sz="1800" b="0" strike="noStrike" spc="-1">
              <a:solidFill>
                <a:srgbClr val="000000"/>
              </a:solidFill>
              <a:latin typeface="Calibri"/>
            </a:endParaRPr>
          </a:p>
        </p:txBody>
      </p:sp>
      <p:sp>
        <p:nvSpPr>
          <p:cNvPr id="494" name="PlaceHolder 3">
            <a:extLst>
              <a:ext uri="{FF2B5EF4-FFF2-40B4-BE49-F238E27FC236}">
                <a16:creationId xmlns:a16="http://schemas.microsoft.com/office/drawing/2014/main" id="{F32EFD30-A748-A52D-0C4D-888A86C49423}"/>
              </a:ext>
            </a:extLst>
          </p:cNvPr>
          <p:cNvSpPr>
            <a:spLocks noGrp="1"/>
          </p:cNvSpPr>
          <p:nvPr>
            <p:ph type="sldNum" idx="7"/>
          </p:nvPr>
        </p:nvSpPr>
        <p:spPr>
          <a:xfrm>
            <a:off x="3884760" y="8685360"/>
            <a:ext cx="2971080" cy="456480"/>
          </a:xfrm>
          <a:prstGeom prst="rect">
            <a:avLst/>
          </a:prstGeom>
          <a:noFill/>
          <a:ln w="0">
            <a:noFill/>
          </a:ln>
        </p:spPr>
        <p:txBody>
          <a:bodyPr lIns="0" tIns="0" rIns="0" bIns="0" anchor="b">
            <a:noAutofit/>
          </a:bodyPr>
          <a:lstStyle>
            <a:lvl1pPr indent="0" algn="r" defTabSz="914400">
              <a:lnSpc>
                <a:spcPct val="100000"/>
              </a:lnSpc>
              <a:buNone/>
              <a:tabLst>
                <a:tab pos="0" algn="l"/>
              </a:tabLst>
              <a:defRPr lang="de-DE" sz="1200" b="0" strike="noStrike" spc="-1">
                <a:solidFill>
                  <a:srgbClr val="000000"/>
                </a:solidFill>
                <a:latin typeface="Calibri"/>
                <a:ea typeface="+mn-ea"/>
              </a:defRPr>
            </a:lvl1pPr>
          </a:lstStyle>
          <a:p>
            <a:pPr indent="0" algn="r" defTabSz="914400">
              <a:lnSpc>
                <a:spcPct val="100000"/>
              </a:lnSpc>
              <a:buNone/>
              <a:tabLst>
                <a:tab pos="0" algn="l"/>
              </a:tabLst>
            </a:pPr>
            <a:fld id="{AF6D2CA8-E8B2-4AC6-82F7-CF884BC24219}" type="slidenum">
              <a:rPr lang="de-DE" sz="1200" b="0" strike="noStrike" spc="-1">
                <a:solidFill>
                  <a:srgbClr val="000000"/>
                </a:solidFill>
                <a:latin typeface="Calibri"/>
                <a:ea typeface="+mn-ea"/>
              </a:rPr>
              <a:t>33</a:t>
            </a:fld>
            <a:endParaRPr lang="de-DE" sz="1200" b="0" strike="noStrike" spc="-1">
              <a:solidFill>
                <a:srgbClr val="000000"/>
              </a:solidFill>
              <a:latin typeface="Calibri"/>
            </a:endParaRPr>
          </a:p>
        </p:txBody>
      </p:sp>
    </p:spTree>
    <p:extLst>
      <p:ext uri="{BB962C8B-B14F-4D97-AF65-F5344CB8AC3E}">
        <p14:creationId xmlns:p14="http://schemas.microsoft.com/office/powerpoint/2010/main" val="3038604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4119A2-DA71-5CFE-F187-327679D14AD7}"/>
            </a:ext>
          </a:extLst>
        </p:cNvPr>
        <p:cNvGrpSpPr/>
        <p:nvPr/>
      </p:nvGrpSpPr>
      <p:grpSpPr>
        <a:xfrm>
          <a:off x="0" y="0"/>
          <a:ext cx="0" cy="0"/>
          <a:chOff x="0" y="0"/>
          <a:chExt cx="0" cy="0"/>
        </a:xfrm>
      </p:grpSpPr>
      <p:sp>
        <p:nvSpPr>
          <p:cNvPr id="495" name="PlaceHolder 1">
            <a:extLst>
              <a:ext uri="{FF2B5EF4-FFF2-40B4-BE49-F238E27FC236}">
                <a16:creationId xmlns:a16="http://schemas.microsoft.com/office/drawing/2014/main" id="{AC52DA1C-6A06-61C8-1F89-FA2F598CE844}"/>
              </a:ext>
            </a:extLst>
          </p:cNvPr>
          <p:cNvSpPr>
            <a:spLocks noGrp="1" noRot="1" noChangeAspect="1"/>
          </p:cNvSpPr>
          <p:nvPr>
            <p:ph type="sldImg"/>
          </p:nvPr>
        </p:nvSpPr>
        <p:spPr>
          <a:xfrm>
            <a:off x="381000" y="685800"/>
            <a:ext cx="6096000" cy="3429000"/>
          </a:xfrm>
          <a:prstGeom prst="rect">
            <a:avLst/>
          </a:prstGeom>
          <a:ln w="0">
            <a:noFill/>
          </a:ln>
        </p:spPr>
      </p:sp>
      <p:sp>
        <p:nvSpPr>
          <p:cNvPr id="496" name="PlaceHolder 2">
            <a:extLst>
              <a:ext uri="{FF2B5EF4-FFF2-40B4-BE49-F238E27FC236}">
                <a16:creationId xmlns:a16="http://schemas.microsoft.com/office/drawing/2014/main" id="{533DE285-94FC-1970-ECC7-385478EC0582}"/>
              </a:ext>
            </a:extLst>
          </p:cNvPr>
          <p:cNvSpPr>
            <a:spLocks noGrp="1"/>
          </p:cNvSpPr>
          <p:nvPr>
            <p:ph type="body"/>
          </p:nvPr>
        </p:nvSpPr>
        <p:spPr>
          <a:xfrm>
            <a:off x="685800" y="4343400"/>
            <a:ext cx="5485680" cy="4114080"/>
          </a:xfrm>
          <a:prstGeom prst="rect">
            <a:avLst/>
          </a:prstGeom>
          <a:noFill/>
          <a:ln w="0">
            <a:noFill/>
          </a:ln>
        </p:spPr>
        <p:txBody>
          <a:bodyPr lIns="0" tIns="0" rIns="0" bIns="0" anchor="t">
            <a:noAutofit/>
          </a:bodyPr>
          <a:lstStyle/>
          <a:p>
            <a:pPr marL="216000" indent="-216000">
              <a:buNone/>
            </a:pPr>
            <a:endParaRPr lang="de-DE" sz="1800" b="0" strike="noStrike" spc="-1">
              <a:solidFill>
                <a:srgbClr val="000000"/>
              </a:solidFill>
              <a:latin typeface="Calibri"/>
            </a:endParaRPr>
          </a:p>
        </p:txBody>
      </p:sp>
      <p:sp>
        <p:nvSpPr>
          <p:cNvPr id="497" name="PlaceHolder 3">
            <a:extLst>
              <a:ext uri="{FF2B5EF4-FFF2-40B4-BE49-F238E27FC236}">
                <a16:creationId xmlns:a16="http://schemas.microsoft.com/office/drawing/2014/main" id="{38AF4DF3-C099-1651-A92B-C38DB0827BD7}"/>
              </a:ext>
            </a:extLst>
          </p:cNvPr>
          <p:cNvSpPr>
            <a:spLocks noGrp="1"/>
          </p:cNvSpPr>
          <p:nvPr>
            <p:ph type="sldNum" idx="8"/>
          </p:nvPr>
        </p:nvSpPr>
        <p:spPr>
          <a:xfrm>
            <a:off x="3884760" y="8685360"/>
            <a:ext cx="2971080" cy="456480"/>
          </a:xfrm>
          <a:prstGeom prst="rect">
            <a:avLst/>
          </a:prstGeom>
          <a:noFill/>
          <a:ln w="0">
            <a:noFill/>
          </a:ln>
        </p:spPr>
        <p:txBody>
          <a:bodyPr lIns="0" tIns="0" rIns="0" bIns="0" anchor="b">
            <a:noAutofit/>
          </a:bodyPr>
          <a:lstStyle>
            <a:lvl1pPr indent="0" algn="r" defTabSz="914400">
              <a:lnSpc>
                <a:spcPct val="100000"/>
              </a:lnSpc>
              <a:buNone/>
              <a:tabLst>
                <a:tab pos="0" algn="l"/>
              </a:tabLst>
              <a:defRPr lang="de-DE" sz="1200" b="0" strike="noStrike" spc="-1">
                <a:solidFill>
                  <a:srgbClr val="000000"/>
                </a:solidFill>
                <a:latin typeface="Calibri"/>
                <a:ea typeface="+mn-ea"/>
              </a:defRPr>
            </a:lvl1pPr>
          </a:lstStyle>
          <a:p>
            <a:pPr indent="0" algn="r" defTabSz="914400">
              <a:lnSpc>
                <a:spcPct val="100000"/>
              </a:lnSpc>
              <a:buNone/>
              <a:tabLst>
                <a:tab pos="0" algn="l"/>
              </a:tabLst>
            </a:pPr>
            <a:fld id="{8CC0DE2F-4CEA-4058-9752-3D0BE603FF6E}" type="slidenum">
              <a:rPr lang="de-DE" sz="1200" b="0" strike="noStrike" spc="-1">
                <a:solidFill>
                  <a:srgbClr val="000000"/>
                </a:solidFill>
                <a:latin typeface="Calibri"/>
                <a:ea typeface="+mn-ea"/>
              </a:rPr>
              <a:t>34</a:t>
            </a:fld>
            <a:endParaRPr lang="de-DE" sz="1200" b="0" strike="noStrike" spc="-1">
              <a:solidFill>
                <a:srgbClr val="000000"/>
              </a:solidFill>
              <a:latin typeface="Calibri"/>
            </a:endParaRPr>
          </a:p>
        </p:txBody>
      </p:sp>
    </p:spTree>
    <p:extLst>
      <p:ext uri="{BB962C8B-B14F-4D97-AF65-F5344CB8AC3E}">
        <p14:creationId xmlns:p14="http://schemas.microsoft.com/office/powerpoint/2010/main" val="280989588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8.sv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9.sv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10.sv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11.sv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3.sv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sv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folie_Blau">
    <p:spTree>
      <p:nvGrpSpPr>
        <p:cNvPr id="1" name=""/>
        <p:cNvGrpSpPr/>
        <p:nvPr/>
      </p:nvGrpSpPr>
      <p:grpSpPr>
        <a:xfrm>
          <a:off x="0" y="0"/>
          <a:ext cx="0" cy="0"/>
          <a:chOff x="0" y="0"/>
          <a:chExt cx="0" cy="0"/>
        </a:xfrm>
      </p:grpSpPr>
      <p:sp>
        <p:nvSpPr>
          <p:cNvPr id="7" name="Rechteck 6">
            <a:extLst>
              <a:ext uri="{FF2B5EF4-FFF2-40B4-BE49-F238E27FC236}">
                <a16:creationId xmlns:a16="http://schemas.microsoft.com/office/drawing/2014/main" id="{76E57C58-43E6-4DA0-BC7D-0DB0606AB593}"/>
              </a:ext>
              <a:ext uri="{C183D7F6-B498-43B3-948B-1728B52AA6E4}">
                <adec:decorative xmlns:adec="http://schemas.microsoft.com/office/drawing/2017/decorative" val="1"/>
              </a:ext>
            </a:extLst>
          </p:cNvPr>
          <p:cNvSpPr/>
          <p:nvPr userDrawn="1"/>
        </p:nvSpPr>
        <p:spPr>
          <a:xfrm>
            <a:off x="0" y="0"/>
            <a:ext cx="12192000"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a:extLst>
              <a:ext uri="{FF2B5EF4-FFF2-40B4-BE49-F238E27FC236}">
                <a16:creationId xmlns:a16="http://schemas.microsoft.com/office/drawing/2014/main" id="{387645A5-8081-48C3-B5F8-643B270F4F3E}"/>
              </a:ext>
            </a:extLst>
          </p:cNvPr>
          <p:cNvSpPr>
            <a:spLocks noGrp="1"/>
          </p:cNvSpPr>
          <p:nvPr>
            <p:ph type="ctrTitle"/>
          </p:nvPr>
        </p:nvSpPr>
        <p:spPr>
          <a:xfrm>
            <a:off x="609600" y="3429000"/>
            <a:ext cx="10972800" cy="2196296"/>
          </a:xfrm>
          <a:prstGeom prst="rect">
            <a:avLst/>
          </a:prstGeom>
        </p:spPr>
        <p:txBody>
          <a:bodyPr anchor="t"/>
          <a:lstStyle>
            <a:lvl1pPr algn="l">
              <a:defRPr sz="4400">
                <a:solidFill>
                  <a:schemeClr val="bg1"/>
                </a:solidFill>
                <a:latin typeface="+mj-lt"/>
              </a:defRPr>
            </a:lvl1pPr>
          </a:lstStyle>
          <a:p>
            <a:r>
              <a:rPr lang="de-DE" dirty="0"/>
              <a:t>Mastertitelformat bearbeiten</a:t>
            </a:r>
          </a:p>
        </p:txBody>
      </p:sp>
      <p:sp>
        <p:nvSpPr>
          <p:cNvPr id="3" name="Untertitel 2">
            <a:extLst>
              <a:ext uri="{FF2B5EF4-FFF2-40B4-BE49-F238E27FC236}">
                <a16:creationId xmlns:a16="http://schemas.microsoft.com/office/drawing/2014/main" id="{47AE3C1A-CB2F-4CD1-90ED-300793FB0CA4}"/>
              </a:ext>
            </a:extLst>
          </p:cNvPr>
          <p:cNvSpPr>
            <a:spLocks noGrp="1"/>
          </p:cNvSpPr>
          <p:nvPr>
            <p:ph type="subTitle" idx="1"/>
          </p:nvPr>
        </p:nvSpPr>
        <p:spPr>
          <a:xfrm>
            <a:off x="609600" y="1736725"/>
            <a:ext cx="10972800" cy="1404937"/>
          </a:xfrm>
        </p:spPr>
        <p:txBody>
          <a:bodyPr anchor="b"/>
          <a:lstStyle>
            <a:lvl1pPr marL="0" indent="0" algn="l">
              <a:buNone/>
              <a:defRPr sz="20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Master-Untertitelformat bearbeiten</a:t>
            </a:r>
          </a:p>
        </p:txBody>
      </p:sp>
      <p:sp>
        <p:nvSpPr>
          <p:cNvPr id="14" name="Untertitel 2">
            <a:extLst>
              <a:ext uri="{FF2B5EF4-FFF2-40B4-BE49-F238E27FC236}">
                <a16:creationId xmlns:a16="http://schemas.microsoft.com/office/drawing/2014/main" id="{900D5406-B789-4FDC-AF8E-BA50BEF42698}"/>
              </a:ext>
              <a:ext uri="{C183D7F6-B498-43B3-948B-1728B52AA6E4}">
                <adec:decorative xmlns:adec="http://schemas.microsoft.com/office/drawing/2017/decorative" val="0"/>
              </a:ext>
            </a:extLst>
          </p:cNvPr>
          <p:cNvSpPr txBox="1">
            <a:spLocks/>
          </p:cNvSpPr>
          <p:nvPr userDrawn="1"/>
        </p:nvSpPr>
        <p:spPr>
          <a:xfrm>
            <a:off x="597543" y="6057900"/>
            <a:ext cx="10984857" cy="395287"/>
          </a:xfrm>
          <a:prstGeom prst="rect">
            <a:avLst/>
          </a:prstGeom>
        </p:spPr>
        <p:txBody>
          <a:bodyPr vert="horz" wrap="none" lIns="0" tIns="252000" rIns="0" bIns="0" rtlCol="0" anchor="t" anchorCtr="0">
            <a:noAutofit/>
          </a:bodyPr>
          <a:lstStyle>
            <a:lvl1pPr marL="0" indent="0" algn="l" defTabSz="914400" rtl="0" eaLnBrk="1" latinLnBrk="0" hangingPunct="1">
              <a:lnSpc>
                <a:spcPct val="100000"/>
              </a:lnSpc>
              <a:spcBef>
                <a:spcPts val="1200"/>
              </a:spcBef>
              <a:spcAft>
                <a:spcPts val="600"/>
              </a:spcAft>
              <a:buFont typeface="Arial" panose="020B0604020202020204" pitchFamily="34" charset="0"/>
              <a:buNone/>
              <a:defRPr sz="2000" b="0" kern="1200">
                <a:solidFill>
                  <a:schemeClr val="bg1"/>
                </a:solidFill>
                <a:latin typeface="+mn-lt"/>
                <a:ea typeface="+mn-ea"/>
                <a:cs typeface="+mn-cs"/>
              </a:defRPr>
            </a:lvl1pPr>
            <a:lvl2pPr marL="457200" indent="0" algn="ctr" defTabSz="914400" rtl="0" eaLnBrk="1" latinLnBrk="0" hangingPunct="1">
              <a:lnSpc>
                <a:spcPct val="100000"/>
              </a:lnSpc>
              <a:spcBef>
                <a:spcPts val="12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10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10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10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de-DE" sz="1200" dirty="0"/>
              <a:t>Dresden, // ??.??.2026</a:t>
            </a:r>
          </a:p>
        </p:txBody>
      </p:sp>
      <p:pic>
        <p:nvPicPr>
          <p:cNvPr id="9" name="Grafik 8" descr="Logo der TUD: einfarbig blau, Bildelement (punktsymetrische Anordnung zweier gleicher flächiger Winkelelemente) rechts daneben dreizeiliger Text: Technische Universität Dresden">
            <a:extLst>
              <a:ext uri="{FF2B5EF4-FFF2-40B4-BE49-F238E27FC236}">
                <a16:creationId xmlns:a16="http://schemas.microsoft.com/office/drawing/2014/main" id="{CB286486-4081-46A3-8FB1-838C770D442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09601" y="404813"/>
            <a:ext cx="1981199" cy="660400"/>
          </a:xfrm>
          <a:prstGeom prst="rect">
            <a:avLst/>
          </a:prstGeom>
        </p:spPr>
      </p:pic>
    </p:spTree>
    <p:extLst>
      <p:ext uri="{BB962C8B-B14F-4D97-AF65-F5344CB8AC3E}">
        <p14:creationId xmlns:p14="http://schemas.microsoft.com/office/powerpoint/2010/main" val="34761563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elfolie_weiß">
    <p:spTree>
      <p:nvGrpSpPr>
        <p:cNvPr id="1" name=""/>
        <p:cNvGrpSpPr/>
        <p:nvPr/>
      </p:nvGrpSpPr>
      <p:grpSpPr>
        <a:xfrm>
          <a:off x="0" y="0"/>
          <a:ext cx="0" cy="0"/>
          <a:chOff x="0" y="0"/>
          <a:chExt cx="0" cy="0"/>
        </a:xfrm>
      </p:grpSpPr>
      <p:sp>
        <p:nvSpPr>
          <p:cNvPr id="7" name="Rechteck 6">
            <a:extLst>
              <a:ext uri="{FF2B5EF4-FFF2-40B4-BE49-F238E27FC236}">
                <a16:creationId xmlns:a16="http://schemas.microsoft.com/office/drawing/2014/main" id="{76E57C58-43E6-4DA0-BC7D-0DB0606AB593}"/>
              </a:ext>
              <a:ext uri="{C183D7F6-B498-43B3-948B-1728B52AA6E4}">
                <adec:decorative xmlns:adec="http://schemas.microsoft.com/office/drawing/2017/decorative" val="1"/>
              </a:ext>
            </a:extLst>
          </p:cNvPr>
          <p:cNvSpPr/>
          <p:nvPr userDrawn="1"/>
        </p:nvSpPr>
        <p:spPr>
          <a:xfrm>
            <a:off x="0" y="0"/>
            <a:ext cx="12192000" cy="68580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2" name="Titel 1">
            <a:extLst>
              <a:ext uri="{FF2B5EF4-FFF2-40B4-BE49-F238E27FC236}">
                <a16:creationId xmlns:a16="http://schemas.microsoft.com/office/drawing/2014/main" id="{B33AC041-1A6E-42F5-81A2-02C98A0F27CA}"/>
              </a:ext>
            </a:extLst>
          </p:cNvPr>
          <p:cNvSpPr>
            <a:spLocks noGrp="1"/>
          </p:cNvSpPr>
          <p:nvPr>
            <p:ph type="ctrTitle"/>
          </p:nvPr>
        </p:nvSpPr>
        <p:spPr>
          <a:xfrm>
            <a:off x="609600" y="3429000"/>
            <a:ext cx="10972800" cy="2196296"/>
          </a:xfrm>
          <a:prstGeom prst="rect">
            <a:avLst/>
          </a:prstGeom>
        </p:spPr>
        <p:txBody>
          <a:bodyPr anchor="t"/>
          <a:lstStyle>
            <a:lvl1pPr algn="l">
              <a:defRPr sz="4400">
                <a:solidFill>
                  <a:schemeClr val="accent1"/>
                </a:solidFill>
              </a:defRPr>
            </a:lvl1pPr>
          </a:lstStyle>
          <a:p>
            <a:r>
              <a:rPr lang="de-DE" dirty="0"/>
              <a:t>Mastertitelformat bearbeiten</a:t>
            </a:r>
          </a:p>
        </p:txBody>
      </p:sp>
      <p:sp>
        <p:nvSpPr>
          <p:cNvPr id="13" name="Untertitel 2">
            <a:extLst>
              <a:ext uri="{FF2B5EF4-FFF2-40B4-BE49-F238E27FC236}">
                <a16:creationId xmlns:a16="http://schemas.microsoft.com/office/drawing/2014/main" id="{DA15133A-699F-4D35-8F40-4E67A2D2CBDC}"/>
              </a:ext>
            </a:extLst>
          </p:cNvPr>
          <p:cNvSpPr>
            <a:spLocks noGrp="1"/>
          </p:cNvSpPr>
          <p:nvPr>
            <p:ph type="subTitle" idx="1"/>
          </p:nvPr>
        </p:nvSpPr>
        <p:spPr>
          <a:xfrm>
            <a:off x="609600" y="1736725"/>
            <a:ext cx="10972800" cy="1404937"/>
          </a:xfrm>
        </p:spPr>
        <p:txBody>
          <a:bodyPr anchor="b"/>
          <a:lstStyle>
            <a:lvl1pPr marL="0" indent="0" algn="l">
              <a:buNone/>
              <a:defRPr sz="2000" b="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Master-Untertitelformat bearbeiten</a:t>
            </a:r>
          </a:p>
        </p:txBody>
      </p:sp>
      <p:sp>
        <p:nvSpPr>
          <p:cNvPr id="8" name="Untertitel 2">
            <a:extLst>
              <a:ext uri="{FF2B5EF4-FFF2-40B4-BE49-F238E27FC236}">
                <a16:creationId xmlns:a16="http://schemas.microsoft.com/office/drawing/2014/main" id="{67F0855C-B0D9-41CD-97A7-F4E38BC217F7}"/>
              </a:ext>
              <a:ext uri="{C183D7F6-B498-43B3-948B-1728B52AA6E4}">
                <adec:decorative xmlns:adec="http://schemas.microsoft.com/office/drawing/2017/decorative" val="0"/>
              </a:ext>
            </a:extLst>
          </p:cNvPr>
          <p:cNvSpPr txBox="1">
            <a:spLocks/>
          </p:cNvSpPr>
          <p:nvPr userDrawn="1"/>
        </p:nvSpPr>
        <p:spPr>
          <a:xfrm>
            <a:off x="597543" y="6057900"/>
            <a:ext cx="10984857" cy="395287"/>
          </a:xfrm>
          <a:prstGeom prst="rect">
            <a:avLst/>
          </a:prstGeom>
        </p:spPr>
        <p:txBody>
          <a:bodyPr vert="horz" wrap="none" lIns="0" tIns="252000" rIns="0" bIns="0" rtlCol="0" anchor="t" anchorCtr="0">
            <a:noAutofit/>
          </a:bodyPr>
          <a:lstStyle>
            <a:lvl1pPr marL="0" indent="0" algn="l" defTabSz="914400" rtl="0" eaLnBrk="1" latinLnBrk="0" hangingPunct="1">
              <a:lnSpc>
                <a:spcPct val="100000"/>
              </a:lnSpc>
              <a:spcBef>
                <a:spcPts val="1200"/>
              </a:spcBef>
              <a:spcAft>
                <a:spcPts val="600"/>
              </a:spcAft>
              <a:buFont typeface="Arial" panose="020B0604020202020204" pitchFamily="34" charset="0"/>
              <a:buNone/>
              <a:defRPr sz="2000" b="0" kern="1200">
                <a:solidFill>
                  <a:schemeClr val="bg1"/>
                </a:solidFill>
                <a:latin typeface="+mn-lt"/>
                <a:ea typeface="+mn-ea"/>
                <a:cs typeface="+mn-cs"/>
              </a:defRPr>
            </a:lvl1pPr>
            <a:lvl2pPr marL="457200" indent="0" algn="ctr" defTabSz="914400" rtl="0" eaLnBrk="1" latinLnBrk="0" hangingPunct="1">
              <a:lnSpc>
                <a:spcPct val="100000"/>
              </a:lnSpc>
              <a:spcBef>
                <a:spcPts val="12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10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10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10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de-DE" sz="1200" dirty="0">
                <a:solidFill>
                  <a:srgbClr val="00008C"/>
                </a:solidFill>
              </a:rPr>
              <a:t>Master-Untertitelformat bearbeiten</a:t>
            </a:r>
          </a:p>
        </p:txBody>
      </p:sp>
      <p:pic>
        <p:nvPicPr>
          <p:cNvPr id="9" name="Grafik 8" descr="Logo der TUD: einfarbig blau, Bildelement (punktsymetrische Anordnung zweier gleicher flächiger Winkelelemente) rechts daneben dreizeiliger Text: Technische Universität Dresden">
            <a:extLst>
              <a:ext uri="{FF2B5EF4-FFF2-40B4-BE49-F238E27FC236}">
                <a16:creationId xmlns:a16="http://schemas.microsoft.com/office/drawing/2014/main" id="{CB286486-4081-46A3-8FB1-838C770D442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09600" y="404811"/>
            <a:ext cx="1980000" cy="660000"/>
          </a:xfrm>
          <a:prstGeom prst="rect">
            <a:avLst/>
          </a:prstGeom>
        </p:spPr>
      </p:pic>
    </p:spTree>
    <p:extLst>
      <p:ext uri="{BB962C8B-B14F-4D97-AF65-F5344CB8AC3E}">
        <p14:creationId xmlns:p14="http://schemas.microsoft.com/office/powerpoint/2010/main" val="18296932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elfolie_Blau-Blau">
    <p:spTree>
      <p:nvGrpSpPr>
        <p:cNvPr id="1" name=""/>
        <p:cNvGrpSpPr/>
        <p:nvPr/>
      </p:nvGrpSpPr>
      <p:grpSpPr>
        <a:xfrm>
          <a:off x="0" y="0"/>
          <a:ext cx="0" cy="0"/>
          <a:chOff x="0" y="0"/>
          <a:chExt cx="0" cy="0"/>
        </a:xfrm>
      </p:grpSpPr>
      <p:sp>
        <p:nvSpPr>
          <p:cNvPr id="7" name="Rechteck 6">
            <a:extLst>
              <a:ext uri="{FF2B5EF4-FFF2-40B4-BE49-F238E27FC236}">
                <a16:creationId xmlns:a16="http://schemas.microsoft.com/office/drawing/2014/main" id="{76E57C58-43E6-4DA0-BC7D-0DB0606AB593}"/>
              </a:ext>
              <a:ext uri="{C183D7F6-B498-43B3-948B-1728B52AA6E4}">
                <adec:decorative xmlns:adec="http://schemas.microsoft.com/office/drawing/2017/decorative" val="1"/>
              </a:ext>
            </a:extLst>
          </p:cNvPr>
          <p:cNvSpPr/>
          <p:nvPr userDrawn="1"/>
        </p:nvSpPr>
        <p:spPr>
          <a:xfrm>
            <a:off x="0" y="0"/>
            <a:ext cx="12192000"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5" name="Grafik 4">
            <a:extLst>
              <a:ext uri="{FF2B5EF4-FFF2-40B4-BE49-F238E27FC236}">
                <a16:creationId xmlns:a16="http://schemas.microsoft.com/office/drawing/2014/main" id="{7D9BDB7B-ED04-48F9-A597-5D65D94A3078}"/>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16200000">
            <a:off x="-5154294" y="-4145914"/>
            <a:ext cx="17099914" cy="17099914"/>
          </a:xfrm>
          <a:prstGeom prst="rect">
            <a:avLst/>
          </a:prstGeom>
        </p:spPr>
      </p:pic>
      <p:sp>
        <p:nvSpPr>
          <p:cNvPr id="10" name="Titel 1">
            <a:extLst>
              <a:ext uri="{FF2B5EF4-FFF2-40B4-BE49-F238E27FC236}">
                <a16:creationId xmlns:a16="http://schemas.microsoft.com/office/drawing/2014/main" id="{1E516721-5786-4D57-87BF-FB724C98CD9E}"/>
              </a:ext>
            </a:extLst>
          </p:cNvPr>
          <p:cNvSpPr>
            <a:spLocks noGrp="1"/>
          </p:cNvSpPr>
          <p:nvPr>
            <p:ph type="ctrTitle"/>
          </p:nvPr>
        </p:nvSpPr>
        <p:spPr>
          <a:xfrm>
            <a:off x="609600" y="3429000"/>
            <a:ext cx="10972800" cy="2196296"/>
          </a:xfrm>
          <a:prstGeom prst="rect">
            <a:avLst/>
          </a:prstGeom>
        </p:spPr>
        <p:txBody>
          <a:bodyPr anchor="t"/>
          <a:lstStyle>
            <a:lvl1pPr algn="l">
              <a:defRPr sz="4400">
                <a:solidFill>
                  <a:schemeClr val="bg1"/>
                </a:solidFill>
              </a:defRPr>
            </a:lvl1pPr>
          </a:lstStyle>
          <a:p>
            <a:r>
              <a:rPr lang="de-DE" dirty="0"/>
              <a:t>Mastertitelformat bearbeiten</a:t>
            </a:r>
          </a:p>
        </p:txBody>
      </p:sp>
      <p:sp>
        <p:nvSpPr>
          <p:cNvPr id="11" name="Untertitel 2">
            <a:extLst>
              <a:ext uri="{FF2B5EF4-FFF2-40B4-BE49-F238E27FC236}">
                <a16:creationId xmlns:a16="http://schemas.microsoft.com/office/drawing/2014/main" id="{67F963C2-5833-44AC-B450-8D1C60C751CB}"/>
              </a:ext>
            </a:extLst>
          </p:cNvPr>
          <p:cNvSpPr>
            <a:spLocks noGrp="1"/>
          </p:cNvSpPr>
          <p:nvPr>
            <p:ph type="subTitle" idx="1"/>
          </p:nvPr>
        </p:nvSpPr>
        <p:spPr>
          <a:xfrm>
            <a:off x="609600" y="1736725"/>
            <a:ext cx="10972800" cy="1404937"/>
          </a:xfrm>
        </p:spPr>
        <p:txBody>
          <a:bodyPr anchor="b"/>
          <a:lstStyle>
            <a:lvl1pPr marL="0" indent="0" algn="l">
              <a:buNone/>
              <a:defRPr sz="20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Master-Untertitelformat bearbeiten</a:t>
            </a:r>
          </a:p>
        </p:txBody>
      </p:sp>
      <p:sp>
        <p:nvSpPr>
          <p:cNvPr id="8" name="Untertitel 2">
            <a:extLst>
              <a:ext uri="{FF2B5EF4-FFF2-40B4-BE49-F238E27FC236}">
                <a16:creationId xmlns:a16="http://schemas.microsoft.com/office/drawing/2014/main" id="{25C0215D-C2A9-4288-A167-D96DA6BA38FF}"/>
              </a:ext>
              <a:ext uri="{C183D7F6-B498-43B3-948B-1728B52AA6E4}">
                <adec:decorative xmlns:adec="http://schemas.microsoft.com/office/drawing/2017/decorative" val="0"/>
              </a:ext>
            </a:extLst>
          </p:cNvPr>
          <p:cNvSpPr txBox="1">
            <a:spLocks/>
          </p:cNvSpPr>
          <p:nvPr userDrawn="1"/>
        </p:nvSpPr>
        <p:spPr>
          <a:xfrm>
            <a:off x="597543" y="6057900"/>
            <a:ext cx="10984857" cy="395287"/>
          </a:xfrm>
          <a:prstGeom prst="rect">
            <a:avLst/>
          </a:prstGeom>
        </p:spPr>
        <p:txBody>
          <a:bodyPr vert="horz" wrap="none" lIns="0" tIns="252000" rIns="0" bIns="0" rtlCol="0" anchor="t" anchorCtr="0">
            <a:noAutofit/>
          </a:bodyPr>
          <a:lstStyle>
            <a:lvl1pPr marL="0" indent="0" algn="l" defTabSz="914400" rtl="0" eaLnBrk="1" latinLnBrk="0" hangingPunct="1">
              <a:lnSpc>
                <a:spcPct val="100000"/>
              </a:lnSpc>
              <a:spcBef>
                <a:spcPts val="1200"/>
              </a:spcBef>
              <a:spcAft>
                <a:spcPts val="600"/>
              </a:spcAft>
              <a:buFont typeface="Arial" panose="020B0604020202020204" pitchFamily="34" charset="0"/>
              <a:buNone/>
              <a:defRPr sz="2000" b="0" kern="1200">
                <a:solidFill>
                  <a:schemeClr val="bg1"/>
                </a:solidFill>
                <a:latin typeface="+mn-lt"/>
                <a:ea typeface="+mn-ea"/>
                <a:cs typeface="+mn-cs"/>
              </a:defRPr>
            </a:lvl1pPr>
            <a:lvl2pPr marL="457200" indent="0" algn="ctr" defTabSz="914400" rtl="0" eaLnBrk="1" latinLnBrk="0" hangingPunct="1">
              <a:lnSpc>
                <a:spcPct val="100000"/>
              </a:lnSpc>
              <a:spcBef>
                <a:spcPts val="12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10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10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10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de-DE" sz="1200" dirty="0"/>
              <a:t>Master-Untertitelformat bearbeiten</a:t>
            </a:r>
          </a:p>
        </p:txBody>
      </p:sp>
      <p:pic>
        <p:nvPicPr>
          <p:cNvPr id="9" name="Grafik 8" descr="Logo der TUD: einfarbig blau, Bildelement (punktsymetrische Anordnung zweier gleicher flächiger Winkelelemente) rechts daneben dreizeiliger Text: Technische Universität Dresden">
            <a:extLst>
              <a:ext uri="{FF2B5EF4-FFF2-40B4-BE49-F238E27FC236}">
                <a16:creationId xmlns:a16="http://schemas.microsoft.com/office/drawing/2014/main" id="{CB286486-4081-46A3-8FB1-838C770D442A}"/>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09600" y="404813"/>
            <a:ext cx="1980000" cy="660000"/>
          </a:xfrm>
          <a:prstGeom prst="rect">
            <a:avLst/>
          </a:prstGeom>
        </p:spPr>
      </p:pic>
    </p:spTree>
    <p:extLst>
      <p:ext uri="{BB962C8B-B14F-4D97-AF65-F5344CB8AC3E}">
        <p14:creationId xmlns:p14="http://schemas.microsoft.com/office/powerpoint/2010/main" val="23461728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elfolie_Farbe">
    <p:spTree>
      <p:nvGrpSpPr>
        <p:cNvPr id="1" name=""/>
        <p:cNvGrpSpPr/>
        <p:nvPr/>
      </p:nvGrpSpPr>
      <p:grpSpPr>
        <a:xfrm>
          <a:off x="0" y="0"/>
          <a:ext cx="0" cy="0"/>
          <a:chOff x="0" y="0"/>
          <a:chExt cx="0" cy="0"/>
        </a:xfrm>
      </p:grpSpPr>
      <p:sp>
        <p:nvSpPr>
          <p:cNvPr id="7" name="Rechteck 6">
            <a:extLst>
              <a:ext uri="{FF2B5EF4-FFF2-40B4-BE49-F238E27FC236}">
                <a16:creationId xmlns:a16="http://schemas.microsoft.com/office/drawing/2014/main" id="{76E57C58-43E6-4DA0-BC7D-0DB0606AB593}"/>
              </a:ext>
              <a:ext uri="{C183D7F6-B498-43B3-948B-1728B52AA6E4}">
                <adec:decorative xmlns:adec="http://schemas.microsoft.com/office/drawing/2017/decorative" val="1"/>
              </a:ext>
            </a:extLst>
          </p:cNvPr>
          <p:cNvSpPr/>
          <p:nvPr userDrawn="1"/>
        </p:nvSpPr>
        <p:spPr>
          <a:xfrm>
            <a:off x="0" y="0"/>
            <a:ext cx="12192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0" name="Titel 1">
            <a:extLst>
              <a:ext uri="{FF2B5EF4-FFF2-40B4-BE49-F238E27FC236}">
                <a16:creationId xmlns:a16="http://schemas.microsoft.com/office/drawing/2014/main" id="{1E516721-5786-4D57-87BF-FB724C98CD9E}"/>
              </a:ext>
            </a:extLst>
          </p:cNvPr>
          <p:cNvSpPr>
            <a:spLocks noGrp="1"/>
          </p:cNvSpPr>
          <p:nvPr>
            <p:ph type="ctrTitle"/>
          </p:nvPr>
        </p:nvSpPr>
        <p:spPr>
          <a:xfrm>
            <a:off x="609600" y="3429000"/>
            <a:ext cx="10972800" cy="2196296"/>
          </a:xfrm>
          <a:prstGeom prst="rect">
            <a:avLst/>
          </a:prstGeom>
        </p:spPr>
        <p:txBody>
          <a:bodyPr anchor="t"/>
          <a:lstStyle>
            <a:lvl1pPr algn="l">
              <a:defRPr sz="4400">
                <a:solidFill>
                  <a:schemeClr val="bg1"/>
                </a:solidFill>
              </a:defRPr>
            </a:lvl1pPr>
          </a:lstStyle>
          <a:p>
            <a:r>
              <a:rPr lang="de-DE" dirty="0"/>
              <a:t>Mastertitelformat bearbeiten</a:t>
            </a:r>
          </a:p>
        </p:txBody>
      </p:sp>
      <p:sp>
        <p:nvSpPr>
          <p:cNvPr id="11" name="Untertitel 2">
            <a:extLst>
              <a:ext uri="{FF2B5EF4-FFF2-40B4-BE49-F238E27FC236}">
                <a16:creationId xmlns:a16="http://schemas.microsoft.com/office/drawing/2014/main" id="{67F963C2-5833-44AC-B450-8D1C60C751CB}"/>
              </a:ext>
            </a:extLst>
          </p:cNvPr>
          <p:cNvSpPr>
            <a:spLocks noGrp="1"/>
          </p:cNvSpPr>
          <p:nvPr>
            <p:ph type="subTitle" idx="1"/>
          </p:nvPr>
        </p:nvSpPr>
        <p:spPr>
          <a:xfrm>
            <a:off x="609600" y="1736725"/>
            <a:ext cx="10972800" cy="1404937"/>
          </a:xfrm>
        </p:spPr>
        <p:txBody>
          <a:bodyPr anchor="b"/>
          <a:lstStyle>
            <a:lvl1pPr marL="0" indent="0" algn="l">
              <a:buNone/>
              <a:defRPr sz="20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Master-Untertitelformat bearbeiten</a:t>
            </a:r>
          </a:p>
        </p:txBody>
      </p:sp>
      <p:sp>
        <p:nvSpPr>
          <p:cNvPr id="8" name="Untertitel 2">
            <a:extLst>
              <a:ext uri="{FF2B5EF4-FFF2-40B4-BE49-F238E27FC236}">
                <a16:creationId xmlns:a16="http://schemas.microsoft.com/office/drawing/2014/main" id="{25C0215D-C2A9-4288-A167-D96DA6BA38FF}"/>
              </a:ext>
              <a:ext uri="{C183D7F6-B498-43B3-948B-1728B52AA6E4}">
                <adec:decorative xmlns:adec="http://schemas.microsoft.com/office/drawing/2017/decorative" val="0"/>
              </a:ext>
            </a:extLst>
          </p:cNvPr>
          <p:cNvSpPr txBox="1">
            <a:spLocks/>
          </p:cNvSpPr>
          <p:nvPr userDrawn="1"/>
        </p:nvSpPr>
        <p:spPr>
          <a:xfrm>
            <a:off x="597543" y="6057900"/>
            <a:ext cx="10984857" cy="395287"/>
          </a:xfrm>
          <a:prstGeom prst="rect">
            <a:avLst/>
          </a:prstGeom>
        </p:spPr>
        <p:txBody>
          <a:bodyPr vert="horz" wrap="none" lIns="0" tIns="252000" rIns="0" bIns="0" rtlCol="0" anchor="t" anchorCtr="0">
            <a:noAutofit/>
          </a:bodyPr>
          <a:lstStyle>
            <a:lvl1pPr marL="0" indent="0" algn="l" defTabSz="914400" rtl="0" eaLnBrk="1" latinLnBrk="0" hangingPunct="1">
              <a:lnSpc>
                <a:spcPct val="100000"/>
              </a:lnSpc>
              <a:spcBef>
                <a:spcPts val="1200"/>
              </a:spcBef>
              <a:spcAft>
                <a:spcPts val="600"/>
              </a:spcAft>
              <a:buFont typeface="Arial" panose="020B0604020202020204" pitchFamily="34" charset="0"/>
              <a:buNone/>
              <a:defRPr sz="2000" b="0" kern="1200">
                <a:solidFill>
                  <a:schemeClr val="bg1"/>
                </a:solidFill>
                <a:latin typeface="+mn-lt"/>
                <a:ea typeface="+mn-ea"/>
                <a:cs typeface="+mn-cs"/>
              </a:defRPr>
            </a:lvl1pPr>
            <a:lvl2pPr marL="457200" indent="0" algn="ctr" defTabSz="914400" rtl="0" eaLnBrk="1" latinLnBrk="0" hangingPunct="1">
              <a:lnSpc>
                <a:spcPct val="100000"/>
              </a:lnSpc>
              <a:spcBef>
                <a:spcPts val="12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10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10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10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de-DE" sz="1200" dirty="0"/>
              <a:t>Master-Untertitelformat bearbeiten</a:t>
            </a:r>
          </a:p>
        </p:txBody>
      </p:sp>
      <p:pic>
        <p:nvPicPr>
          <p:cNvPr id="9" name="Grafik 8" descr="Logo der TUD: einfarbig blau, Bildelement (punktsymetrische Anordnung zweier gleicher flächiger Winkelelemente) rechts daneben dreizeiliger Text: Technische Universität Dresden">
            <a:extLst>
              <a:ext uri="{FF2B5EF4-FFF2-40B4-BE49-F238E27FC236}">
                <a16:creationId xmlns:a16="http://schemas.microsoft.com/office/drawing/2014/main" id="{CB286486-4081-46A3-8FB1-838C770D442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09600" y="404813"/>
            <a:ext cx="1980000" cy="660000"/>
          </a:xfrm>
          <a:prstGeom prst="rect">
            <a:avLst/>
          </a:prstGeom>
        </p:spPr>
      </p:pic>
    </p:spTree>
    <p:extLst>
      <p:ext uri="{BB962C8B-B14F-4D97-AF65-F5344CB8AC3E}">
        <p14:creationId xmlns:p14="http://schemas.microsoft.com/office/powerpoint/2010/main" val="42827606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elfolie_Blau mit Bild">
    <p:spTree>
      <p:nvGrpSpPr>
        <p:cNvPr id="1" name=""/>
        <p:cNvGrpSpPr/>
        <p:nvPr/>
      </p:nvGrpSpPr>
      <p:grpSpPr>
        <a:xfrm>
          <a:off x="0" y="0"/>
          <a:ext cx="0" cy="0"/>
          <a:chOff x="0" y="0"/>
          <a:chExt cx="0" cy="0"/>
        </a:xfrm>
      </p:grpSpPr>
      <p:sp>
        <p:nvSpPr>
          <p:cNvPr id="7" name="Rechteck 6">
            <a:extLst>
              <a:ext uri="{FF2B5EF4-FFF2-40B4-BE49-F238E27FC236}">
                <a16:creationId xmlns:a16="http://schemas.microsoft.com/office/drawing/2014/main" id="{8DD5EDA3-D92A-4B08-8595-D60EA53E8AB5}"/>
              </a:ext>
              <a:ext uri="{C183D7F6-B498-43B3-948B-1728B52AA6E4}">
                <adec:decorative xmlns:adec="http://schemas.microsoft.com/office/drawing/2017/decorative" val="1"/>
              </a:ext>
            </a:extLst>
          </p:cNvPr>
          <p:cNvSpPr/>
          <p:nvPr userDrawn="1"/>
        </p:nvSpPr>
        <p:spPr>
          <a:xfrm>
            <a:off x="0" y="0"/>
            <a:ext cx="12192000"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0" name="Bildplatzhalter 19">
            <a:extLst>
              <a:ext uri="{FF2B5EF4-FFF2-40B4-BE49-F238E27FC236}">
                <a16:creationId xmlns:a16="http://schemas.microsoft.com/office/drawing/2014/main" id="{4455023C-E286-4137-97BF-103515D64345}"/>
              </a:ext>
            </a:extLst>
          </p:cNvPr>
          <p:cNvSpPr>
            <a:spLocks noGrp="1"/>
          </p:cNvSpPr>
          <p:nvPr>
            <p:ph type="pic" sz="quarter" idx="11"/>
          </p:nvPr>
        </p:nvSpPr>
        <p:spPr>
          <a:xfrm>
            <a:off x="4343400" y="-2729833"/>
            <a:ext cx="8487697" cy="8933116"/>
          </a:xfrm>
          <a:custGeom>
            <a:avLst/>
            <a:gdLst>
              <a:gd name="connsiteX0" fmla="*/ 14132540 w 14132540"/>
              <a:gd name="connsiteY0" fmla="*/ 0 h 14874190"/>
              <a:gd name="connsiteX1" fmla="*/ 14132540 w 14132540"/>
              <a:gd name="connsiteY1" fmla="*/ 8549569 h 14874190"/>
              <a:gd name="connsiteX2" fmla="*/ 7807920 w 14132540"/>
              <a:gd name="connsiteY2" fmla="*/ 14874190 h 14874190"/>
              <a:gd name="connsiteX3" fmla="*/ 1318488 w 14132540"/>
              <a:gd name="connsiteY3" fmla="*/ 14874190 h 14874190"/>
              <a:gd name="connsiteX4" fmla="*/ 0 w 14132540"/>
              <a:gd name="connsiteY4" fmla="*/ 7437096 h 14874190"/>
              <a:gd name="connsiteX5" fmla="*/ 6695444 w 14132540"/>
              <a:gd name="connsiteY5" fmla="*/ 7437096 h 14874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132540" h="14874190">
                <a:moveTo>
                  <a:pt x="14132540" y="0"/>
                </a:moveTo>
                <a:lnTo>
                  <a:pt x="14132540" y="8549569"/>
                </a:lnTo>
                <a:lnTo>
                  <a:pt x="7807920" y="14874190"/>
                </a:lnTo>
                <a:lnTo>
                  <a:pt x="1318488" y="14874190"/>
                </a:lnTo>
                <a:lnTo>
                  <a:pt x="0" y="7437096"/>
                </a:lnTo>
                <a:lnTo>
                  <a:pt x="6695444" y="7437096"/>
                </a:lnTo>
                <a:close/>
              </a:path>
            </a:pathLst>
          </a:custGeom>
          <a:solidFill>
            <a:schemeClr val="bg2">
              <a:lumMod val="95000"/>
            </a:schemeClr>
          </a:solidFill>
        </p:spPr>
        <p:txBody>
          <a:bodyPr wrap="square">
            <a:noAutofit/>
          </a:bodyPr>
          <a:lstStyle/>
          <a:p>
            <a:endParaRPr lang="en-US"/>
          </a:p>
        </p:txBody>
      </p:sp>
      <p:sp>
        <p:nvSpPr>
          <p:cNvPr id="11" name="Titel 1">
            <a:extLst>
              <a:ext uri="{FF2B5EF4-FFF2-40B4-BE49-F238E27FC236}">
                <a16:creationId xmlns:a16="http://schemas.microsoft.com/office/drawing/2014/main" id="{5660C67F-FED1-4A52-8BB6-681602854CA7}"/>
              </a:ext>
            </a:extLst>
          </p:cNvPr>
          <p:cNvSpPr>
            <a:spLocks noGrp="1"/>
          </p:cNvSpPr>
          <p:nvPr>
            <p:ph type="ctrTitle"/>
          </p:nvPr>
        </p:nvSpPr>
        <p:spPr>
          <a:xfrm>
            <a:off x="609600" y="3429000"/>
            <a:ext cx="3733800" cy="2196296"/>
          </a:xfrm>
          <a:prstGeom prst="rect">
            <a:avLst/>
          </a:prstGeom>
        </p:spPr>
        <p:txBody>
          <a:bodyPr anchor="t"/>
          <a:lstStyle>
            <a:lvl1pPr algn="l">
              <a:defRPr sz="4400">
                <a:solidFill>
                  <a:schemeClr val="bg1"/>
                </a:solidFill>
              </a:defRPr>
            </a:lvl1pPr>
          </a:lstStyle>
          <a:p>
            <a:r>
              <a:rPr lang="de-DE" dirty="0"/>
              <a:t>Mastertitelformat bearbeiten</a:t>
            </a:r>
          </a:p>
        </p:txBody>
      </p:sp>
      <p:sp>
        <p:nvSpPr>
          <p:cNvPr id="12" name="Untertitel 2">
            <a:extLst>
              <a:ext uri="{FF2B5EF4-FFF2-40B4-BE49-F238E27FC236}">
                <a16:creationId xmlns:a16="http://schemas.microsoft.com/office/drawing/2014/main" id="{1479E72A-70A9-4EE1-A77B-8E907C4A2D7A}"/>
              </a:ext>
            </a:extLst>
          </p:cNvPr>
          <p:cNvSpPr>
            <a:spLocks noGrp="1"/>
          </p:cNvSpPr>
          <p:nvPr>
            <p:ph type="subTitle" idx="1"/>
          </p:nvPr>
        </p:nvSpPr>
        <p:spPr>
          <a:xfrm>
            <a:off x="609600" y="1736725"/>
            <a:ext cx="3733800" cy="1404937"/>
          </a:xfrm>
        </p:spPr>
        <p:txBody>
          <a:bodyPr anchor="b"/>
          <a:lstStyle>
            <a:lvl1pPr marL="0" indent="0" algn="l">
              <a:buNone/>
              <a:defRPr sz="20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Master-Untertitelformat bearbeiten</a:t>
            </a:r>
          </a:p>
        </p:txBody>
      </p:sp>
      <p:sp>
        <p:nvSpPr>
          <p:cNvPr id="13" name="Untertitel 2">
            <a:extLst>
              <a:ext uri="{FF2B5EF4-FFF2-40B4-BE49-F238E27FC236}">
                <a16:creationId xmlns:a16="http://schemas.microsoft.com/office/drawing/2014/main" id="{C549F246-3DE0-4A33-89D1-F3F79D06D451}"/>
              </a:ext>
              <a:ext uri="{C183D7F6-B498-43B3-948B-1728B52AA6E4}">
                <adec:decorative xmlns:adec="http://schemas.microsoft.com/office/drawing/2017/decorative" val="0"/>
              </a:ext>
            </a:extLst>
          </p:cNvPr>
          <p:cNvSpPr txBox="1">
            <a:spLocks/>
          </p:cNvSpPr>
          <p:nvPr userDrawn="1"/>
        </p:nvSpPr>
        <p:spPr>
          <a:xfrm>
            <a:off x="597543" y="6057900"/>
            <a:ext cx="3737903" cy="395287"/>
          </a:xfrm>
          <a:prstGeom prst="rect">
            <a:avLst/>
          </a:prstGeom>
        </p:spPr>
        <p:txBody>
          <a:bodyPr vert="horz" wrap="none" lIns="0" tIns="252000" rIns="0" bIns="0" rtlCol="0" anchor="t" anchorCtr="0">
            <a:noAutofit/>
          </a:bodyPr>
          <a:lstStyle>
            <a:lvl1pPr marL="0" indent="0" algn="l" defTabSz="914400" rtl="0" eaLnBrk="1" latinLnBrk="0" hangingPunct="1">
              <a:lnSpc>
                <a:spcPct val="100000"/>
              </a:lnSpc>
              <a:spcBef>
                <a:spcPts val="1200"/>
              </a:spcBef>
              <a:spcAft>
                <a:spcPts val="600"/>
              </a:spcAft>
              <a:buFont typeface="Arial" panose="020B0604020202020204" pitchFamily="34" charset="0"/>
              <a:buNone/>
              <a:defRPr sz="2000" b="0" kern="1200">
                <a:solidFill>
                  <a:schemeClr val="bg1"/>
                </a:solidFill>
                <a:latin typeface="+mn-lt"/>
                <a:ea typeface="+mn-ea"/>
                <a:cs typeface="+mn-cs"/>
              </a:defRPr>
            </a:lvl1pPr>
            <a:lvl2pPr marL="457200" indent="0" algn="ctr" defTabSz="914400" rtl="0" eaLnBrk="1" latinLnBrk="0" hangingPunct="1">
              <a:lnSpc>
                <a:spcPct val="100000"/>
              </a:lnSpc>
              <a:spcBef>
                <a:spcPts val="12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10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10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10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de-DE" sz="1200" dirty="0"/>
              <a:t>Master-Untertitelformat bearbeiten</a:t>
            </a:r>
          </a:p>
        </p:txBody>
      </p:sp>
      <p:pic>
        <p:nvPicPr>
          <p:cNvPr id="14" name="Grafik 13" descr="Logo der TUD: einfarbig blau, Bildelement (punktsymetrische Anordnung zweier gleicher flächiger Winkelelemente) rechts daneben dreizeiliger Text: Technische Universität Dresden">
            <a:extLst>
              <a:ext uri="{FF2B5EF4-FFF2-40B4-BE49-F238E27FC236}">
                <a16:creationId xmlns:a16="http://schemas.microsoft.com/office/drawing/2014/main" id="{2ABD550D-91E8-47A8-B795-738A4BCA960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09600" y="404813"/>
            <a:ext cx="1980000" cy="660000"/>
          </a:xfrm>
          <a:prstGeom prst="rect">
            <a:avLst/>
          </a:prstGeom>
        </p:spPr>
      </p:pic>
    </p:spTree>
    <p:extLst>
      <p:ext uri="{BB962C8B-B14F-4D97-AF65-F5344CB8AC3E}">
        <p14:creationId xmlns:p14="http://schemas.microsoft.com/office/powerpoint/2010/main" val="38846083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Titelfolie_Blau mit Bild">
    <p:spTree>
      <p:nvGrpSpPr>
        <p:cNvPr id="1" name=""/>
        <p:cNvGrpSpPr/>
        <p:nvPr/>
      </p:nvGrpSpPr>
      <p:grpSpPr>
        <a:xfrm>
          <a:off x="0" y="0"/>
          <a:ext cx="0" cy="0"/>
          <a:chOff x="0" y="0"/>
          <a:chExt cx="0" cy="0"/>
        </a:xfrm>
      </p:grpSpPr>
      <p:sp>
        <p:nvSpPr>
          <p:cNvPr id="7" name="Rechteck 6">
            <a:extLst>
              <a:ext uri="{FF2B5EF4-FFF2-40B4-BE49-F238E27FC236}">
                <a16:creationId xmlns:a16="http://schemas.microsoft.com/office/drawing/2014/main" id="{8DD5EDA3-D92A-4B08-8595-D60EA53E8AB5}"/>
              </a:ext>
              <a:ext uri="{C183D7F6-B498-43B3-948B-1728B52AA6E4}">
                <adec:decorative xmlns:adec="http://schemas.microsoft.com/office/drawing/2017/decorative" val="1"/>
              </a:ext>
            </a:extLst>
          </p:cNvPr>
          <p:cNvSpPr/>
          <p:nvPr userDrawn="1"/>
        </p:nvSpPr>
        <p:spPr>
          <a:xfrm>
            <a:off x="0" y="0"/>
            <a:ext cx="12192000"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1" name="Titel 1">
            <a:extLst>
              <a:ext uri="{FF2B5EF4-FFF2-40B4-BE49-F238E27FC236}">
                <a16:creationId xmlns:a16="http://schemas.microsoft.com/office/drawing/2014/main" id="{5660C67F-FED1-4A52-8BB6-681602854CA7}"/>
              </a:ext>
            </a:extLst>
          </p:cNvPr>
          <p:cNvSpPr>
            <a:spLocks noGrp="1"/>
          </p:cNvSpPr>
          <p:nvPr>
            <p:ph type="ctrTitle"/>
          </p:nvPr>
        </p:nvSpPr>
        <p:spPr>
          <a:xfrm>
            <a:off x="609600" y="3429000"/>
            <a:ext cx="3733800" cy="2196296"/>
          </a:xfrm>
          <a:prstGeom prst="rect">
            <a:avLst/>
          </a:prstGeom>
        </p:spPr>
        <p:txBody>
          <a:bodyPr anchor="t"/>
          <a:lstStyle>
            <a:lvl1pPr algn="l">
              <a:defRPr sz="4400">
                <a:solidFill>
                  <a:schemeClr val="bg1"/>
                </a:solidFill>
              </a:defRPr>
            </a:lvl1pPr>
          </a:lstStyle>
          <a:p>
            <a:r>
              <a:rPr lang="de-DE" dirty="0"/>
              <a:t>Mastertitelformat bearbeiten</a:t>
            </a:r>
          </a:p>
        </p:txBody>
      </p:sp>
      <p:sp>
        <p:nvSpPr>
          <p:cNvPr id="12" name="Untertitel 2">
            <a:extLst>
              <a:ext uri="{FF2B5EF4-FFF2-40B4-BE49-F238E27FC236}">
                <a16:creationId xmlns:a16="http://schemas.microsoft.com/office/drawing/2014/main" id="{1479E72A-70A9-4EE1-A77B-8E907C4A2D7A}"/>
              </a:ext>
            </a:extLst>
          </p:cNvPr>
          <p:cNvSpPr>
            <a:spLocks noGrp="1"/>
          </p:cNvSpPr>
          <p:nvPr>
            <p:ph type="subTitle" idx="1"/>
          </p:nvPr>
        </p:nvSpPr>
        <p:spPr>
          <a:xfrm>
            <a:off x="609600" y="1736725"/>
            <a:ext cx="3733800" cy="1404937"/>
          </a:xfrm>
        </p:spPr>
        <p:txBody>
          <a:bodyPr anchor="b"/>
          <a:lstStyle>
            <a:lvl1pPr marL="0" indent="0" algn="l">
              <a:buNone/>
              <a:defRPr sz="20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Master-Untertitelformat bearbeiten</a:t>
            </a:r>
          </a:p>
        </p:txBody>
      </p:sp>
      <p:sp>
        <p:nvSpPr>
          <p:cNvPr id="13" name="Untertitel 2">
            <a:extLst>
              <a:ext uri="{FF2B5EF4-FFF2-40B4-BE49-F238E27FC236}">
                <a16:creationId xmlns:a16="http://schemas.microsoft.com/office/drawing/2014/main" id="{C549F246-3DE0-4A33-89D1-F3F79D06D451}"/>
              </a:ext>
              <a:ext uri="{C183D7F6-B498-43B3-948B-1728B52AA6E4}">
                <adec:decorative xmlns:adec="http://schemas.microsoft.com/office/drawing/2017/decorative" val="0"/>
              </a:ext>
            </a:extLst>
          </p:cNvPr>
          <p:cNvSpPr txBox="1">
            <a:spLocks/>
          </p:cNvSpPr>
          <p:nvPr userDrawn="1"/>
        </p:nvSpPr>
        <p:spPr>
          <a:xfrm>
            <a:off x="597543" y="6057900"/>
            <a:ext cx="3737903" cy="395287"/>
          </a:xfrm>
          <a:prstGeom prst="rect">
            <a:avLst/>
          </a:prstGeom>
        </p:spPr>
        <p:txBody>
          <a:bodyPr vert="horz" wrap="none" lIns="0" tIns="252000" rIns="0" bIns="0" rtlCol="0" anchor="t" anchorCtr="0">
            <a:noAutofit/>
          </a:bodyPr>
          <a:lstStyle>
            <a:lvl1pPr marL="0" indent="0" algn="l" defTabSz="914400" rtl="0" eaLnBrk="1" latinLnBrk="0" hangingPunct="1">
              <a:lnSpc>
                <a:spcPct val="100000"/>
              </a:lnSpc>
              <a:spcBef>
                <a:spcPts val="1200"/>
              </a:spcBef>
              <a:spcAft>
                <a:spcPts val="600"/>
              </a:spcAft>
              <a:buFont typeface="Arial" panose="020B0604020202020204" pitchFamily="34" charset="0"/>
              <a:buNone/>
              <a:defRPr sz="2000" b="0" kern="1200">
                <a:solidFill>
                  <a:schemeClr val="bg1"/>
                </a:solidFill>
                <a:latin typeface="+mn-lt"/>
                <a:ea typeface="+mn-ea"/>
                <a:cs typeface="+mn-cs"/>
              </a:defRPr>
            </a:lvl1pPr>
            <a:lvl2pPr marL="457200" indent="0" algn="ctr" defTabSz="914400" rtl="0" eaLnBrk="1" latinLnBrk="0" hangingPunct="1">
              <a:lnSpc>
                <a:spcPct val="100000"/>
              </a:lnSpc>
              <a:spcBef>
                <a:spcPts val="12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10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10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10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de-DE" sz="1200" dirty="0"/>
              <a:t>Master-Untertitelformat bearbeiten</a:t>
            </a:r>
          </a:p>
        </p:txBody>
      </p:sp>
      <p:pic>
        <p:nvPicPr>
          <p:cNvPr id="14" name="Grafik 13" descr="Logo der TUD: einfarbig blau, Bildelement (punktsymetrische Anordnung zweier gleicher flächiger Winkelelemente) rechts daneben dreizeiliger Text: Technische Universität Dresden">
            <a:extLst>
              <a:ext uri="{FF2B5EF4-FFF2-40B4-BE49-F238E27FC236}">
                <a16:creationId xmlns:a16="http://schemas.microsoft.com/office/drawing/2014/main" id="{2ABD550D-91E8-47A8-B795-738A4BCA960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09600" y="404813"/>
            <a:ext cx="1980000" cy="660000"/>
          </a:xfrm>
          <a:prstGeom prst="rect">
            <a:avLst/>
          </a:prstGeom>
        </p:spPr>
      </p:pic>
      <p:sp>
        <p:nvSpPr>
          <p:cNvPr id="18" name="Bildplatzhalter 17">
            <a:extLst>
              <a:ext uri="{FF2B5EF4-FFF2-40B4-BE49-F238E27FC236}">
                <a16:creationId xmlns:a16="http://schemas.microsoft.com/office/drawing/2014/main" id="{BBB40F93-65D6-4149-B050-3391578239F4}"/>
              </a:ext>
            </a:extLst>
          </p:cNvPr>
          <p:cNvSpPr>
            <a:spLocks noGrp="1"/>
          </p:cNvSpPr>
          <p:nvPr>
            <p:ph type="pic" sz="quarter" idx="11"/>
          </p:nvPr>
        </p:nvSpPr>
        <p:spPr>
          <a:xfrm>
            <a:off x="4562475" y="-1"/>
            <a:ext cx="11220449" cy="6867666"/>
          </a:xfrm>
          <a:custGeom>
            <a:avLst/>
            <a:gdLst>
              <a:gd name="connsiteX0" fmla="*/ 0 w 11204656"/>
              <a:gd name="connsiteY0" fmla="*/ 0 h 6858000"/>
              <a:gd name="connsiteX1" fmla="*/ 11204656 w 11204656"/>
              <a:gd name="connsiteY1" fmla="*/ 0 h 6858000"/>
              <a:gd name="connsiteX2" fmla="*/ 11204656 w 11204656"/>
              <a:gd name="connsiteY2" fmla="*/ 6858000 h 6858000"/>
              <a:gd name="connsiteX3" fmla="*/ 1215824 w 1120465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1204656" h="6858000">
                <a:moveTo>
                  <a:pt x="0" y="0"/>
                </a:moveTo>
                <a:lnTo>
                  <a:pt x="11204656" y="0"/>
                </a:lnTo>
                <a:lnTo>
                  <a:pt x="11204656" y="6858000"/>
                </a:lnTo>
                <a:lnTo>
                  <a:pt x="1215824" y="6858000"/>
                </a:lnTo>
                <a:close/>
              </a:path>
            </a:pathLst>
          </a:custGeom>
          <a:solidFill>
            <a:schemeClr val="bg2">
              <a:lumMod val="95000"/>
            </a:schemeClr>
          </a:solidFill>
        </p:spPr>
        <p:txBody>
          <a:bodyPr wrap="square">
            <a:noAutofit/>
          </a:bodyPr>
          <a:lstStyle/>
          <a:p>
            <a:endParaRPr lang="en-US"/>
          </a:p>
        </p:txBody>
      </p:sp>
    </p:spTree>
    <p:extLst>
      <p:ext uri="{BB962C8B-B14F-4D97-AF65-F5344CB8AC3E}">
        <p14:creationId xmlns:p14="http://schemas.microsoft.com/office/powerpoint/2010/main" val="19429797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Layoutvorgaben">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7AE24BA-B819-4480-B7C5-BEEF871BD6FB}"/>
              </a:ext>
            </a:extLst>
          </p:cNvPr>
          <p:cNvSpPr>
            <a:spLocks noGrp="1"/>
          </p:cNvSpPr>
          <p:nvPr>
            <p:ph type="title" hasCustomPrompt="1"/>
          </p:nvPr>
        </p:nvSpPr>
        <p:spPr>
          <a:xfrm>
            <a:off x="609600" y="404813"/>
            <a:ext cx="10972800" cy="647700"/>
          </a:xfrm>
          <a:prstGeom prst="rect">
            <a:avLst/>
          </a:prstGeom>
          <a:solidFill>
            <a:schemeClr val="accent2">
              <a:lumMod val="40000"/>
              <a:lumOff val="60000"/>
            </a:schemeClr>
          </a:solidFill>
        </p:spPr>
        <p:txBody>
          <a:bodyPr/>
          <a:lstStyle>
            <a:lvl1pPr>
              <a:defRPr/>
            </a:lvl1pPr>
          </a:lstStyle>
          <a:p>
            <a:r>
              <a:rPr lang="de-DE" dirty="0"/>
              <a:t>Titel Schriftgröße 32pt</a:t>
            </a:r>
          </a:p>
        </p:txBody>
      </p:sp>
      <p:sp>
        <p:nvSpPr>
          <p:cNvPr id="3" name="Inhaltsplatzhalter 2">
            <a:extLst>
              <a:ext uri="{FF2B5EF4-FFF2-40B4-BE49-F238E27FC236}">
                <a16:creationId xmlns:a16="http://schemas.microsoft.com/office/drawing/2014/main" id="{78EAB754-52DE-483E-9141-006ADE499887}"/>
              </a:ext>
            </a:extLst>
          </p:cNvPr>
          <p:cNvSpPr>
            <a:spLocks noGrp="1"/>
          </p:cNvSpPr>
          <p:nvPr>
            <p:ph idx="1" hasCustomPrompt="1"/>
          </p:nvPr>
        </p:nvSpPr>
        <p:spPr>
          <a:xfrm>
            <a:off x="609599" y="1736725"/>
            <a:ext cx="10972801" cy="4105275"/>
          </a:xfrm>
          <a:solidFill>
            <a:schemeClr val="accent2">
              <a:lumMod val="40000"/>
              <a:lumOff val="60000"/>
            </a:schemeClr>
          </a:solidFill>
        </p:spPr>
        <p:txBody>
          <a:bodyPr/>
          <a:lstStyle>
            <a:lvl1pPr>
              <a:defRPr/>
            </a:lvl1pPr>
            <a:lvl2pPr>
              <a:defRPr/>
            </a:lvl2pPr>
            <a:lvl3pPr>
              <a:defRPr/>
            </a:lvl3pPr>
          </a:lstStyle>
          <a:p>
            <a:pPr lvl="0"/>
            <a:r>
              <a:rPr lang="de-DE" dirty="0"/>
              <a:t>Mastertextformat Schriftgröße 20pt</a:t>
            </a:r>
            <a:br>
              <a:rPr lang="de-DE" dirty="0"/>
            </a:br>
            <a:r>
              <a:rPr lang="de-DE" dirty="0"/>
              <a:t>(Kann vergrößert werden auf 24pt, Minimum Schriftgröße 16 </a:t>
            </a:r>
            <a:r>
              <a:rPr lang="de-DE" dirty="0" err="1"/>
              <a:t>pt</a:t>
            </a:r>
            <a:r>
              <a:rPr lang="de-DE" dirty="0"/>
              <a:t>)</a:t>
            </a:r>
          </a:p>
          <a:p>
            <a:pPr lvl="1"/>
            <a:r>
              <a:rPr lang="de-DE" dirty="0"/>
              <a:t>Die Schriftgrößen wurde in folgenden Räumen getestet</a:t>
            </a:r>
          </a:p>
          <a:p>
            <a:pPr lvl="2"/>
            <a:r>
              <a:rPr lang="de-DE" dirty="0"/>
              <a:t>HSZ Audimax</a:t>
            </a:r>
          </a:p>
          <a:p>
            <a:pPr lvl="2"/>
            <a:r>
              <a:rPr lang="de-DE" dirty="0"/>
              <a:t>HSZ Hörsaal 3</a:t>
            </a:r>
          </a:p>
          <a:p>
            <a:pPr lvl="2"/>
            <a:r>
              <a:rPr lang="de-DE" dirty="0"/>
              <a:t>HSZ Seminarraum klein</a:t>
            </a:r>
          </a:p>
          <a:p>
            <a:pPr lvl="1"/>
            <a:r>
              <a:rPr lang="de-DE" dirty="0"/>
              <a:t>In allen drei Räumen ist 20 und 24 </a:t>
            </a:r>
            <a:r>
              <a:rPr lang="de-DE" dirty="0" err="1"/>
              <a:t>pt</a:t>
            </a:r>
            <a:r>
              <a:rPr lang="de-DE" dirty="0"/>
              <a:t> gut lesbar. Im </a:t>
            </a:r>
            <a:r>
              <a:rPr lang="de-DE" dirty="0" err="1"/>
              <a:t>Seminaraum</a:t>
            </a:r>
            <a:r>
              <a:rPr lang="de-DE" dirty="0"/>
              <a:t> ist 16 </a:t>
            </a:r>
            <a:r>
              <a:rPr lang="de-DE" dirty="0" err="1"/>
              <a:t>pt</a:t>
            </a:r>
            <a:r>
              <a:rPr lang="de-DE" dirty="0"/>
              <a:t> grenzwertig klein.</a:t>
            </a:r>
          </a:p>
        </p:txBody>
      </p:sp>
      <p:sp>
        <p:nvSpPr>
          <p:cNvPr id="11" name="Rechteck 10">
            <a:extLst>
              <a:ext uri="{FF2B5EF4-FFF2-40B4-BE49-F238E27FC236}">
                <a16:creationId xmlns:a16="http://schemas.microsoft.com/office/drawing/2014/main" id="{86E97365-2970-48C5-8643-B05B104BD1FB}"/>
              </a:ext>
              <a:ext uri="{C183D7F6-B498-43B3-948B-1728B52AA6E4}">
                <adec:decorative xmlns:adec="http://schemas.microsoft.com/office/drawing/2017/decorative" val="0"/>
              </a:ext>
            </a:extLst>
          </p:cNvPr>
          <p:cNvSpPr/>
          <p:nvPr userDrawn="1"/>
        </p:nvSpPr>
        <p:spPr>
          <a:xfrm>
            <a:off x="8075614" y="6057900"/>
            <a:ext cx="3506786" cy="395288"/>
          </a:xfrm>
          <a:prstGeom prst="rect">
            <a:avLst/>
          </a:prstGeom>
          <a:solidFill>
            <a:schemeClr val="accent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rgbClr val="BC1589"/>
                </a:solidFill>
              </a:rPr>
              <a:t>Platz für Zweitlogos</a:t>
            </a:r>
            <a:endParaRPr lang="en-US" dirty="0">
              <a:solidFill>
                <a:srgbClr val="BC1589"/>
              </a:solidFill>
            </a:endParaRPr>
          </a:p>
        </p:txBody>
      </p:sp>
      <p:sp>
        <p:nvSpPr>
          <p:cNvPr id="8" name="Rechteck 7">
            <a:extLst>
              <a:ext uri="{FF2B5EF4-FFF2-40B4-BE49-F238E27FC236}">
                <a16:creationId xmlns:a16="http://schemas.microsoft.com/office/drawing/2014/main" id="{A471FF40-B767-4E15-B8F5-6DAC252E94C7}"/>
              </a:ext>
              <a:ext uri="{C183D7F6-B498-43B3-948B-1728B52AA6E4}">
                <adec:decorative xmlns:adec="http://schemas.microsoft.com/office/drawing/2017/decorative" val="1"/>
              </a:ext>
            </a:extLst>
          </p:cNvPr>
          <p:cNvSpPr/>
          <p:nvPr userDrawn="1"/>
        </p:nvSpPr>
        <p:spPr>
          <a:xfrm>
            <a:off x="0" y="1052513"/>
            <a:ext cx="12192000" cy="684212"/>
          </a:xfrm>
          <a:prstGeom prst="rect">
            <a:avLst/>
          </a:prstGeom>
          <a:solidFill>
            <a:srgbClr val="FFB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rgbClr val="BC1589"/>
                </a:solidFill>
              </a:rPr>
              <a:t>Schutzraum</a:t>
            </a:r>
            <a:endParaRPr lang="en-US" dirty="0">
              <a:solidFill>
                <a:srgbClr val="BC1589"/>
              </a:solidFill>
            </a:endParaRPr>
          </a:p>
        </p:txBody>
      </p:sp>
      <p:sp>
        <p:nvSpPr>
          <p:cNvPr id="10" name="Rechteck 9">
            <a:extLst>
              <a:ext uri="{FF2B5EF4-FFF2-40B4-BE49-F238E27FC236}">
                <a16:creationId xmlns:a16="http://schemas.microsoft.com/office/drawing/2014/main" id="{F07D106F-3835-4287-88EB-AAAD315A8528}"/>
              </a:ext>
              <a:ext uri="{C183D7F6-B498-43B3-948B-1728B52AA6E4}">
                <adec:decorative xmlns:adec="http://schemas.microsoft.com/office/drawing/2017/decorative" val="1"/>
              </a:ext>
            </a:extLst>
          </p:cNvPr>
          <p:cNvSpPr/>
          <p:nvPr userDrawn="1"/>
        </p:nvSpPr>
        <p:spPr>
          <a:xfrm>
            <a:off x="0" y="5842000"/>
            <a:ext cx="12192000" cy="215900"/>
          </a:xfrm>
          <a:prstGeom prst="rect">
            <a:avLst/>
          </a:prstGeom>
          <a:solidFill>
            <a:srgbClr val="FFB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rgbClr val="BC1589"/>
                </a:solidFill>
              </a:rPr>
              <a:t>Schutzraum</a:t>
            </a:r>
            <a:endParaRPr lang="en-US" dirty="0">
              <a:solidFill>
                <a:srgbClr val="BC1589"/>
              </a:solidFill>
            </a:endParaRPr>
          </a:p>
        </p:txBody>
      </p:sp>
    </p:spTree>
    <p:extLst>
      <p:ext uri="{BB962C8B-B14F-4D97-AF65-F5344CB8AC3E}">
        <p14:creationId xmlns:p14="http://schemas.microsoft.com/office/powerpoint/2010/main" val="32963251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1_Titel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7AE24BA-B819-4480-B7C5-BEEF871BD6FB}"/>
              </a:ext>
            </a:extLst>
          </p:cNvPr>
          <p:cNvSpPr>
            <a:spLocks noGrp="1"/>
          </p:cNvSpPr>
          <p:nvPr>
            <p:ph type="title"/>
          </p:nvPr>
        </p:nvSpPr>
        <p:spPr>
          <a:xfrm>
            <a:off x="609600" y="404813"/>
            <a:ext cx="10972800" cy="647700"/>
          </a:xfrm>
          <a:prstGeom prst="rect">
            <a:avLst/>
          </a:prstGeom>
        </p:spPr>
        <p:txBody>
          <a:bodyPr/>
          <a:lstStyle/>
          <a:p>
            <a:r>
              <a:rPr lang="de-DE" dirty="0"/>
              <a:t>Mastertitelformat bearbeiten</a:t>
            </a:r>
          </a:p>
        </p:txBody>
      </p:sp>
      <p:sp>
        <p:nvSpPr>
          <p:cNvPr id="3" name="Inhaltsplatzhalter 2">
            <a:extLst>
              <a:ext uri="{FF2B5EF4-FFF2-40B4-BE49-F238E27FC236}">
                <a16:creationId xmlns:a16="http://schemas.microsoft.com/office/drawing/2014/main" id="{78EAB754-52DE-483E-9141-006ADE499887}"/>
              </a:ext>
            </a:extLst>
          </p:cNvPr>
          <p:cNvSpPr>
            <a:spLocks noGrp="1"/>
          </p:cNvSpPr>
          <p:nvPr>
            <p:ph idx="1"/>
          </p:nvPr>
        </p:nvSpPr>
        <p:spPr>
          <a:xfrm>
            <a:off x="609599" y="1736725"/>
            <a:ext cx="10972801" cy="4105275"/>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Tree>
    <p:extLst>
      <p:ext uri="{BB962C8B-B14F-4D97-AF65-F5344CB8AC3E}">
        <p14:creationId xmlns:p14="http://schemas.microsoft.com/office/powerpoint/2010/main" val="2256329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 Inhalte - Text + Bi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3009D3A-1DA9-42E3-BD19-D18DF18C7544}"/>
              </a:ext>
            </a:extLst>
          </p:cNvPr>
          <p:cNvSpPr>
            <a:spLocks noGrp="1"/>
          </p:cNvSpPr>
          <p:nvPr>
            <p:ph type="title"/>
          </p:nvPr>
        </p:nvSpPr>
        <p:spPr>
          <a:xfrm>
            <a:off x="609600" y="404813"/>
            <a:ext cx="5378450" cy="647700"/>
          </a:xfrm>
          <a:prstGeom prst="rect">
            <a:avLst/>
          </a:prstGeom>
        </p:spPr>
        <p:txBody>
          <a:bodyPr/>
          <a:lstStyle/>
          <a:p>
            <a:r>
              <a:rPr lang="de-DE" dirty="0"/>
              <a:t>Mastertitelformat bearbeiten</a:t>
            </a:r>
          </a:p>
        </p:txBody>
      </p:sp>
      <p:sp>
        <p:nvSpPr>
          <p:cNvPr id="3" name="Inhaltsplatzhalter 2">
            <a:extLst>
              <a:ext uri="{FF2B5EF4-FFF2-40B4-BE49-F238E27FC236}">
                <a16:creationId xmlns:a16="http://schemas.microsoft.com/office/drawing/2014/main" id="{9C712EFA-292C-4FDE-8669-ECF55A14AFF3}"/>
              </a:ext>
            </a:extLst>
          </p:cNvPr>
          <p:cNvSpPr>
            <a:spLocks noGrp="1"/>
          </p:cNvSpPr>
          <p:nvPr>
            <p:ph sz="half" idx="1"/>
          </p:nvPr>
        </p:nvSpPr>
        <p:spPr>
          <a:xfrm>
            <a:off x="609600" y="1736726"/>
            <a:ext cx="5378450" cy="3887788"/>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6" name="Bildplatzhalter 5">
            <a:extLst>
              <a:ext uri="{FF2B5EF4-FFF2-40B4-BE49-F238E27FC236}">
                <a16:creationId xmlns:a16="http://schemas.microsoft.com/office/drawing/2014/main" id="{C2538BF5-19DF-4B5C-80A3-4548339C13BE}"/>
              </a:ext>
            </a:extLst>
          </p:cNvPr>
          <p:cNvSpPr>
            <a:spLocks noGrp="1"/>
          </p:cNvSpPr>
          <p:nvPr>
            <p:ph type="pic" sz="quarter" idx="11"/>
          </p:nvPr>
        </p:nvSpPr>
        <p:spPr>
          <a:xfrm>
            <a:off x="6203951" y="404813"/>
            <a:ext cx="5378450" cy="5219700"/>
          </a:xfrm>
          <a:solidFill>
            <a:schemeClr val="accent2">
              <a:lumMod val="20000"/>
              <a:lumOff val="80000"/>
            </a:schemeClr>
          </a:solidFill>
        </p:spPr>
        <p:txBody>
          <a:bodyPr/>
          <a:lstStyle/>
          <a:p>
            <a:endParaRPr lang="de-DE" dirty="0"/>
          </a:p>
        </p:txBody>
      </p:sp>
      <p:sp>
        <p:nvSpPr>
          <p:cNvPr id="7" name="Textplatzhalter 6">
            <a:extLst>
              <a:ext uri="{FF2B5EF4-FFF2-40B4-BE49-F238E27FC236}">
                <a16:creationId xmlns:a16="http://schemas.microsoft.com/office/drawing/2014/main" id="{A0BE6F2D-5EC5-4864-A9A0-FC3ECA391A2B}"/>
              </a:ext>
            </a:extLst>
          </p:cNvPr>
          <p:cNvSpPr>
            <a:spLocks noGrp="1"/>
          </p:cNvSpPr>
          <p:nvPr>
            <p:ph type="body" sz="quarter" idx="12" hasCustomPrompt="1"/>
          </p:nvPr>
        </p:nvSpPr>
        <p:spPr>
          <a:xfrm>
            <a:off x="6203950" y="5624513"/>
            <a:ext cx="5378449" cy="433387"/>
          </a:xfrm>
        </p:spPr>
        <p:txBody>
          <a:bodyPr anchor="b" anchorCtr="0"/>
          <a:lstStyle>
            <a:lvl1pPr>
              <a:defRPr sz="1200" i="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stStyle>
          <a:p>
            <a:pPr lvl="0"/>
            <a:r>
              <a:rPr lang="de-DE" dirty="0"/>
              <a:t>Bildunterschrift und © Copyright</a:t>
            </a:r>
            <a:endParaRPr lang="en-US" dirty="0"/>
          </a:p>
        </p:txBody>
      </p:sp>
    </p:spTree>
    <p:extLst>
      <p:ext uri="{BB962C8B-B14F-4D97-AF65-F5344CB8AC3E}">
        <p14:creationId xmlns:p14="http://schemas.microsoft.com/office/powerpoint/2010/main" val="20352380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 Inhalte">
    <p:spTree>
      <p:nvGrpSpPr>
        <p:cNvPr id="1" name=""/>
        <p:cNvGrpSpPr/>
        <p:nvPr/>
      </p:nvGrpSpPr>
      <p:grpSpPr>
        <a:xfrm>
          <a:off x="0" y="0"/>
          <a:ext cx="0" cy="0"/>
          <a:chOff x="0" y="0"/>
          <a:chExt cx="0" cy="0"/>
        </a:xfrm>
      </p:grpSpPr>
      <p:sp>
        <p:nvSpPr>
          <p:cNvPr id="3" name="Inhaltsplatzhalter 2">
            <a:extLst>
              <a:ext uri="{FF2B5EF4-FFF2-40B4-BE49-F238E27FC236}">
                <a16:creationId xmlns:a16="http://schemas.microsoft.com/office/drawing/2014/main" id="{9C712EFA-292C-4FDE-8669-ECF55A14AFF3}"/>
              </a:ext>
            </a:extLst>
          </p:cNvPr>
          <p:cNvSpPr>
            <a:spLocks noGrp="1"/>
          </p:cNvSpPr>
          <p:nvPr>
            <p:ph sz="half" idx="1"/>
          </p:nvPr>
        </p:nvSpPr>
        <p:spPr>
          <a:xfrm>
            <a:off x="609600" y="1736725"/>
            <a:ext cx="5378450" cy="4105275"/>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Inhaltsplatzhalter 3">
            <a:extLst>
              <a:ext uri="{FF2B5EF4-FFF2-40B4-BE49-F238E27FC236}">
                <a16:creationId xmlns:a16="http://schemas.microsoft.com/office/drawing/2014/main" id="{C071CA00-13E3-4CD8-95FE-107C69DD6BC1}"/>
              </a:ext>
            </a:extLst>
          </p:cNvPr>
          <p:cNvSpPr>
            <a:spLocks noGrp="1"/>
          </p:cNvSpPr>
          <p:nvPr>
            <p:ph sz="half" idx="2"/>
          </p:nvPr>
        </p:nvSpPr>
        <p:spPr>
          <a:xfrm>
            <a:off x="6203950" y="1736725"/>
            <a:ext cx="5378450" cy="4105275"/>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5" name="Titel 4">
            <a:extLst>
              <a:ext uri="{FF2B5EF4-FFF2-40B4-BE49-F238E27FC236}">
                <a16:creationId xmlns:a16="http://schemas.microsoft.com/office/drawing/2014/main" id="{B05E3CC9-E682-422B-B7B9-2A2A3E013BFA}"/>
              </a:ext>
            </a:extLst>
          </p:cNvPr>
          <p:cNvSpPr>
            <a:spLocks noGrp="1"/>
          </p:cNvSpPr>
          <p:nvPr>
            <p:ph type="title"/>
          </p:nvPr>
        </p:nvSpPr>
        <p:spPr/>
        <p:txBody>
          <a:bodyPr/>
          <a:lstStyle/>
          <a:p>
            <a:r>
              <a:rPr lang="de-DE"/>
              <a:t>Mastertitelformat bearbeiten</a:t>
            </a:r>
            <a:endParaRPr lang="en-US"/>
          </a:p>
        </p:txBody>
      </p:sp>
    </p:spTree>
    <p:extLst>
      <p:ext uri="{BB962C8B-B14F-4D97-AF65-F5344CB8AC3E}">
        <p14:creationId xmlns:p14="http://schemas.microsoft.com/office/powerpoint/2010/main" val="27518822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2 Inhalte - Text + Bild">
    <p:spTree>
      <p:nvGrpSpPr>
        <p:cNvPr id="1" name=""/>
        <p:cNvGrpSpPr/>
        <p:nvPr/>
      </p:nvGrpSpPr>
      <p:grpSpPr>
        <a:xfrm>
          <a:off x="0" y="0"/>
          <a:ext cx="0" cy="0"/>
          <a:chOff x="0" y="0"/>
          <a:chExt cx="0" cy="0"/>
        </a:xfrm>
      </p:grpSpPr>
      <p:sp>
        <p:nvSpPr>
          <p:cNvPr id="3" name="Inhaltsplatzhalter 2">
            <a:extLst>
              <a:ext uri="{FF2B5EF4-FFF2-40B4-BE49-F238E27FC236}">
                <a16:creationId xmlns:a16="http://schemas.microsoft.com/office/drawing/2014/main" id="{9C712EFA-292C-4FDE-8669-ECF55A14AFF3}"/>
              </a:ext>
            </a:extLst>
          </p:cNvPr>
          <p:cNvSpPr>
            <a:spLocks noGrp="1"/>
          </p:cNvSpPr>
          <p:nvPr>
            <p:ph sz="half" idx="1"/>
          </p:nvPr>
        </p:nvSpPr>
        <p:spPr>
          <a:xfrm>
            <a:off x="609600" y="404814"/>
            <a:ext cx="5378450" cy="2755076"/>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9" name="Bildplatzhalter 5">
            <a:extLst>
              <a:ext uri="{FF2B5EF4-FFF2-40B4-BE49-F238E27FC236}">
                <a16:creationId xmlns:a16="http://schemas.microsoft.com/office/drawing/2014/main" id="{CBECC23C-3AC7-4872-8833-394650436FF1}"/>
              </a:ext>
            </a:extLst>
          </p:cNvPr>
          <p:cNvSpPr>
            <a:spLocks noGrp="1"/>
          </p:cNvSpPr>
          <p:nvPr>
            <p:ph type="pic" sz="quarter" idx="13"/>
          </p:nvPr>
        </p:nvSpPr>
        <p:spPr>
          <a:xfrm>
            <a:off x="609600" y="3429000"/>
            <a:ext cx="5378450" cy="2195513"/>
          </a:xfrm>
          <a:solidFill>
            <a:schemeClr val="accent2">
              <a:lumMod val="20000"/>
              <a:lumOff val="80000"/>
            </a:schemeClr>
          </a:solidFill>
        </p:spPr>
        <p:txBody>
          <a:bodyPr/>
          <a:lstStyle/>
          <a:p>
            <a:endParaRPr lang="de-DE" dirty="0"/>
          </a:p>
        </p:txBody>
      </p:sp>
      <p:sp>
        <p:nvSpPr>
          <p:cNvPr id="10" name="Textplatzhalter 6">
            <a:extLst>
              <a:ext uri="{FF2B5EF4-FFF2-40B4-BE49-F238E27FC236}">
                <a16:creationId xmlns:a16="http://schemas.microsoft.com/office/drawing/2014/main" id="{280716C9-98F3-44C3-A27D-E96BE6D11AE1}"/>
              </a:ext>
            </a:extLst>
          </p:cNvPr>
          <p:cNvSpPr>
            <a:spLocks noGrp="1"/>
          </p:cNvSpPr>
          <p:nvPr>
            <p:ph type="body" sz="quarter" idx="15" hasCustomPrompt="1"/>
          </p:nvPr>
        </p:nvSpPr>
        <p:spPr>
          <a:xfrm>
            <a:off x="609601" y="5624513"/>
            <a:ext cx="5378450" cy="433387"/>
          </a:xfrm>
        </p:spPr>
        <p:txBody>
          <a:bodyPr anchor="b" anchorCtr="0"/>
          <a:lstStyle>
            <a:lvl1pPr>
              <a:defRPr sz="1200" i="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stStyle>
          <a:p>
            <a:pPr lvl="0"/>
            <a:r>
              <a:rPr lang="de-DE" dirty="0"/>
              <a:t>Bildunterschrift und © Copyright</a:t>
            </a:r>
            <a:endParaRPr lang="en-US" dirty="0"/>
          </a:p>
        </p:txBody>
      </p:sp>
      <p:sp>
        <p:nvSpPr>
          <p:cNvPr id="4" name="Inhaltsplatzhalter 3">
            <a:extLst>
              <a:ext uri="{FF2B5EF4-FFF2-40B4-BE49-F238E27FC236}">
                <a16:creationId xmlns:a16="http://schemas.microsoft.com/office/drawing/2014/main" id="{C071CA00-13E3-4CD8-95FE-107C69DD6BC1}"/>
              </a:ext>
            </a:extLst>
          </p:cNvPr>
          <p:cNvSpPr>
            <a:spLocks noGrp="1"/>
          </p:cNvSpPr>
          <p:nvPr>
            <p:ph sz="half" idx="2"/>
          </p:nvPr>
        </p:nvSpPr>
        <p:spPr>
          <a:xfrm>
            <a:off x="6203950" y="404814"/>
            <a:ext cx="5378449" cy="2755076"/>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8" name="Bildplatzhalter 5">
            <a:extLst>
              <a:ext uri="{FF2B5EF4-FFF2-40B4-BE49-F238E27FC236}">
                <a16:creationId xmlns:a16="http://schemas.microsoft.com/office/drawing/2014/main" id="{FEFC7CA1-8B2C-4227-AB03-708CA25B752E}"/>
              </a:ext>
            </a:extLst>
          </p:cNvPr>
          <p:cNvSpPr>
            <a:spLocks noGrp="1"/>
          </p:cNvSpPr>
          <p:nvPr>
            <p:ph type="pic" sz="quarter" idx="12"/>
          </p:nvPr>
        </p:nvSpPr>
        <p:spPr>
          <a:xfrm>
            <a:off x="6203950" y="3429000"/>
            <a:ext cx="5378449" cy="2195513"/>
          </a:xfrm>
          <a:solidFill>
            <a:schemeClr val="accent2">
              <a:lumMod val="20000"/>
              <a:lumOff val="80000"/>
            </a:schemeClr>
          </a:solidFill>
        </p:spPr>
        <p:txBody>
          <a:bodyPr/>
          <a:lstStyle/>
          <a:p>
            <a:endParaRPr lang="de-DE" dirty="0"/>
          </a:p>
        </p:txBody>
      </p:sp>
      <p:sp>
        <p:nvSpPr>
          <p:cNvPr id="11" name="Textplatzhalter 6">
            <a:extLst>
              <a:ext uri="{FF2B5EF4-FFF2-40B4-BE49-F238E27FC236}">
                <a16:creationId xmlns:a16="http://schemas.microsoft.com/office/drawing/2014/main" id="{3CF89BD5-C523-4AD3-9AF6-B6AABF612D11}"/>
              </a:ext>
            </a:extLst>
          </p:cNvPr>
          <p:cNvSpPr>
            <a:spLocks noGrp="1"/>
          </p:cNvSpPr>
          <p:nvPr>
            <p:ph type="body" sz="quarter" idx="16" hasCustomPrompt="1"/>
          </p:nvPr>
        </p:nvSpPr>
        <p:spPr>
          <a:xfrm>
            <a:off x="6218520" y="5624513"/>
            <a:ext cx="5363880" cy="433387"/>
          </a:xfrm>
        </p:spPr>
        <p:txBody>
          <a:bodyPr anchor="b" anchorCtr="0"/>
          <a:lstStyle>
            <a:lvl1pPr>
              <a:defRPr sz="1200" i="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stStyle>
          <a:p>
            <a:pPr lvl="0"/>
            <a:r>
              <a:rPr lang="de-DE" dirty="0"/>
              <a:t>Bildunterschrift und © Copyright</a:t>
            </a:r>
            <a:endParaRPr lang="en-US" dirty="0"/>
          </a:p>
        </p:txBody>
      </p:sp>
    </p:spTree>
    <p:extLst>
      <p:ext uri="{BB962C8B-B14F-4D97-AF65-F5344CB8AC3E}">
        <p14:creationId xmlns:p14="http://schemas.microsoft.com/office/powerpoint/2010/main" val="9328279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3009D3A-1DA9-42E3-BD19-D18DF18C7544}"/>
              </a:ext>
            </a:extLst>
          </p:cNvPr>
          <p:cNvSpPr>
            <a:spLocks noGrp="1"/>
          </p:cNvSpPr>
          <p:nvPr>
            <p:ph type="title"/>
          </p:nvPr>
        </p:nvSpPr>
        <p:spPr>
          <a:xfrm>
            <a:off x="609600" y="404813"/>
            <a:ext cx="10972800" cy="647700"/>
          </a:xfrm>
          <a:prstGeom prst="rect">
            <a:avLst/>
          </a:prstGeom>
        </p:spPr>
        <p:txBody>
          <a:bodyPr/>
          <a:lstStyle/>
          <a:p>
            <a:r>
              <a:rPr lang="de-DE" dirty="0"/>
              <a:t>Mastertitelformat bearbeiten</a:t>
            </a:r>
          </a:p>
        </p:txBody>
      </p:sp>
      <p:sp>
        <p:nvSpPr>
          <p:cNvPr id="3" name="Inhaltsplatzhalter 2">
            <a:extLst>
              <a:ext uri="{FF2B5EF4-FFF2-40B4-BE49-F238E27FC236}">
                <a16:creationId xmlns:a16="http://schemas.microsoft.com/office/drawing/2014/main" id="{9C712EFA-292C-4FDE-8669-ECF55A14AFF3}"/>
              </a:ext>
            </a:extLst>
          </p:cNvPr>
          <p:cNvSpPr>
            <a:spLocks noGrp="1"/>
          </p:cNvSpPr>
          <p:nvPr>
            <p:ph sz="half" idx="1"/>
          </p:nvPr>
        </p:nvSpPr>
        <p:spPr>
          <a:xfrm>
            <a:off x="609600" y="1736725"/>
            <a:ext cx="3506788" cy="4105275"/>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Inhaltsplatzhalter 3">
            <a:extLst>
              <a:ext uri="{FF2B5EF4-FFF2-40B4-BE49-F238E27FC236}">
                <a16:creationId xmlns:a16="http://schemas.microsoft.com/office/drawing/2014/main" id="{C071CA00-13E3-4CD8-95FE-107C69DD6BC1}"/>
              </a:ext>
            </a:extLst>
          </p:cNvPr>
          <p:cNvSpPr>
            <a:spLocks noGrp="1"/>
          </p:cNvSpPr>
          <p:nvPr>
            <p:ph sz="half" idx="2"/>
          </p:nvPr>
        </p:nvSpPr>
        <p:spPr>
          <a:xfrm>
            <a:off x="4343399" y="1736725"/>
            <a:ext cx="3516313" cy="4105275"/>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6" name="Inhaltsplatzhalter 5">
            <a:extLst>
              <a:ext uri="{FF2B5EF4-FFF2-40B4-BE49-F238E27FC236}">
                <a16:creationId xmlns:a16="http://schemas.microsoft.com/office/drawing/2014/main" id="{42870569-2112-4A6F-963E-3D12B28F16F4}"/>
              </a:ext>
            </a:extLst>
          </p:cNvPr>
          <p:cNvSpPr>
            <a:spLocks noGrp="1"/>
          </p:cNvSpPr>
          <p:nvPr>
            <p:ph sz="quarter" idx="10"/>
          </p:nvPr>
        </p:nvSpPr>
        <p:spPr>
          <a:xfrm>
            <a:off x="8075613" y="1736724"/>
            <a:ext cx="3506787" cy="4105275"/>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Tree>
    <p:extLst>
      <p:ext uri="{BB962C8B-B14F-4D97-AF65-F5344CB8AC3E}">
        <p14:creationId xmlns:p14="http://schemas.microsoft.com/office/powerpoint/2010/main" val="33235066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 Inhalte - Text + Bild">
    <p:spTree>
      <p:nvGrpSpPr>
        <p:cNvPr id="1" name=""/>
        <p:cNvGrpSpPr/>
        <p:nvPr/>
      </p:nvGrpSpPr>
      <p:grpSpPr>
        <a:xfrm>
          <a:off x="0" y="0"/>
          <a:ext cx="0" cy="0"/>
          <a:chOff x="0" y="0"/>
          <a:chExt cx="0" cy="0"/>
        </a:xfrm>
      </p:grpSpPr>
      <p:sp>
        <p:nvSpPr>
          <p:cNvPr id="3" name="Inhaltsplatzhalter 2">
            <a:extLst>
              <a:ext uri="{FF2B5EF4-FFF2-40B4-BE49-F238E27FC236}">
                <a16:creationId xmlns:a16="http://schemas.microsoft.com/office/drawing/2014/main" id="{9C712EFA-292C-4FDE-8669-ECF55A14AFF3}"/>
              </a:ext>
            </a:extLst>
          </p:cNvPr>
          <p:cNvSpPr>
            <a:spLocks noGrp="1"/>
          </p:cNvSpPr>
          <p:nvPr>
            <p:ph sz="half" idx="1"/>
          </p:nvPr>
        </p:nvSpPr>
        <p:spPr>
          <a:xfrm>
            <a:off x="609600" y="404814"/>
            <a:ext cx="3506788" cy="2755076"/>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9" name="Bildplatzhalter 5">
            <a:extLst>
              <a:ext uri="{FF2B5EF4-FFF2-40B4-BE49-F238E27FC236}">
                <a16:creationId xmlns:a16="http://schemas.microsoft.com/office/drawing/2014/main" id="{CBECC23C-3AC7-4872-8833-394650436FF1}"/>
              </a:ext>
            </a:extLst>
          </p:cNvPr>
          <p:cNvSpPr>
            <a:spLocks noGrp="1"/>
          </p:cNvSpPr>
          <p:nvPr>
            <p:ph type="pic" sz="quarter" idx="13"/>
          </p:nvPr>
        </p:nvSpPr>
        <p:spPr>
          <a:xfrm>
            <a:off x="609600" y="3429000"/>
            <a:ext cx="3506788" cy="2195513"/>
          </a:xfrm>
          <a:solidFill>
            <a:schemeClr val="accent2">
              <a:lumMod val="20000"/>
              <a:lumOff val="80000"/>
            </a:schemeClr>
          </a:solidFill>
        </p:spPr>
        <p:txBody>
          <a:bodyPr/>
          <a:lstStyle/>
          <a:p>
            <a:endParaRPr lang="de-DE" dirty="0"/>
          </a:p>
        </p:txBody>
      </p:sp>
      <p:sp>
        <p:nvSpPr>
          <p:cNvPr id="10" name="Textplatzhalter 6">
            <a:extLst>
              <a:ext uri="{FF2B5EF4-FFF2-40B4-BE49-F238E27FC236}">
                <a16:creationId xmlns:a16="http://schemas.microsoft.com/office/drawing/2014/main" id="{280716C9-98F3-44C3-A27D-E96BE6D11AE1}"/>
              </a:ext>
            </a:extLst>
          </p:cNvPr>
          <p:cNvSpPr>
            <a:spLocks noGrp="1"/>
          </p:cNvSpPr>
          <p:nvPr>
            <p:ph type="body" sz="quarter" idx="15" hasCustomPrompt="1"/>
          </p:nvPr>
        </p:nvSpPr>
        <p:spPr>
          <a:xfrm>
            <a:off x="609601" y="5624513"/>
            <a:ext cx="3506788" cy="433387"/>
          </a:xfrm>
        </p:spPr>
        <p:txBody>
          <a:bodyPr anchor="b" anchorCtr="0"/>
          <a:lstStyle>
            <a:lvl1pPr>
              <a:defRPr sz="1200" i="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stStyle>
          <a:p>
            <a:pPr lvl="0"/>
            <a:r>
              <a:rPr lang="de-DE" dirty="0"/>
              <a:t>Bildunterschrift und © Copyright</a:t>
            </a:r>
            <a:endParaRPr lang="en-US" dirty="0"/>
          </a:p>
        </p:txBody>
      </p:sp>
      <p:sp>
        <p:nvSpPr>
          <p:cNvPr id="4" name="Inhaltsplatzhalter 3">
            <a:extLst>
              <a:ext uri="{FF2B5EF4-FFF2-40B4-BE49-F238E27FC236}">
                <a16:creationId xmlns:a16="http://schemas.microsoft.com/office/drawing/2014/main" id="{C071CA00-13E3-4CD8-95FE-107C69DD6BC1}"/>
              </a:ext>
            </a:extLst>
          </p:cNvPr>
          <p:cNvSpPr>
            <a:spLocks noGrp="1"/>
          </p:cNvSpPr>
          <p:nvPr>
            <p:ph sz="half" idx="2"/>
          </p:nvPr>
        </p:nvSpPr>
        <p:spPr>
          <a:xfrm>
            <a:off x="4343399" y="404814"/>
            <a:ext cx="3516313" cy="2755076"/>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8" name="Bildplatzhalter 5">
            <a:extLst>
              <a:ext uri="{FF2B5EF4-FFF2-40B4-BE49-F238E27FC236}">
                <a16:creationId xmlns:a16="http://schemas.microsoft.com/office/drawing/2014/main" id="{FEFC7CA1-8B2C-4227-AB03-708CA25B752E}"/>
              </a:ext>
            </a:extLst>
          </p:cNvPr>
          <p:cNvSpPr>
            <a:spLocks noGrp="1"/>
          </p:cNvSpPr>
          <p:nvPr>
            <p:ph type="pic" sz="quarter" idx="12"/>
          </p:nvPr>
        </p:nvSpPr>
        <p:spPr>
          <a:xfrm>
            <a:off x="4343399" y="3429000"/>
            <a:ext cx="3516313" cy="2195513"/>
          </a:xfrm>
          <a:solidFill>
            <a:schemeClr val="accent2">
              <a:lumMod val="20000"/>
              <a:lumOff val="80000"/>
            </a:schemeClr>
          </a:solidFill>
        </p:spPr>
        <p:txBody>
          <a:bodyPr/>
          <a:lstStyle/>
          <a:p>
            <a:endParaRPr lang="de-DE" dirty="0"/>
          </a:p>
        </p:txBody>
      </p:sp>
      <p:sp>
        <p:nvSpPr>
          <p:cNvPr id="11" name="Textplatzhalter 6">
            <a:extLst>
              <a:ext uri="{FF2B5EF4-FFF2-40B4-BE49-F238E27FC236}">
                <a16:creationId xmlns:a16="http://schemas.microsoft.com/office/drawing/2014/main" id="{3CF89BD5-C523-4AD3-9AF6-B6AABF612D11}"/>
              </a:ext>
            </a:extLst>
          </p:cNvPr>
          <p:cNvSpPr>
            <a:spLocks noGrp="1"/>
          </p:cNvSpPr>
          <p:nvPr>
            <p:ph type="body" sz="quarter" idx="16" hasCustomPrompt="1"/>
          </p:nvPr>
        </p:nvSpPr>
        <p:spPr>
          <a:xfrm>
            <a:off x="4352925" y="5624513"/>
            <a:ext cx="3506788" cy="433387"/>
          </a:xfrm>
        </p:spPr>
        <p:txBody>
          <a:bodyPr anchor="b" anchorCtr="0"/>
          <a:lstStyle>
            <a:lvl1pPr>
              <a:defRPr sz="1200" i="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stStyle>
          <a:p>
            <a:pPr lvl="0"/>
            <a:r>
              <a:rPr lang="de-DE" dirty="0"/>
              <a:t>Bildunterschrift und © Copyright</a:t>
            </a:r>
            <a:endParaRPr lang="en-US" dirty="0"/>
          </a:p>
        </p:txBody>
      </p:sp>
      <p:sp>
        <p:nvSpPr>
          <p:cNvPr id="6" name="Inhaltsplatzhalter 5">
            <a:extLst>
              <a:ext uri="{FF2B5EF4-FFF2-40B4-BE49-F238E27FC236}">
                <a16:creationId xmlns:a16="http://schemas.microsoft.com/office/drawing/2014/main" id="{42870569-2112-4A6F-963E-3D12B28F16F4}"/>
              </a:ext>
            </a:extLst>
          </p:cNvPr>
          <p:cNvSpPr>
            <a:spLocks noGrp="1"/>
          </p:cNvSpPr>
          <p:nvPr>
            <p:ph sz="quarter" idx="10"/>
          </p:nvPr>
        </p:nvSpPr>
        <p:spPr>
          <a:xfrm>
            <a:off x="8075613" y="404813"/>
            <a:ext cx="3506787" cy="2755076"/>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7" name="Bildplatzhalter 5">
            <a:extLst>
              <a:ext uri="{FF2B5EF4-FFF2-40B4-BE49-F238E27FC236}">
                <a16:creationId xmlns:a16="http://schemas.microsoft.com/office/drawing/2014/main" id="{6FE31676-EF83-4ECE-8009-0FC4D5A71872}"/>
              </a:ext>
            </a:extLst>
          </p:cNvPr>
          <p:cNvSpPr>
            <a:spLocks noGrp="1"/>
          </p:cNvSpPr>
          <p:nvPr>
            <p:ph type="pic" sz="quarter" idx="11"/>
          </p:nvPr>
        </p:nvSpPr>
        <p:spPr>
          <a:xfrm>
            <a:off x="8075613" y="3429000"/>
            <a:ext cx="3506787" cy="2195513"/>
          </a:xfrm>
          <a:solidFill>
            <a:schemeClr val="accent2">
              <a:lumMod val="20000"/>
              <a:lumOff val="80000"/>
            </a:schemeClr>
          </a:solidFill>
        </p:spPr>
        <p:txBody>
          <a:bodyPr/>
          <a:lstStyle/>
          <a:p>
            <a:endParaRPr lang="de-DE" dirty="0"/>
          </a:p>
        </p:txBody>
      </p:sp>
      <p:sp>
        <p:nvSpPr>
          <p:cNvPr id="12" name="Textplatzhalter 6">
            <a:extLst>
              <a:ext uri="{FF2B5EF4-FFF2-40B4-BE49-F238E27FC236}">
                <a16:creationId xmlns:a16="http://schemas.microsoft.com/office/drawing/2014/main" id="{A4BDBAA4-F784-4AF6-8050-D275CB31D159}"/>
              </a:ext>
            </a:extLst>
          </p:cNvPr>
          <p:cNvSpPr>
            <a:spLocks noGrp="1"/>
          </p:cNvSpPr>
          <p:nvPr>
            <p:ph type="body" sz="quarter" idx="17" hasCustomPrompt="1"/>
          </p:nvPr>
        </p:nvSpPr>
        <p:spPr>
          <a:xfrm>
            <a:off x="8075612" y="5624513"/>
            <a:ext cx="3506788" cy="433387"/>
          </a:xfrm>
        </p:spPr>
        <p:txBody>
          <a:bodyPr anchor="b" anchorCtr="0"/>
          <a:lstStyle>
            <a:lvl1pPr>
              <a:defRPr sz="1200" i="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stStyle>
          <a:p>
            <a:pPr lvl="0"/>
            <a:r>
              <a:rPr lang="de-DE" dirty="0"/>
              <a:t>Bildunterschrift und © Copyright</a:t>
            </a:r>
            <a:endParaRPr lang="en-US" dirty="0"/>
          </a:p>
        </p:txBody>
      </p:sp>
    </p:spTree>
    <p:extLst>
      <p:ext uri="{BB962C8B-B14F-4D97-AF65-F5344CB8AC3E}">
        <p14:creationId xmlns:p14="http://schemas.microsoft.com/office/powerpoint/2010/main" val="37860324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4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3009D3A-1DA9-42E3-BD19-D18DF18C7544}"/>
              </a:ext>
            </a:extLst>
          </p:cNvPr>
          <p:cNvSpPr>
            <a:spLocks noGrp="1"/>
          </p:cNvSpPr>
          <p:nvPr>
            <p:ph type="title"/>
          </p:nvPr>
        </p:nvSpPr>
        <p:spPr>
          <a:xfrm>
            <a:off x="609600" y="404814"/>
            <a:ext cx="10972800" cy="647700"/>
          </a:xfrm>
          <a:prstGeom prst="rect">
            <a:avLst/>
          </a:prstGeom>
        </p:spPr>
        <p:txBody>
          <a:bodyPr/>
          <a:lstStyle/>
          <a:p>
            <a:r>
              <a:rPr lang="de-DE" dirty="0"/>
              <a:t>Mastertitelformat bearbeiten</a:t>
            </a:r>
          </a:p>
        </p:txBody>
      </p:sp>
      <p:sp>
        <p:nvSpPr>
          <p:cNvPr id="3" name="Inhaltsplatzhalter 2">
            <a:extLst>
              <a:ext uri="{FF2B5EF4-FFF2-40B4-BE49-F238E27FC236}">
                <a16:creationId xmlns:a16="http://schemas.microsoft.com/office/drawing/2014/main" id="{9C712EFA-292C-4FDE-8669-ECF55A14AFF3}"/>
              </a:ext>
            </a:extLst>
          </p:cNvPr>
          <p:cNvSpPr>
            <a:spLocks noGrp="1"/>
          </p:cNvSpPr>
          <p:nvPr>
            <p:ph sz="half" idx="1"/>
          </p:nvPr>
        </p:nvSpPr>
        <p:spPr>
          <a:xfrm>
            <a:off x="609599" y="1736725"/>
            <a:ext cx="2606675" cy="4105275"/>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Inhaltsplatzhalter 3">
            <a:extLst>
              <a:ext uri="{FF2B5EF4-FFF2-40B4-BE49-F238E27FC236}">
                <a16:creationId xmlns:a16="http://schemas.microsoft.com/office/drawing/2014/main" id="{C071CA00-13E3-4CD8-95FE-107C69DD6BC1}"/>
              </a:ext>
            </a:extLst>
          </p:cNvPr>
          <p:cNvSpPr>
            <a:spLocks noGrp="1"/>
          </p:cNvSpPr>
          <p:nvPr>
            <p:ph sz="half" idx="2"/>
          </p:nvPr>
        </p:nvSpPr>
        <p:spPr>
          <a:xfrm>
            <a:off x="3395663" y="1736725"/>
            <a:ext cx="2592387" cy="4105275"/>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6" name="Inhaltsplatzhalter 5">
            <a:extLst>
              <a:ext uri="{FF2B5EF4-FFF2-40B4-BE49-F238E27FC236}">
                <a16:creationId xmlns:a16="http://schemas.microsoft.com/office/drawing/2014/main" id="{42870569-2112-4A6F-963E-3D12B28F16F4}"/>
              </a:ext>
            </a:extLst>
          </p:cNvPr>
          <p:cNvSpPr>
            <a:spLocks noGrp="1"/>
          </p:cNvSpPr>
          <p:nvPr>
            <p:ph sz="quarter" idx="10"/>
          </p:nvPr>
        </p:nvSpPr>
        <p:spPr>
          <a:xfrm>
            <a:off x="6203950" y="1736724"/>
            <a:ext cx="2592388" cy="4105275"/>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7" name="Inhaltsplatzhalter 6">
            <a:extLst>
              <a:ext uri="{FF2B5EF4-FFF2-40B4-BE49-F238E27FC236}">
                <a16:creationId xmlns:a16="http://schemas.microsoft.com/office/drawing/2014/main" id="{F6651BA5-A3F0-4102-8AB5-302B2F2EFD20}"/>
              </a:ext>
            </a:extLst>
          </p:cNvPr>
          <p:cNvSpPr>
            <a:spLocks noGrp="1"/>
          </p:cNvSpPr>
          <p:nvPr>
            <p:ph sz="quarter" idx="11"/>
          </p:nvPr>
        </p:nvSpPr>
        <p:spPr>
          <a:xfrm>
            <a:off x="8975725" y="1736724"/>
            <a:ext cx="2606675" cy="4105275"/>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Tree>
    <p:extLst>
      <p:ext uri="{BB962C8B-B14F-4D97-AF65-F5344CB8AC3E}">
        <p14:creationId xmlns:p14="http://schemas.microsoft.com/office/powerpoint/2010/main" val="39571827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4 Inhalte - Text + Bild">
    <p:spTree>
      <p:nvGrpSpPr>
        <p:cNvPr id="1" name=""/>
        <p:cNvGrpSpPr/>
        <p:nvPr/>
      </p:nvGrpSpPr>
      <p:grpSpPr>
        <a:xfrm>
          <a:off x="0" y="0"/>
          <a:ext cx="0" cy="0"/>
          <a:chOff x="0" y="0"/>
          <a:chExt cx="0" cy="0"/>
        </a:xfrm>
      </p:grpSpPr>
      <p:sp>
        <p:nvSpPr>
          <p:cNvPr id="3" name="Inhaltsplatzhalter 2">
            <a:extLst>
              <a:ext uri="{FF2B5EF4-FFF2-40B4-BE49-F238E27FC236}">
                <a16:creationId xmlns:a16="http://schemas.microsoft.com/office/drawing/2014/main" id="{9C712EFA-292C-4FDE-8669-ECF55A14AFF3}"/>
              </a:ext>
            </a:extLst>
          </p:cNvPr>
          <p:cNvSpPr>
            <a:spLocks noGrp="1"/>
          </p:cNvSpPr>
          <p:nvPr>
            <p:ph sz="half" idx="1"/>
          </p:nvPr>
        </p:nvSpPr>
        <p:spPr>
          <a:xfrm>
            <a:off x="609599" y="404813"/>
            <a:ext cx="2606675" cy="273685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10" name="Bildplatzhalter 5">
            <a:extLst>
              <a:ext uri="{FF2B5EF4-FFF2-40B4-BE49-F238E27FC236}">
                <a16:creationId xmlns:a16="http://schemas.microsoft.com/office/drawing/2014/main" id="{6F1AB9C3-872C-41DD-AAFB-12824DBEE819}"/>
              </a:ext>
            </a:extLst>
          </p:cNvPr>
          <p:cNvSpPr>
            <a:spLocks noGrp="1"/>
          </p:cNvSpPr>
          <p:nvPr>
            <p:ph type="pic" sz="quarter" idx="14"/>
          </p:nvPr>
        </p:nvSpPr>
        <p:spPr>
          <a:xfrm>
            <a:off x="609599" y="3429000"/>
            <a:ext cx="2606675" cy="2195514"/>
          </a:xfrm>
          <a:solidFill>
            <a:schemeClr val="accent2">
              <a:lumMod val="20000"/>
              <a:lumOff val="80000"/>
            </a:schemeClr>
          </a:solidFill>
        </p:spPr>
        <p:txBody>
          <a:bodyPr/>
          <a:lstStyle/>
          <a:p>
            <a:endParaRPr lang="de-DE" dirty="0"/>
          </a:p>
        </p:txBody>
      </p:sp>
      <p:sp>
        <p:nvSpPr>
          <p:cNvPr id="12" name="Textplatzhalter 6">
            <a:extLst>
              <a:ext uri="{FF2B5EF4-FFF2-40B4-BE49-F238E27FC236}">
                <a16:creationId xmlns:a16="http://schemas.microsoft.com/office/drawing/2014/main" id="{E9E05B2F-0577-47C9-8146-C4868416C571}"/>
              </a:ext>
            </a:extLst>
          </p:cNvPr>
          <p:cNvSpPr>
            <a:spLocks noGrp="1"/>
          </p:cNvSpPr>
          <p:nvPr>
            <p:ph type="body" sz="quarter" idx="17" hasCustomPrompt="1"/>
          </p:nvPr>
        </p:nvSpPr>
        <p:spPr>
          <a:xfrm>
            <a:off x="609601" y="5624513"/>
            <a:ext cx="2606674" cy="433387"/>
          </a:xfrm>
        </p:spPr>
        <p:txBody>
          <a:bodyPr anchor="b" anchorCtr="0"/>
          <a:lstStyle>
            <a:lvl1pPr>
              <a:defRPr sz="1200" i="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stStyle>
          <a:p>
            <a:pPr lvl="0"/>
            <a:r>
              <a:rPr lang="de-DE" dirty="0"/>
              <a:t>Bildunterschrift und © Copyright</a:t>
            </a:r>
            <a:endParaRPr lang="en-US" dirty="0"/>
          </a:p>
        </p:txBody>
      </p:sp>
      <p:sp>
        <p:nvSpPr>
          <p:cNvPr id="4" name="Inhaltsplatzhalter 3">
            <a:extLst>
              <a:ext uri="{FF2B5EF4-FFF2-40B4-BE49-F238E27FC236}">
                <a16:creationId xmlns:a16="http://schemas.microsoft.com/office/drawing/2014/main" id="{C071CA00-13E3-4CD8-95FE-107C69DD6BC1}"/>
              </a:ext>
            </a:extLst>
          </p:cNvPr>
          <p:cNvSpPr>
            <a:spLocks noGrp="1"/>
          </p:cNvSpPr>
          <p:nvPr>
            <p:ph sz="half" idx="2"/>
          </p:nvPr>
        </p:nvSpPr>
        <p:spPr>
          <a:xfrm>
            <a:off x="3395663" y="404813"/>
            <a:ext cx="2592387" cy="273685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9" name="Bildplatzhalter 5">
            <a:extLst>
              <a:ext uri="{FF2B5EF4-FFF2-40B4-BE49-F238E27FC236}">
                <a16:creationId xmlns:a16="http://schemas.microsoft.com/office/drawing/2014/main" id="{9EF6DC9D-F43A-4B05-BC55-F3417C310F52}"/>
              </a:ext>
            </a:extLst>
          </p:cNvPr>
          <p:cNvSpPr>
            <a:spLocks noGrp="1"/>
          </p:cNvSpPr>
          <p:nvPr>
            <p:ph type="pic" sz="quarter" idx="13"/>
          </p:nvPr>
        </p:nvSpPr>
        <p:spPr>
          <a:xfrm>
            <a:off x="3395663" y="3429000"/>
            <a:ext cx="2592387" cy="2195514"/>
          </a:xfrm>
          <a:solidFill>
            <a:schemeClr val="accent2">
              <a:lumMod val="20000"/>
              <a:lumOff val="80000"/>
            </a:schemeClr>
          </a:solidFill>
        </p:spPr>
        <p:txBody>
          <a:bodyPr/>
          <a:lstStyle/>
          <a:p>
            <a:endParaRPr lang="de-DE" dirty="0"/>
          </a:p>
        </p:txBody>
      </p:sp>
      <p:sp>
        <p:nvSpPr>
          <p:cNvPr id="13" name="Textplatzhalter 6">
            <a:extLst>
              <a:ext uri="{FF2B5EF4-FFF2-40B4-BE49-F238E27FC236}">
                <a16:creationId xmlns:a16="http://schemas.microsoft.com/office/drawing/2014/main" id="{9C69ADDD-319E-4394-8BC9-FC045CE07229}"/>
              </a:ext>
            </a:extLst>
          </p:cNvPr>
          <p:cNvSpPr>
            <a:spLocks noGrp="1"/>
          </p:cNvSpPr>
          <p:nvPr>
            <p:ph type="body" sz="quarter" idx="18" hasCustomPrompt="1"/>
          </p:nvPr>
        </p:nvSpPr>
        <p:spPr>
          <a:xfrm>
            <a:off x="3395663" y="5624513"/>
            <a:ext cx="2592387" cy="433387"/>
          </a:xfrm>
        </p:spPr>
        <p:txBody>
          <a:bodyPr anchor="b" anchorCtr="0"/>
          <a:lstStyle>
            <a:lvl1pPr>
              <a:defRPr sz="1200" i="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stStyle>
          <a:p>
            <a:pPr lvl="0"/>
            <a:r>
              <a:rPr lang="de-DE" dirty="0"/>
              <a:t>Bildunterschrift und © Copyright</a:t>
            </a:r>
            <a:endParaRPr lang="en-US" dirty="0"/>
          </a:p>
        </p:txBody>
      </p:sp>
      <p:sp>
        <p:nvSpPr>
          <p:cNvPr id="6" name="Inhaltsplatzhalter 5">
            <a:extLst>
              <a:ext uri="{FF2B5EF4-FFF2-40B4-BE49-F238E27FC236}">
                <a16:creationId xmlns:a16="http://schemas.microsoft.com/office/drawing/2014/main" id="{42870569-2112-4A6F-963E-3D12B28F16F4}"/>
              </a:ext>
            </a:extLst>
          </p:cNvPr>
          <p:cNvSpPr>
            <a:spLocks noGrp="1"/>
          </p:cNvSpPr>
          <p:nvPr>
            <p:ph sz="quarter" idx="10"/>
          </p:nvPr>
        </p:nvSpPr>
        <p:spPr>
          <a:xfrm>
            <a:off x="6203950" y="404812"/>
            <a:ext cx="2592388" cy="273685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8" name="Bildplatzhalter 5">
            <a:extLst>
              <a:ext uri="{FF2B5EF4-FFF2-40B4-BE49-F238E27FC236}">
                <a16:creationId xmlns:a16="http://schemas.microsoft.com/office/drawing/2014/main" id="{D28AB6FB-FFC3-4AE6-90AB-D58E7C728BAF}"/>
              </a:ext>
            </a:extLst>
          </p:cNvPr>
          <p:cNvSpPr>
            <a:spLocks noGrp="1"/>
          </p:cNvSpPr>
          <p:nvPr>
            <p:ph type="pic" sz="quarter" idx="12"/>
          </p:nvPr>
        </p:nvSpPr>
        <p:spPr>
          <a:xfrm>
            <a:off x="6203949" y="3429000"/>
            <a:ext cx="2592388" cy="2195514"/>
          </a:xfrm>
          <a:solidFill>
            <a:schemeClr val="accent2">
              <a:lumMod val="20000"/>
              <a:lumOff val="80000"/>
            </a:schemeClr>
          </a:solidFill>
        </p:spPr>
        <p:txBody>
          <a:bodyPr/>
          <a:lstStyle/>
          <a:p>
            <a:endParaRPr lang="de-DE" dirty="0"/>
          </a:p>
        </p:txBody>
      </p:sp>
      <p:sp>
        <p:nvSpPr>
          <p:cNvPr id="14" name="Textplatzhalter 6">
            <a:extLst>
              <a:ext uri="{FF2B5EF4-FFF2-40B4-BE49-F238E27FC236}">
                <a16:creationId xmlns:a16="http://schemas.microsoft.com/office/drawing/2014/main" id="{744C123A-AE63-4AD9-ACB1-ADF410315051}"/>
              </a:ext>
            </a:extLst>
          </p:cNvPr>
          <p:cNvSpPr>
            <a:spLocks noGrp="1"/>
          </p:cNvSpPr>
          <p:nvPr>
            <p:ph type="body" sz="quarter" idx="19" hasCustomPrompt="1"/>
          </p:nvPr>
        </p:nvSpPr>
        <p:spPr>
          <a:xfrm>
            <a:off x="6203950" y="5624513"/>
            <a:ext cx="2592388" cy="433387"/>
          </a:xfrm>
        </p:spPr>
        <p:txBody>
          <a:bodyPr anchor="b" anchorCtr="0"/>
          <a:lstStyle>
            <a:lvl1pPr>
              <a:defRPr sz="1200" i="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stStyle>
          <a:p>
            <a:pPr lvl="0"/>
            <a:r>
              <a:rPr lang="de-DE" dirty="0"/>
              <a:t>Bildunterschrift und © Copyright</a:t>
            </a:r>
            <a:endParaRPr lang="en-US" dirty="0"/>
          </a:p>
        </p:txBody>
      </p:sp>
      <p:sp>
        <p:nvSpPr>
          <p:cNvPr id="7" name="Inhaltsplatzhalter 6">
            <a:extLst>
              <a:ext uri="{FF2B5EF4-FFF2-40B4-BE49-F238E27FC236}">
                <a16:creationId xmlns:a16="http://schemas.microsoft.com/office/drawing/2014/main" id="{F6651BA5-A3F0-4102-8AB5-302B2F2EFD20}"/>
              </a:ext>
            </a:extLst>
          </p:cNvPr>
          <p:cNvSpPr>
            <a:spLocks noGrp="1"/>
          </p:cNvSpPr>
          <p:nvPr>
            <p:ph sz="quarter" idx="11"/>
          </p:nvPr>
        </p:nvSpPr>
        <p:spPr>
          <a:xfrm>
            <a:off x="8975725" y="404812"/>
            <a:ext cx="2606675" cy="273685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11" name="Bildplatzhalter 5">
            <a:extLst>
              <a:ext uri="{FF2B5EF4-FFF2-40B4-BE49-F238E27FC236}">
                <a16:creationId xmlns:a16="http://schemas.microsoft.com/office/drawing/2014/main" id="{F80E9119-D6F6-4FA2-9F16-025406D0F87E}"/>
              </a:ext>
            </a:extLst>
          </p:cNvPr>
          <p:cNvSpPr>
            <a:spLocks noGrp="1"/>
          </p:cNvSpPr>
          <p:nvPr>
            <p:ph type="pic" sz="quarter" idx="15"/>
          </p:nvPr>
        </p:nvSpPr>
        <p:spPr>
          <a:xfrm>
            <a:off x="8975725" y="3429000"/>
            <a:ext cx="2606675" cy="2195514"/>
          </a:xfrm>
          <a:solidFill>
            <a:schemeClr val="accent2">
              <a:lumMod val="20000"/>
              <a:lumOff val="80000"/>
            </a:schemeClr>
          </a:solidFill>
        </p:spPr>
        <p:txBody>
          <a:bodyPr/>
          <a:lstStyle/>
          <a:p>
            <a:endParaRPr lang="de-DE" dirty="0"/>
          </a:p>
        </p:txBody>
      </p:sp>
      <p:sp>
        <p:nvSpPr>
          <p:cNvPr id="15" name="Textplatzhalter 6">
            <a:extLst>
              <a:ext uri="{FF2B5EF4-FFF2-40B4-BE49-F238E27FC236}">
                <a16:creationId xmlns:a16="http://schemas.microsoft.com/office/drawing/2014/main" id="{55313796-962D-4CF1-AC12-A82B830904C1}"/>
              </a:ext>
            </a:extLst>
          </p:cNvPr>
          <p:cNvSpPr>
            <a:spLocks noGrp="1"/>
          </p:cNvSpPr>
          <p:nvPr>
            <p:ph type="body" sz="quarter" idx="20" hasCustomPrompt="1"/>
          </p:nvPr>
        </p:nvSpPr>
        <p:spPr>
          <a:xfrm>
            <a:off x="8990012" y="5624513"/>
            <a:ext cx="2592388" cy="433387"/>
          </a:xfrm>
        </p:spPr>
        <p:txBody>
          <a:bodyPr anchor="b" anchorCtr="0"/>
          <a:lstStyle>
            <a:lvl1pPr>
              <a:defRPr sz="1200" i="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stStyle>
          <a:p>
            <a:pPr lvl="0"/>
            <a:r>
              <a:rPr lang="de-DE" dirty="0"/>
              <a:t>Bildunterschrift und © Copyright</a:t>
            </a:r>
            <a:endParaRPr lang="en-US" dirty="0"/>
          </a:p>
        </p:txBody>
      </p:sp>
    </p:spTree>
    <p:extLst>
      <p:ext uri="{BB962C8B-B14F-4D97-AF65-F5344CB8AC3E}">
        <p14:creationId xmlns:p14="http://schemas.microsoft.com/office/powerpoint/2010/main" val="391766634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27D54C4-ACE0-4B7B-B43C-B80F732EA330}"/>
              </a:ext>
            </a:extLst>
          </p:cNvPr>
          <p:cNvSpPr>
            <a:spLocks noGrp="1"/>
          </p:cNvSpPr>
          <p:nvPr>
            <p:ph type="title"/>
          </p:nvPr>
        </p:nvSpPr>
        <p:spPr>
          <a:xfrm>
            <a:off x="609600" y="404814"/>
            <a:ext cx="10972800" cy="647700"/>
          </a:xfrm>
          <a:prstGeom prst="rect">
            <a:avLst/>
          </a:prstGeom>
        </p:spPr>
        <p:txBody>
          <a:bodyPr/>
          <a:lstStyle/>
          <a:p>
            <a:r>
              <a:rPr lang="de-DE" dirty="0"/>
              <a:t>Mastertitelformat bearbeiten</a:t>
            </a:r>
          </a:p>
        </p:txBody>
      </p:sp>
    </p:spTree>
    <p:extLst>
      <p:ext uri="{BB962C8B-B14F-4D97-AF65-F5344CB8AC3E}">
        <p14:creationId xmlns:p14="http://schemas.microsoft.com/office/powerpoint/2010/main" val="324181655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81942711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ld vollflächig">
    <p:spTree>
      <p:nvGrpSpPr>
        <p:cNvPr id="1" name=""/>
        <p:cNvGrpSpPr/>
        <p:nvPr/>
      </p:nvGrpSpPr>
      <p:grpSpPr>
        <a:xfrm>
          <a:off x="0" y="0"/>
          <a:ext cx="0" cy="0"/>
          <a:chOff x="0" y="0"/>
          <a:chExt cx="0" cy="0"/>
        </a:xfrm>
      </p:grpSpPr>
      <p:sp>
        <p:nvSpPr>
          <p:cNvPr id="3" name="Bildplatzhalter 2">
            <a:extLst>
              <a:ext uri="{FF2B5EF4-FFF2-40B4-BE49-F238E27FC236}">
                <a16:creationId xmlns:a16="http://schemas.microsoft.com/office/drawing/2014/main" id="{007AA28B-E0BB-4588-9126-08A9723C34F7}"/>
              </a:ext>
            </a:extLst>
          </p:cNvPr>
          <p:cNvSpPr>
            <a:spLocks noGrp="1"/>
          </p:cNvSpPr>
          <p:nvPr>
            <p:ph type="pic" sz="quarter" idx="10"/>
          </p:nvPr>
        </p:nvSpPr>
        <p:spPr>
          <a:xfrm>
            <a:off x="0" y="0"/>
            <a:ext cx="12192000" cy="6858000"/>
          </a:xfrm>
          <a:solidFill>
            <a:schemeClr val="bg1">
              <a:lumMod val="95000"/>
            </a:schemeClr>
          </a:solidFill>
        </p:spPr>
        <p:txBody>
          <a:bodyPr/>
          <a:lstStyle/>
          <a:p>
            <a:endParaRPr lang="de-DE"/>
          </a:p>
        </p:txBody>
      </p:sp>
      <p:pic>
        <p:nvPicPr>
          <p:cNvPr id="4" name="Grafik 3">
            <a:extLst>
              <a:ext uri="{FF2B5EF4-FFF2-40B4-BE49-F238E27FC236}">
                <a16:creationId xmlns:a16="http://schemas.microsoft.com/office/drawing/2014/main" id="{49D899A4-C882-4DED-9C15-ACC467479FE2}"/>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09600" y="6288480"/>
            <a:ext cx="514349" cy="164708"/>
          </a:xfrm>
          <a:prstGeom prst="rect">
            <a:avLst/>
          </a:prstGeom>
        </p:spPr>
      </p:pic>
      <p:sp>
        <p:nvSpPr>
          <p:cNvPr id="5" name="Textplatzhalter 6">
            <a:extLst>
              <a:ext uri="{FF2B5EF4-FFF2-40B4-BE49-F238E27FC236}">
                <a16:creationId xmlns:a16="http://schemas.microsoft.com/office/drawing/2014/main" id="{5D0AE451-788D-480F-872A-9EB3DCE41B57}"/>
              </a:ext>
            </a:extLst>
          </p:cNvPr>
          <p:cNvSpPr>
            <a:spLocks noGrp="1"/>
          </p:cNvSpPr>
          <p:nvPr>
            <p:ph type="body" sz="quarter" idx="12" hasCustomPrompt="1"/>
          </p:nvPr>
        </p:nvSpPr>
        <p:spPr>
          <a:xfrm>
            <a:off x="6203950" y="6057900"/>
            <a:ext cx="5378450" cy="441588"/>
          </a:xfrm>
        </p:spPr>
        <p:txBody>
          <a:bodyPr anchor="b" anchorCtr="0"/>
          <a:lstStyle>
            <a:lvl1pPr algn="r">
              <a:defRPr sz="1200" i="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stStyle>
          <a:p>
            <a:pPr lvl="0"/>
            <a:r>
              <a:rPr lang="de-DE" dirty="0"/>
              <a:t>Bildunterschrift und © Copyright</a:t>
            </a:r>
            <a:endParaRPr lang="en-US" dirty="0"/>
          </a:p>
        </p:txBody>
      </p:sp>
    </p:spTree>
    <p:extLst>
      <p:ext uri="{BB962C8B-B14F-4D97-AF65-F5344CB8AC3E}">
        <p14:creationId xmlns:p14="http://schemas.microsoft.com/office/powerpoint/2010/main" val="200105369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Abschnittsbeginn_blau">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5BE95944-ACF5-4BF5-8A9C-A6B4D5A92BFB}"/>
              </a:ext>
              <a:ext uri="{C183D7F6-B498-43B3-948B-1728B52AA6E4}">
                <adec:decorative xmlns:adec="http://schemas.microsoft.com/office/drawing/2017/decorative" val="1"/>
              </a:ext>
            </a:extLst>
          </p:cNvPr>
          <p:cNvSpPr/>
          <p:nvPr userDrawn="1"/>
        </p:nvSpPr>
        <p:spPr>
          <a:xfrm>
            <a:off x="0" y="0"/>
            <a:ext cx="12192000"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a:extLst>
              <a:ext uri="{FF2B5EF4-FFF2-40B4-BE49-F238E27FC236}">
                <a16:creationId xmlns:a16="http://schemas.microsoft.com/office/drawing/2014/main" id="{5C91A62C-18CD-4962-933C-7CEB68A0AEF6}"/>
              </a:ext>
            </a:extLst>
          </p:cNvPr>
          <p:cNvSpPr>
            <a:spLocks noGrp="1"/>
          </p:cNvSpPr>
          <p:nvPr>
            <p:ph type="title" hasCustomPrompt="1"/>
          </p:nvPr>
        </p:nvSpPr>
        <p:spPr>
          <a:xfrm>
            <a:off x="609600" y="3733801"/>
            <a:ext cx="10972800" cy="914400"/>
          </a:xfrm>
        </p:spPr>
        <p:txBody>
          <a:bodyPr/>
          <a:lstStyle>
            <a:lvl1pPr>
              <a:defRPr sz="3600">
                <a:solidFill>
                  <a:schemeClr val="bg1"/>
                </a:solidFill>
              </a:defRPr>
            </a:lvl1pPr>
          </a:lstStyle>
          <a:p>
            <a:r>
              <a:rPr lang="de-DE" dirty="0"/>
              <a:t>Mastertitelformat </a:t>
            </a:r>
            <a:br>
              <a:rPr lang="de-DE" dirty="0"/>
            </a:br>
            <a:r>
              <a:rPr lang="de-DE" dirty="0"/>
              <a:t>bearbeiten</a:t>
            </a:r>
          </a:p>
        </p:txBody>
      </p:sp>
      <p:sp>
        <p:nvSpPr>
          <p:cNvPr id="9" name="Textplatzhalter 8">
            <a:extLst>
              <a:ext uri="{FF2B5EF4-FFF2-40B4-BE49-F238E27FC236}">
                <a16:creationId xmlns:a16="http://schemas.microsoft.com/office/drawing/2014/main" id="{EDD549F4-C90A-437D-902A-3E9CE85D8A02}"/>
              </a:ext>
            </a:extLst>
          </p:cNvPr>
          <p:cNvSpPr>
            <a:spLocks noGrp="1"/>
          </p:cNvSpPr>
          <p:nvPr>
            <p:ph type="body" sz="quarter" idx="10"/>
          </p:nvPr>
        </p:nvSpPr>
        <p:spPr>
          <a:xfrm>
            <a:off x="609600" y="4968241"/>
            <a:ext cx="10972800" cy="873760"/>
          </a:xfrm>
        </p:spPr>
        <p:txBody>
          <a:bodyPr/>
          <a:lstStyle>
            <a:lvl1pPr>
              <a:defRPr sz="2000">
                <a:solidFill>
                  <a:schemeClr val="bg1"/>
                </a:solidFill>
              </a:defRPr>
            </a:lvl1pPr>
          </a:lstStyle>
          <a:p>
            <a:pPr lvl="0"/>
            <a:r>
              <a:rPr lang="de-DE" dirty="0"/>
              <a:t>Mastertextformat bearbeiten</a:t>
            </a:r>
          </a:p>
        </p:txBody>
      </p:sp>
    </p:spTree>
    <p:extLst>
      <p:ext uri="{BB962C8B-B14F-4D97-AF65-F5344CB8AC3E}">
        <p14:creationId xmlns:p14="http://schemas.microsoft.com/office/powerpoint/2010/main" val="266489563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Abschnittsbeginn_Weiß">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5BE95944-ACF5-4BF5-8A9C-A6B4D5A92BFB}"/>
              </a:ext>
              <a:ext uri="{C183D7F6-B498-43B3-948B-1728B52AA6E4}">
                <adec:decorative xmlns:adec="http://schemas.microsoft.com/office/drawing/2017/decorative" val="1"/>
              </a:ext>
            </a:extLst>
          </p:cNvPr>
          <p:cNvSpPr/>
          <p:nvPr userDrawn="1"/>
        </p:nvSpPr>
        <p:spPr>
          <a:xfrm>
            <a:off x="0" y="0"/>
            <a:ext cx="12192000" cy="68580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a:extLst>
              <a:ext uri="{FF2B5EF4-FFF2-40B4-BE49-F238E27FC236}">
                <a16:creationId xmlns:a16="http://schemas.microsoft.com/office/drawing/2014/main" id="{5C91A62C-18CD-4962-933C-7CEB68A0AEF6}"/>
              </a:ext>
            </a:extLst>
          </p:cNvPr>
          <p:cNvSpPr>
            <a:spLocks noGrp="1"/>
          </p:cNvSpPr>
          <p:nvPr>
            <p:ph type="title" hasCustomPrompt="1"/>
          </p:nvPr>
        </p:nvSpPr>
        <p:spPr>
          <a:xfrm>
            <a:off x="609600" y="3733801"/>
            <a:ext cx="10972800" cy="914400"/>
          </a:xfrm>
        </p:spPr>
        <p:txBody>
          <a:bodyPr/>
          <a:lstStyle>
            <a:lvl1pPr>
              <a:defRPr sz="3600">
                <a:solidFill>
                  <a:schemeClr val="accent1"/>
                </a:solidFill>
              </a:defRPr>
            </a:lvl1pPr>
          </a:lstStyle>
          <a:p>
            <a:r>
              <a:rPr lang="de-DE" dirty="0"/>
              <a:t>Mastertitelformat </a:t>
            </a:r>
            <a:br>
              <a:rPr lang="de-DE" dirty="0"/>
            </a:br>
            <a:r>
              <a:rPr lang="de-DE" dirty="0"/>
              <a:t>bearbeiten</a:t>
            </a:r>
          </a:p>
        </p:txBody>
      </p:sp>
      <p:sp>
        <p:nvSpPr>
          <p:cNvPr id="9" name="Textplatzhalter 8">
            <a:extLst>
              <a:ext uri="{FF2B5EF4-FFF2-40B4-BE49-F238E27FC236}">
                <a16:creationId xmlns:a16="http://schemas.microsoft.com/office/drawing/2014/main" id="{EDD549F4-C90A-437D-902A-3E9CE85D8A02}"/>
              </a:ext>
            </a:extLst>
          </p:cNvPr>
          <p:cNvSpPr>
            <a:spLocks noGrp="1"/>
          </p:cNvSpPr>
          <p:nvPr>
            <p:ph type="body" sz="quarter" idx="10"/>
          </p:nvPr>
        </p:nvSpPr>
        <p:spPr>
          <a:xfrm>
            <a:off x="609600" y="4968241"/>
            <a:ext cx="10972800" cy="873760"/>
          </a:xfrm>
        </p:spPr>
        <p:txBody>
          <a:bodyPr/>
          <a:lstStyle>
            <a:lvl1pPr>
              <a:defRPr sz="2000">
                <a:solidFill>
                  <a:schemeClr val="accent1"/>
                </a:solidFill>
              </a:defRPr>
            </a:lvl1pPr>
          </a:lstStyle>
          <a:p>
            <a:pPr lvl="0"/>
            <a:r>
              <a:rPr lang="de-DE" dirty="0"/>
              <a:t>Mastertextformat bearbeiten</a:t>
            </a:r>
          </a:p>
        </p:txBody>
      </p:sp>
    </p:spTree>
    <p:extLst>
      <p:ext uri="{BB962C8B-B14F-4D97-AF65-F5344CB8AC3E}">
        <p14:creationId xmlns:p14="http://schemas.microsoft.com/office/powerpoint/2010/main" val="202417381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Abschnittsbeginn_Blau mit Bild">
    <p:spTree>
      <p:nvGrpSpPr>
        <p:cNvPr id="1" name=""/>
        <p:cNvGrpSpPr/>
        <p:nvPr/>
      </p:nvGrpSpPr>
      <p:grpSpPr>
        <a:xfrm>
          <a:off x="0" y="0"/>
          <a:ext cx="0" cy="0"/>
          <a:chOff x="0" y="0"/>
          <a:chExt cx="0" cy="0"/>
        </a:xfrm>
      </p:grpSpPr>
      <p:sp>
        <p:nvSpPr>
          <p:cNvPr id="7" name="Rechteck 6">
            <a:extLst>
              <a:ext uri="{FF2B5EF4-FFF2-40B4-BE49-F238E27FC236}">
                <a16:creationId xmlns:a16="http://schemas.microsoft.com/office/drawing/2014/main" id="{8DD5EDA3-D92A-4B08-8595-D60EA53E8AB5}"/>
              </a:ext>
              <a:ext uri="{C183D7F6-B498-43B3-948B-1728B52AA6E4}">
                <adec:decorative xmlns:adec="http://schemas.microsoft.com/office/drawing/2017/decorative" val="1"/>
              </a:ext>
            </a:extLst>
          </p:cNvPr>
          <p:cNvSpPr/>
          <p:nvPr userDrawn="1"/>
        </p:nvSpPr>
        <p:spPr>
          <a:xfrm>
            <a:off x="0" y="0"/>
            <a:ext cx="12192000"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10" name="Grafik 9">
            <a:extLst>
              <a:ext uri="{FF2B5EF4-FFF2-40B4-BE49-F238E27FC236}">
                <a16:creationId xmlns:a16="http://schemas.microsoft.com/office/drawing/2014/main" id="{5144DEC0-CBFA-4BDA-A78C-86ED757F727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09600" y="6288480"/>
            <a:ext cx="514349" cy="164708"/>
          </a:xfrm>
          <a:prstGeom prst="rect">
            <a:avLst/>
          </a:prstGeom>
        </p:spPr>
      </p:pic>
      <p:sp>
        <p:nvSpPr>
          <p:cNvPr id="8" name="Titel 1">
            <a:extLst>
              <a:ext uri="{FF2B5EF4-FFF2-40B4-BE49-F238E27FC236}">
                <a16:creationId xmlns:a16="http://schemas.microsoft.com/office/drawing/2014/main" id="{FA055B95-2710-46A2-8317-9CAA31D48D9C}"/>
              </a:ext>
            </a:extLst>
          </p:cNvPr>
          <p:cNvSpPr>
            <a:spLocks noGrp="1"/>
          </p:cNvSpPr>
          <p:nvPr>
            <p:ph type="title"/>
          </p:nvPr>
        </p:nvSpPr>
        <p:spPr>
          <a:xfrm>
            <a:off x="609600" y="873124"/>
            <a:ext cx="3506788" cy="2268539"/>
          </a:xfrm>
          <a:prstGeom prst="rect">
            <a:avLst/>
          </a:prstGeom>
        </p:spPr>
        <p:txBody>
          <a:bodyPr tIns="0"/>
          <a:lstStyle>
            <a:lvl1pPr>
              <a:defRPr lang="de-DE" dirty="0">
                <a:solidFill>
                  <a:schemeClr val="bg1"/>
                </a:solidFill>
              </a:defRPr>
            </a:lvl1pPr>
          </a:lstStyle>
          <a:p>
            <a:r>
              <a:rPr lang="de-DE" dirty="0"/>
              <a:t>Mastertitelformat bearbeiten</a:t>
            </a:r>
          </a:p>
        </p:txBody>
      </p:sp>
      <p:sp>
        <p:nvSpPr>
          <p:cNvPr id="9" name="Textplatzhalter 8">
            <a:extLst>
              <a:ext uri="{FF2B5EF4-FFF2-40B4-BE49-F238E27FC236}">
                <a16:creationId xmlns:a16="http://schemas.microsoft.com/office/drawing/2014/main" id="{6A522852-F16F-46A0-B72D-3039550F8A39}"/>
              </a:ext>
            </a:extLst>
          </p:cNvPr>
          <p:cNvSpPr>
            <a:spLocks noGrp="1"/>
          </p:cNvSpPr>
          <p:nvPr>
            <p:ph type="body" sz="quarter" idx="10"/>
          </p:nvPr>
        </p:nvSpPr>
        <p:spPr>
          <a:xfrm>
            <a:off x="609600" y="3141662"/>
            <a:ext cx="3506788" cy="2700338"/>
          </a:xfrm>
          <a:prstGeom prst="rect">
            <a:avLst/>
          </a:prstGeom>
        </p:spPr>
        <p:txBody>
          <a:bodyPr anchor="b" anchorCtr="0"/>
          <a:lstStyle>
            <a:lvl1pPr>
              <a:defRPr lang="de-DE" dirty="0">
                <a:solidFill>
                  <a:schemeClr val="bg1"/>
                </a:solidFill>
              </a:defRPr>
            </a:lvl1pPr>
          </a:lstStyle>
          <a:p>
            <a:pPr lvl="0"/>
            <a:r>
              <a:rPr lang="de-DE" dirty="0"/>
              <a:t>Mastertextformat bearbeiten</a:t>
            </a:r>
          </a:p>
        </p:txBody>
      </p:sp>
      <p:sp>
        <p:nvSpPr>
          <p:cNvPr id="20" name="Bildplatzhalter 19">
            <a:extLst>
              <a:ext uri="{FF2B5EF4-FFF2-40B4-BE49-F238E27FC236}">
                <a16:creationId xmlns:a16="http://schemas.microsoft.com/office/drawing/2014/main" id="{4455023C-E286-4137-97BF-103515D64345}"/>
              </a:ext>
            </a:extLst>
          </p:cNvPr>
          <p:cNvSpPr>
            <a:spLocks noGrp="1"/>
          </p:cNvSpPr>
          <p:nvPr>
            <p:ph type="pic" sz="quarter" idx="11"/>
          </p:nvPr>
        </p:nvSpPr>
        <p:spPr>
          <a:xfrm>
            <a:off x="4343400" y="-7706136"/>
            <a:ext cx="14132540" cy="14874190"/>
          </a:xfrm>
          <a:custGeom>
            <a:avLst/>
            <a:gdLst>
              <a:gd name="connsiteX0" fmla="*/ 14132540 w 14132540"/>
              <a:gd name="connsiteY0" fmla="*/ 0 h 14874190"/>
              <a:gd name="connsiteX1" fmla="*/ 14132540 w 14132540"/>
              <a:gd name="connsiteY1" fmla="*/ 8549569 h 14874190"/>
              <a:gd name="connsiteX2" fmla="*/ 7807920 w 14132540"/>
              <a:gd name="connsiteY2" fmla="*/ 14874190 h 14874190"/>
              <a:gd name="connsiteX3" fmla="*/ 1318488 w 14132540"/>
              <a:gd name="connsiteY3" fmla="*/ 14874190 h 14874190"/>
              <a:gd name="connsiteX4" fmla="*/ 0 w 14132540"/>
              <a:gd name="connsiteY4" fmla="*/ 7437096 h 14874190"/>
              <a:gd name="connsiteX5" fmla="*/ 6695444 w 14132540"/>
              <a:gd name="connsiteY5" fmla="*/ 7437096 h 14874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132540" h="14874190">
                <a:moveTo>
                  <a:pt x="14132540" y="0"/>
                </a:moveTo>
                <a:lnTo>
                  <a:pt x="14132540" y="8549569"/>
                </a:lnTo>
                <a:lnTo>
                  <a:pt x="7807920" y="14874190"/>
                </a:lnTo>
                <a:lnTo>
                  <a:pt x="1318488" y="14874190"/>
                </a:lnTo>
                <a:lnTo>
                  <a:pt x="0" y="7437096"/>
                </a:lnTo>
                <a:lnTo>
                  <a:pt x="6695444" y="7437096"/>
                </a:lnTo>
                <a:close/>
              </a:path>
            </a:pathLst>
          </a:custGeom>
          <a:solidFill>
            <a:schemeClr val="bg2">
              <a:lumMod val="95000"/>
            </a:schemeClr>
          </a:solidFill>
        </p:spPr>
        <p:txBody>
          <a:bodyPr wrap="square">
            <a:noAutofit/>
          </a:bodyPr>
          <a:lstStyle/>
          <a:p>
            <a:endParaRPr lang="en-US"/>
          </a:p>
        </p:txBody>
      </p:sp>
    </p:spTree>
    <p:extLst>
      <p:ext uri="{BB962C8B-B14F-4D97-AF65-F5344CB8AC3E}">
        <p14:creationId xmlns:p14="http://schemas.microsoft.com/office/powerpoint/2010/main" val="389670860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Abschnittsbeginn_Weiß mit Bild">
    <p:spTree>
      <p:nvGrpSpPr>
        <p:cNvPr id="1" name=""/>
        <p:cNvGrpSpPr/>
        <p:nvPr/>
      </p:nvGrpSpPr>
      <p:grpSpPr>
        <a:xfrm>
          <a:off x="0" y="0"/>
          <a:ext cx="0" cy="0"/>
          <a:chOff x="0" y="0"/>
          <a:chExt cx="0" cy="0"/>
        </a:xfrm>
      </p:grpSpPr>
      <p:pic>
        <p:nvPicPr>
          <p:cNvPr id="10" name="Grafik 9">
            <a:extLst>
              <a:ext uri="{FF2B5EF4-FFF2-40B4-BE49-F238E27FC236}">
                <a16:creationId xmlns:a16="http://schemas.microsoft.com/office/drawing/2014/main" id="{5144DEC0-CBFA-4BDA-A78C-86ED757F727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09600" y="6288480"/>
            <a:ext cx="514349" cy="164708"/>
          </a:xfrm>
          <a:prstGeom prst="rect">
            <a:avLst/>
          </a:prstGeom>
        </p:spPr>
      </p:pic>
      <p:sp>
        <p:nvSpPr>
          <p:cNvPr id="8" name="Titel 1">
            <a:extLst>
              <a:ext uri="{FF2B5EF4-FFF2-40B4-BE49-F238E27FC236}">
                <a16:creationId xmlns:a16="http://schemas.microsoft.com/office/drawing/2014/main" id="{FA055B95-2710-46A2-8317-9CAA31D48D9C}"/>
              </a:ext>
            </a:extLst>
          </p:cNvPr>
          <p:cNvSpPr>
            <a:spLocks noGrp="1"/>
          </p:cNvSpPr>
          <p:nvPr>
            <p:ph type="title"/>
          </p:nvPr>
        </p:nvSpPr>
        <p:spPr>
          <a:xfrm>
            <a:off x="609600" y="873124"/>
            <a:ext cx="5378450" cy="863601"/>
          </a:xfrm>
          <a:prstGeom prst="rect">
            <a:avLst/>
          </a:prstGeom>
        </p:spPr>
        <p:txBody>
          <a:bodyPr tIns="0"/>
          <a:lstStyle>
            <a:lvl1pPr>
              <a:defRPr lang="de-DE" dirty="0">
                <a:solidFill>
                  <a:schemeClr val="accent1"/>
                </a:solidFill>
              </a:defRPr>
            </a:lvl1pPr>
          </a:lstStyle>
          <a:p>
            <a:r>
              <a:rPr lang="de-DE" dirty="0"/>
              <a:t>Mastertitelformat bearbeiten</a:t>
            </a:r>
          </a:p>
        </p:txBody>
      </p:sp>
      <p:sp>
        <p:nvSpPr>
          <p:cNvPr id="9" name="Textplatzhalter 8">
            <a:extLst>
              <a:ext uri="{FF2B5EF4-FFF2-40B4-BE49-F238E27FC236}">
                <a16:creationId xmlns:a16="http://schemas.microsoft.com/office/drawing/2014/main" id="{6A522852-F16F-46A0-B72D-3039550F8A39}"/>
              </a:ext>
            </a:extLst>
          </p:cNvPr>
          <p:cNvSpPr>
            <a:spLocks noGrp="1"/>
          </p:cNvSpPr>
          <p:nvPr>
            <p:ph type="body" sz="quarter" idx="10"/>
          </p:nvPr>
        </p:nvSpPr>
        <p:spPr>
          <a:xfrm>
            <a:off x="609600" y="3141662"/>
            <a:ext cx="3506788" cy="2700337"/>
          </a:xfrm>
          <a:prstGeom prst="rect">
            <a:avLst/>
          </a:prstGeom>
        </p:spPr>
        <p:txBody>
          <a:bodyPr anchor="b" anchorCtr="0"/>
          <a:lstStyle>
            <a:lvl1pPr>
              <a:defRPr lang="de-DE" dirty="0">
                <a:solidFill>
                  <a:schemeClr val="accent1"/>
                </a:solidFill>
              </a:defRPr>
            </a:lvl1pPr>
          </a:lstStyle>
          <a:p>
            <a:pPr lvl="0"/>
            <a:r>
              <a:rPr lang="de-DE" dirty="0"/>
              <a:t>Mastertextformat bearbeiten</a:t>
            </a:r>
          </a:p>
        </p:txBody>
      </p:sp>
      <p:sp>
        <p:nvSpPr>
          <p:cNvPr id="13" name="Bildplatzhalter 12">
            <a:extLst>
              <a:ext uri="{FF2B5EF4-FFF2-40B4-BE49-F238E27FC236}">
                <a16:creationId xmlns:a16="http://schemas.microsoft.com/office/drawing/2014/main" id="{6D9D1B83-BB64-4D87-85E3-7B792A9EDEC1}"/>
              </a:ext>
            </a:extLst>
          </p:cNvPr>
          <p:cNvSpPr>
            <a:spLocks noGrp="1"/>
          </p:cNvSpPr>
          <p:nvPr>
            <p:ph type="pic" sz="quarter" idx="11"/>
          </p:nvPr>
        </p:nvSpPr>
        <p:spPr>
          <a:xfrm>
            <a:off x="4343400" y="-2537398"/>
            <a:ext cx="13780478" cy="14516845"/>
          </a:xfrm>
          <a:custGeom>
            <a:avLst/>
            <a:gdLst>
              <a:gd name="connsiteX0" fmla="*/ 6162192 w 13780478"/>
              <a:gd name="connsiteY0" fmla="*/ 0 h 14516845"/>
              <a:gd name="connsiteX1" fmla="*/ 12500658 w 13780478"/>
              <a:gd name="connsiteY1" fmla="*/ 0 h 14516845"/>
              <a:gd name="connsiteX2" fmla="*/ 13780478 w 13780478"/>
              <a:gd name="connsiteY2" fmla="*/ 7258316 h 14516845"/>
              <a:gd name="connsiteX3" fmla="*/ 7258530 w 13780478"/>
              <a:gd name="connsiteY3" fmla="*/ 7258316 h 14516845"/>
              <a:gd name="connsiteX4" fmla="*/ 0 w 13780478"/>
              <a:gd name="connsiteY4" fmla="*/ 14516845 h 14516845"/>
              <a:gd name="connsiteX5" fmla="*/ 212 w 13780478"/>
              <a:gd name="connsiteY5" fmla="*/ 6162191 h 14516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780478" h="14516845">
                <a:moveTo>
                  <a:pt x="6162192" y="0"/>
                </a:moveTo>
                <a:lnTo>
                  <a:pt x="12500658" y="0"/>
                </a:lnTo>
                <a:lnTo>
                  <a:pt x="13780478" y="7258316"/>
                </a:lnTo>
                <a:lnTo>
                  <a:pt x="7258530" y="7258316"/>
                </a:lnTo>
                <a:lnTo>
                  <a:pt x="0" y="14516845"/>
                </a:lnTo>
                <a:lnTo>
                  <a:pt x="212" y="6162191"/>
                </a:lnTo>
                <a:close/>
              </a:path>
            </a:pathLst>
          </a:custGeom>
          <a:solidFill>
            <a:schemeClr val="bg2">
              <a:lumMod val="95000"/>
            </a:schemeClr>
          </a:solidFill>
        </p:spPr>
        <p:txBody>
          <a:bodyPr wrap="square">
            <a:noAutofit/>
          </a:bodyPr>
          <a:lstStyle/>
          <a:p>
            <a:endParaRPr lang="en-US"/>
          </a:p>
        </p:txBody>
      </p:sp>
    </p:spTree>
    <p:extLst>
      <p:ext uri="{BB962C8B-B14F-4D97-AF65-F5344CB8AC3E}">
        <p14:creationId xmlns:p14="http://schemas.microsoft.com/office/powerpoint/2010/main" val="325950841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Abschnittsbeginn_Farbe mit Bild">
    <p:spTree>
      <p:nvGrpSpPr>
        <p:cNvPr id="1" name=""/>
        <p:cNvGrpSpPr/>
        <p:nvPr/>
      </p:nvGrpSpPr>
      <p:grpSpPr>
        <a:xfrm>
          <a:off x="0" y="0"/>
          <a:ext cx="0" cy="0"/>
          <a:chOff x="0" y="0"/>
          <a:chExt cx="0" cy="0"/>
        </a:xfrm>
      </p:grpSpPr>
      <p:sp>
        <p:nvSpPr>
          <p:cNvPr id="7" name="Rechteck 6">
            <a:extLst>
              <a:ext uri="{FF2B5EF4-FFF2-40B4-BE49-F238E27FC236}">
                <a16:creationId xmlns:a16="http://schemas.microsoft.com/office/drawing/2014/main" id="{8DD5EDA3-D92A-4B08-8595-D60EA53E8AB5}"/>
              </a:ext>
              <a:ext uri="{C183D7F6-B498-43B3-948B-1728B52AA6E4}">
                <adec:decorative xmlns:adec="http://schemas.microsoft.com/office/drawing/2017/decorative" val="1"/>
              </a:ext>
            </a:extLst>
          </p:cNvPr>
          <p:cNvSpPr/>
          <p:nvPr userDrawn="1"/>
        </p:nvSpPr>
        <p:spPr>
          <a:xfrm>
            <a:off x="0" y="0"/>
            <a:ext cx="12192000" cy="6858000"/>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8" name="Titel 1">
            <a:extLst>
              <a:ext uri="{FF2B5EF4-FFF2-40B4-BE49-F238E27FC236}">
                <a16:creationId xmlns:a16="http://schemas.microsoft.com/office/drawing/2014/main" id="{FA055B95-2710-46A2-8317-9CAA31D48D9C}"/>
              </a:ext>
            </a:extLst>
          </p:cNvPr>
          <p:cNvSpPr>
            <a:spLocks noGrp="1"/>
          </p:cNvSpPr>
          <p:nvPr>
            <p:ph type="title"/>
          </p:nvPr>
        </p:nvSpPr>
        <p:spPr>
          <a:xfrm>
            <a:off x="609600" y="873124"/>
            <a:ext cx="3506788" cy="1382897"/>
          </a:xfrm>
          <a:prstGeom prst="rect">
            <a:avLst/>
          </a:prstGeom>
        </p:spPr>
        <p:txBody>
          <a:bodyPr tIns="0"/>
          <a:lstStyle>
            <a:lvl1pPr>
              <a:defRPr lang="de-DE" dirty="0">
                <a:solidFill>
                  <a:schemeClr val="accent1"/>
                </a:solidFill>
              </a:defRPr>
            </a:lvl1pPr>
          </a:lstStyle>
          <a:p>
            <a:r>
              <a:rPr lang="de-DE" dirty="0"/>
              <a:t>Mastertitelformat bearbeiten</a:t>
            </a:r>
          </a:p>
        </p:txBody>
      </p:sp>
      <p:sp>
        <p:nvSpPr>
          <p:cNvPr id="9" name="Textplatzhalter 8">
            <a:extLst>
              <a:ext uri="{FF2B5EF4-FFF2-40B4-BE49-F238E27FC236}">
                <a16:creationId xmlns:a16="http://schemas.microsoft.com/office/drawing/2014/main" id="{6A522852-F16F-46A0-B72D-3039550F8A39}"/>
              </a:ext>
            </a:extLst>
          </p:cNvPr>
          <p:cNvSpPr>
            <a:spLocks noGrp="1"/>
          </p:cNvSpPr>
          <p:nvPr>
            <p:ph type="body" sz="quarter" idx="10"/>
          </p:nvPr>
        </p:nvSpPr>
        <p:spPr>
          <a:xfrm>
            <a:off x="609599" y="2461846"/>
            <a:ext cx="3506789" cy="1254492"/>
          </a:xfrm>
          <a:prstGeom prst="rect">
            <a:avLst/>
          </a:prstGeom>
        </p:spPr>
        <p:txBody>
          <a:bodyPr anchor="t" anchorCtr="0"/>
          <a:lstStyle>
            <a:lvl1pPr>
              <a:defRPr lang="de-DE" dirty="0">
                <a:solidFill>
                  <a:schemeClr val="accent1"/>
                </a:solidFill>
              </a:defRPr>
            </a:lvl1pPr>
          </a:lstStyle>
          <a:p>
            <a:pPr lvl="0"/>
            <a:r>
              <a:rPr lang="de-DE" dirty="0"/>
              <a:t>Mastertextformat bearbeiten</a:t>
            </a:r>
          </a:p>
        </p:txBody>
      </p:sp>
      <p:sp>
        <p:nvSpPr>
          <p:cNvPr id="23" name="Bildplatzhalter 22">
            <a:extLst>
              <a:ext uri="{FF2B5EF4-FFF2-40B4-BE49-F238E27FC236}">
                <a16:creationId xmlns:a16="http://schemas.microsoft.com/office/drawing/2014/main" id="{26D725AF-5383-4E5D-A2D3-3FABBEC0B676}"/>
              </a:ext>
            </a:extLst>
          </p:cNvPr>
          <p:cNvSpPr>
            <a:spLocks noGrp="1"/>
          </p:cNvSpPr>
          <p:nvPr>
            <p:ph type="pic" sz="quarter" idx="11"/>
          </p:nvPr>
        </p:nvSpPr>
        <p:spPr>
          <a:xfrm>
            <a:off x="-1768456" y="-9550923"/>
            <a:ext cx="13977778" cy="25385171"/>
          </a:xfrm>
          <a:custGeom>
            <a:avLst/>
            <a:gdLst>
              <a:gd name="connsiteX0" fmla="*/ 6127784 w 13977778"/>
              <a:gd name="connsiteY0" fmla="*/ 0 h 25385171"/>
              <a:gd name="connsiteX1" fmla="*/ 13977778 w 13977778"/>
              <a:gd name="connsiteY1" fmla="*/ 7849993 h 25385171"/>
              <a:gd name="connsiteX2" fmla="*/ 13977778 w 13977778"/>
              <a:gd name="connsiteY2" fmla="*/ 19429729 h 25385171"/>
              <a:gd name="connsiteX3" fmla="*/ 8022336 w 13977778"/>
              <a:gd name="connsiteY3" fmla="*/ 25385171 h 25385171"/>
              <a:gd name="connsiteX4" fmla="*/ 0 w 13977778"/>
              <a:gd name="connsiteY4" fmla="*/ 19767992 h 25385171"/>
              <a:gd name="connsiteX5" fmla="*/ 6127960 w 13977778"/>
              <a:gd name="connsiteY5" fmla="*/ 13640034 h 25385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977778" h="25385171">
                <a:moveTo>
                  <a:pt x="6127784" y="0"/>
                </a:moveTo>
                <a:lnTo>
                  <a:pt x="13977778" y="7849993"/>
                </a:lnTo>
                <a:lnTo>
                  <a:pt x="13977778" y="19429729"/>
                </a:lnTo>
                <a:lnTo>
                  <a:pt x="8022336" y="25385171"/>
                </a:lnTo>
                <a:lnTo>
                  <a:pt x="0" y="19767992"/>
                </a:lnTo>
                <a:lnTo>
                  <a:pt x="6127960" y="13640034"/>
                </a:lnTo>
                <a:close/>
              </a:path>
            </a:pathLst>
          </a:custGeom>
          <a:solidFill>
            <a:schemeClr val="bg2">
              <a:lumMod val="95000"/>
            </a:schemeClr>
          </a:solidFill>
        </p:spPr>
        <p:txBody>
          <a:bodyPr wrap="square">
            <a:noAutofit/>
          </a:bodyPr>
          <a:lstStyle/>
          <a:p>
            <a:endParaRPr lang="en-US" dirty="0"/>
          </a:p>
        </p:txBody>
      </p:sp>
    </p:spTree>
    <p:extLst>
      <p:ext uri="{BB962C8B-B14F-4D97-AF65-F5344CB8AC3E}">
        <p14:creationId xmlns:p14="http://schemas.microsoft.com/office/powerpoint/2010/main" val="126907534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Zitat_Weiß">
    <p:spTree>
      <p:nvGrpSpPr>
        <p:cNvPr id="1" name=""/>
        <p:cNvGrpSpPr/>
        <p:nvPr/>
      </p:nvGrpSpPr>
      <p:grpSpPr>
        <a:xfrm>
          <a:off x="0" y="0"/>
          <a:ext cx="0" cy="0"/>
          <a:chOff x="0" y="0"/>
          <a:chExt cx="0" cy="0"/>
        </a:xfrm>
      </p:grpSpPr>
      <p:sp>
        <p:nvSpPr>
          <p:cNvPr id="7" name="Textplatzhalter 3">
            <a:extLst>
              <a:ext uri="{FF2B5EF4-FFF2-40B4-BE49-F238E27FC236}">
                <a16:creationId xmlns:a16="http://schemas.microsoft.com/office/drawing/2014/main" id="{2664A485-C158-4BFC-B46D-7201DF28B918}"/>
              </a:ext>
            </a:extLst>
          </p:cNvPr>
          <p:cNvSpPr>
            <a:spLocks noGrp="1"/>
          </p:cNvSpPr>
          <p:nvPr>
            <p:ph type="body" sz="quarter" idx="13" hasCustomPrompt="1"/>
          </p:nvPr>
        </p:nvSpPr>
        <p:spPr>
          <a:xfrm>
            <a:off x="609600" y="873125"/>
            <a:ext cx="10972800" cy="4173438"/>
          </a:xfrm>
        </p:spPr>
        <p:txBody>
          <a:bodyPr/>
          <a:lstStyle>
            <a:lvl1pPr>
              <a:defRPr lang="de-DE" sz="3600" b="0" i="1" kern="1200" dirty="0">
                <a:solidFill>
                  <a:schemeClr val="tx1"/>
                </a:solidFill>
                <a:latin typeface="Noto Serif Light" panose="02020502060505020204" pitchFamily="18"/>
                <a:ea typeface="Noto Serif Light" panose="02020502060505020204" pitchFamily="18"/>
                <a:cs typeface="Noto Serif Light" panose="02020502060505020204" pitchFamily="18"/>
              </a:defRPr>
            </a:lvl1pPr>
          </a:lstStyle>
          <a:p>
            <a:pPr lvl="0"/>
            <a:r>
              <a:rPr lang="de-DE" dirty="0"/>
              <a:t>Zitat</a:t>
            </a:r>
          </a:p>
        </p:txBody>
      </p:sp>
      <p:sp>
        <p:nvSpPr>
          <p:cNvPr id="6" name="Textplatzhalter 6">
            <a:extLst>
              <a:ext uri="{FF2B5EF4-FFF2-40B4-BE49-F238E27FC236}">
                <a16:creationId xmlns:a16="http://schemas.microsoft.com/office/drawing/2014/main" id="{26026BCD-A072-422C-AB4B-2FA548C4F719}"/>
              </a:ext>
            </a:extLst>
          </p:cNvPr>
          <p:cNvSpPr>
            <a:spLocks noGrp="1"/>
          </p:cNvSpPr>
          <p:nvPr>
            <p:ph type="body" sz="quarter" idx="12" hasCustomPrompt="1"/>
          </p:nvPr>
        </p:nvSpPr>
        <p:spPr>
          <a:xfrm>
            <a:off x="609600" y="5354320"/>
            <a:ext cx="10972800" cy="487680"/>
          </a:xfrm>
        </p:spPr>
        <p:txBody>
          <a:bodyPr anchor="b" anchorCtr="0"/>
          <a:lstStyle>
            <a:lvl1pPr>
              <a:defRPr sz="1400" i="0">
                <a:latin typeface="+mj-lt"/>
                <a:ea typeface="Noto Serif" panose="02020502060505020204" pitchFamily="18" charset="0"/>
                <a:cs typeface="Noto Serif" panose="02020502060505020204" pitchFamily="18" charset="0"/>
              </a:defRPr>
            </a:lvl1pPr>
          </a:lstStyle>
          <a:p>
            <a:pPr lvl="0"/>
            <a:r>
              <a:rPr lang="de-DE" dirty="0"/>
              <a:t>Wer wird zitiert, Quelle</a:t>
            </a:r>
            <a:endParaRPr lang="en-US" dirty="0"/>
          </a:p>
        </p:txBody>
      </p:sp>
    </p:spTree>
    <p:extLst>
      <p:ext uri="{BB962C8B-B14F-4D97-AF65-F5344CB8AC3E}">
        <p14:creationId xmlns:p14="http://schemas.microsoft.com/office/powerpoint/2010/main" val="147611613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Zitat_Farbe">
    <p:spTree>
      <p:nvGrpSpPr>
        <p:cNvPr id="1" name=""/>
        <p:cNvGrpSpPr/>
        <p:nvPr/>
      </p:nvGrpSpPr>
      <p:grpSpPr>
        <a:xfrm>
          <a:off x="0" y="0"/>
          <a:ext cx="0" cy="0"/>
          <a:chOff x="0" y="0"/>
          <a:chExt cx="0" cy="0"/>
        </a:xfrm>
      </p:grpSpPr>
      <p:sp>
        <p:nvSpPr>
          <p:cNvPr id="7" name="Rechteck 6">
            <a:extLst>
              <a:ext uri="{FF2B5EF4-FFF2-40B4-BE49-F238E27FC236}">
                <a16:creationId xmlns:a16="http://schemas.microsoft.com/office/drawing/2014/main" id="{D79737FE-1C79-470F-BA5B-0406C5992B83}"/>
              </a:ext>
              <a:ext uri="{C183D7F6-B498-43B3-948B-1728B52AA6E4}">
                <adec:decorative xmlns:adec="http://schemas.microsoft.com/office/drawing/2017/decorative" val="1"/>
              </a:ext>
            </a:extLst>
          </p:cNvPr>
          <p:cNvSpPr/>
          <p:nvPr userDrawn="1"/>
        </p:nvSpPr>
        <p:spPr>
          <a:xfrm>
            <a:off x="0" y="0"/>
            <a:ext cx="12192000" cy="685800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 name="Textplatzhalter 3">
            <a:extLst>
              <a:ext uri="{FF2B5EF4-FFF2-40B4-BE49-F238E27FC236}">
                <a16:creationId xmlns:a16="http://schemas.microsoft.com/office/drawing/2014/main" id="{A7061B13-C907-4A87-B55A-8284A73D5D92}"/>
              </a:ext>
            </a:extLst>
          </p:cNvPr>
          <p:cNvSpPr>
            <a:spLocks noGrp="1"/>
          </p:cNvSpPr>
          <p:nvPr>
            <p:ph type="body" sz="quarter" idx="13" hasCustomPrompt="1"/>
          </p:nvPr>
        </p:nvSpPr>
        <p:spPr>
          <a:xfrm>
            <a:off x="609600" y="873125"/>
            <a:ext cx="10972800" cy="4173438"/>
          </a:xfrm>
        </p:spPr>
        <p:txBody>
          <a:bodyPr/>
          <a:lstStyle>
            <a:lvl1pPr>
              <a:defRPr lang="de-DE" sz="3200" i="1" dirty="0">
                <a:solidFill>
                  <a:schemeClr val="bg1"/>
                </a:solidFill>
                <a:latin typeface="Noto Serif Light" panose="02020502060505020204" pitchFamily="18"/>
                <a:ea typeface="Noto Serif Light" panose="02020502060505020204" pitchFamily="18"/>
                <a:cs typeface="Noto Serif Light" panose="02020502060505020204" pitchFamily="18"/>
              </a:defRPr>
            </a:lvl1pPr>
          </a:lstStyle>
          <a:p>
            <a:pPr lvl="0"/>
            <a:r>
              <a:rPr lang="de-DE" dirty="0"/>
              <a:t>Zitat</a:t>
            </a:r>
          </a:p>
        </p:txBody>
      </p:sp>
      <p:sp>
        <p:nvSpPr>
          <p:cNvPr id="6" name="Textplatzhalter 6">
            <a:extLst>
              <a:ext uri="{FF2B5EF4-FFF2-40B4-BE49-F238E27FC236}">
                <a16:creationId xmlns:a16="http://schemas.microsoft.com/office/drawing/2014/main" id="{26026BCD-A072-422C-AB4B-2FA548C4F719}"/>
              </a:ext>
            </a:extLst>
          </p:cNvPr>
          <p:cNvSpPr>
            <a:spLocks noGrp="1"/>
          </p:cNvSpPr>
          <p:nvPr>
            <p:ph type="body" sz="quarter" idx="12" hasCustomPrompt="1"/>
          </p:nvPr>
        </p:nvSpPr>
        <p:spPr>
          <a:xfrm>
            <a:off x="609600" y="5354320"/>
            <a:ext cx="10972800" cy="487680"/>
          </a:xfrm>
        </p:spPr>
        <p:txBody>
          <a:bodyPr anchor="b" anchorCtr="0"/>
          <a:lstStyle>
            <a:lvl1pPr>
              <a:defRPr lang="en-US" sz="1400" dirty="0">
                <a:solidFill>
                  <a:schemeClr val="bg1"/>
                </a:solidFill>
              </a:defRPr>
            </a:lvl1pPr>
          </a:lstStyle>
          <a:p>
            <a:pPr lvl="0"/>
            <a:r>
              <a:rPr lang="de-DE" dirty="0"/>
              <a:t>Wer wird zitiert, Quelle</a:t>
            </a:r>
            <a:endParaRPr lang="en-US" dirty="0"/>
          </a:p>
        </p:txBody>
      </p:sp>
      <p:pic>
        <p:nvPicPr>
          <p:cNvPr id="8" name="Grafik 7">
            <a:extLst>
              <a:ext uri="{FF2B5EF4-FFF2-40B4-BE49-F238E27FC236}">
                <a16:creationId xmlns:a16="http://schemas.microsoft.com/office/drawing/2014/main" id="{EA048EAF-9787-48D5-83DB-543645FD8435}"/>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09600" y="6288480"/>
            <a:ext cx="514349" cy="164708"/>
          </a:xfrm>
          <a:prstGeom prst="rect">
            <a:avLst/>
          </a:prstGeom>
        </p:spPr>
      </p:pic>
    </p:spTree>
    <p:extLst>
      <p:ext uri="{BB962C8B-B14F-4D97-AF65-F5344CB8AC3E}">
        <p14:creationId xmlns:p14="http://schemas.microsoft.com/office/powerpoint/2010/main" val="30836556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_Zitat_Farbe + Bild">
    <p:spTree>
      <p:nvGrpSpPr>
        <p:cNvPr id="1" name=""/>
        <p:cNvGrpSpPr/>
        <p:nvPr/>
      </p:nvGrpSpPr>
      <p:grpSpPr>
        <a:xfrm>
          <a:off x="0" y="0"/>
          <a:ext cx="0" cy="0"/>
          <a:chOff x="0" y="0"/>
          <a:chExt cx="0" cy="0"/>
        </a:xfrm>
      </p:grpSpPr>
      <p:sp>
        <p:nvSpPr>
          <p:cNvPr id="7" name="Rechteck 6">
            <a:extLst>
              <a:ext uri="{FF2B5EF4-FFF2-40B4-BE49-F238E27FC236}">
                <a16:creationId xmlns:a16="http://schemas.microsoft.com/office/drawing/2014/main" id="{9E4E10E8-4BB9-460B-9BDB-62195F7C8E15}"/>
              </a:ext>
              <a:ext uri="{C183D7F6-B498-43B3-948B-1728B52AA6E4}">
                <adec:decorative xmlns:adec="http://schemas.microsoft.com/office/drawing/2017/decorative" val="1"/>
              </a:ext>
            </a:extLst>
          </p:cNvPr>
          <p:cNvSpPr/>
          <p:nvPr userDrawn="1"/>
        </p:nvSpPr>
        <p:spPr>
          <a:xfrm>
            <a:off x="0" y="0"/>
            <a:ext cx="12192000" cy="6858000"/>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0" name="Textplatzhalter 3">
            <a:extLst>
              <a:ext uri="{FF2B5EF4-FFF2-40B4-BE49-F238E27FC236}">
                <a16:creationId xmlns:a16="http://schemas.microsoft.com/office/drawing/2014/main" id="{0C75E21A-6BBF-4B32-A70F-301838EEE218}"/>
              </a:ext>
            </a:extLst>
          </p:cNvPr>
          <p:cNvSpPr>
            <a:spLocks noGrp="1"/>
          </p:cNvSpPr>
          <p:nvPr>
            <p:ph type="body" sz="quarter" idx="13" hasCustomPrompt="1"/>
          </p:nvPr>
        </p:nvSpPr>
        <p:spPr>
          <a:xfrm>
            <a:off x="609600" y="873125"/>
            <a:ext cx="5378450" cy="4173438"/>
          </a:xfrm>
        </p:spPr>
        <p:txBody>
          <a:bodyPr/>
          <a:lstStyle>
            <a:lvl1pPr>
              <a:defRPr lang="de-DE" sz="3600" b="0" i="1" kern="1200" dirty="0">
                <a:solidFill>
                  <a:schemeClr val="tx1"/>
                </a:solidFill>
                <a:latin typeface="Noto Serif Light" panose="02020502060505020204" pitchFamily="18"/>
                <a:ea typeface="Noto Serif Light" panose="02020502060505020204" pitchFamily="18"/>
                <a:cs typeface="Noto Serif Light" panose="02020502060505020204" pitchFamily="18"/>
              </a:defRPr>
            </a:lvl1pPr>
          </a:lstStyle>
          <a:p>
            <a:pPr lvl="0"/>
            <a:r>
              <a:rPr lang="de-DE" dirty="0"/>
              <a:t>Zitat</a:t>
            </a:r>
          </a:p>
        </p:txBody>
      </p:sp>
      <p:sp>
        <p:nvSpPr>
          <p:cNvPr id="6" name="Textplatzhalter 6">
            <a:extLst>
              <a:ext uri="{FF2B5EF4-FFF2-40B4-BE49-F238E27FC236}">
                <a16:creationId xmlns:a16="http://schemas.microsoft.com/office/drawing/2014/main" id="{26026BCD-A072-422C-AB4B-2FA548C4F719}"/>
              </a:ext>
            </a:extLst>
          </p:cNvPr>
          <p:cNvSpPr>
            <a:spLocks noGrp="1"/>
          </p:cNvSpPr>
          <p:nvPr>
            <p:ph type="body" sz="quarter" idx="12" hasCustomPrompt="1"/>
          </p:nvPr>
        </p:nvSpPr>
        <p:spPr>
          <a:xfrm>
            <a:off x="609600" y="5624512"/>
            <a:ext cx="5378450" cy="433387"/>
          </a:xfrm>
        </p:spPr>
        <p:txBody>
          <a:bodyPr anchor="b" anchorCtr="0"/>
          <a:lstStyle>
            <a:lvl1pPr>
              <a:defRPr sz="1400" i="0">
                <a:latin typeface="+mj-lt"/>
                <a:ea typeface="Noto Serif" panose="02020502060505020204" pitchFamily="18" charset="0"/>
                <a:cs typeface="Noto Serif" panose="02020502060505020204" pitchFamily="18" charset="0"/>
              </a:defRPr>
            </a:lvl1pPr>
          </a:lstStyle>
          <a:p>
            <a:pPr lvl="0"/>
            <a:r>
              <a:rPr lang="de-DE" dirty="0"/>
              <a:t>Wer wird zitiert, Quelle</a:t>
            </a:r>
            <a:endParaRPr lang="en-US" dirty="0"/>
          </a:p>
        </p:txBody>
      </p:sp>
      <p:pic>
        <p:nvPicPr>
          <p:cNvPr id="8" name="Grafik 7">
            <a:extLst>
              <a:ext uri="{FF2B5EF4-FFF2-40B4-BE49-F238E27FC236}">
                <a16:creationId xmlns:a16="http://schemas.microsoft.com/office/drawing/2014/main" id="{85A73340-69A4-498B-8B80-80BE3D07728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09600" y="6288480"/>
            <a:ext cx="514349" cy="164708"/>
          </a:xfrm>
          <a:prstGeom prst="rect">
            <a:avLst/>
          </a:prstGeom>
        </p:spPr>
      </p:pic>
      <p:sp>
        <p:nvSpPr>
          <p:cNvPr id="9" name="Bildplatzhalter 8">
            <a:extLst>
              <a:ext uri="{FF2B5EF4-FFF2-40B4-BE49-F238E27FC236}">
                <a16:creationId xmlns:a16="http://schemas.microsoft.com/office/drawing/2014/main" id="{2EB2E58B-9728-4374-A113-BCFD69F6357A}"/>
              </a:ext>
            </a:extLst>
          </p:cNvPr>
          <p:cNvSpPr>
            <a:spLocks noGrp="1"/>
          </p:cNvSpPr>
          <p:nvPr>
            <p:ph type="pic" sz="quarter" idx="11"/>
          </p:nvPr>
        </p:nvSpPr>
        <p:spPr>
          <a:xfrm>
            <a:off x="1515598" y="-4693921"/>
            <a:ext cx="10770898" cy="19561127"/>
          </a:xfrm>
          <a:custGeom>
            <a:avLst/>
            <a:gdLst>
              <a:gd name="connsiteX0" fmla="*/ 6127784 w 13977778"/>
              <a:gd name="connsiteY0" fmla="*/ 0 h 25385171"/>
              <a:gd name="connsiteX1" fmla="*/ 13977778 w 13977778"/>
              <a:gd name="connsiteY1" fmla="*/ 7849993 h 25385171"/>
              <a:gd name="connsiteX2" fmla="*/ 13977778 w 13977778"/>
              <a:gd name="connsiteY2" fmla="*/ 19429729 h 25385171"/>
              <a:gd name="connsiteX3" fmla="*/ 8022336 w 13977778"/>
              <a:gd name="connsiteY3" fmla="*/ 25385171 h 25385171"/>
              <a:gd name="connsiteX4" fmla="*/ 0 w 13977778"/>
              <a:gd name="connsiteY4" fmla="*/ 19767992 h 25385171"/>
              <a:gd name="connsiteX5" fmla="*/ 6127960 w 13977778"/>
              <a:gd name="connsiteY5" fmla="*/ 13640034 h 25385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977778" h="25385171">
                <a:moveTo>
                  <a:pt x="6127784" y="0"/>
                </a:moveTo>
                <a:lnTo>
                  <a:pt x="13977778" y="7849993"/>
                </a:lnTo>
                <a:lnTo>
                  <a:pt x="13977778" y="19429729"/>
                </a:lnTo>
                <a:lnTo>
                  <a:pt x="8022336" y="25385171"/>
                </a:lnTo>
                <a:lnTo>
                  <a:pt x="0" y="19767992"/>
                </a:lnTo>
                <a:lnTo>
                  <a:pt x="6127960" y="13640034"/>
                </a:lnTo>
                <a:close/>
              </a:path>
            </a:pathLst>
          </a:custGeom>
          <a:solidFill>
            <a:schemeClr val="bg2">
              <a:lumMod val="95000"/>
            </a:schemeClr>
          </a:solidFill>
        </p:spPr>
        <p:txBody>
          <a:bodyPr wrap="square">
            <a:noAutofit/>
          </a:bodyPr>
          <a:lstStyle/>
          <a:p>
            <a:endParaRPr lang="en-US" dirty="0"/>
          </a:p>
        </p:txBody>
      </p:sp>
    </p:spTree>
    <p:extLst>
      <p:ext uri="{BB962C8B-B14F-4D97-AF65-F5344CB8AC3E}">
        <p14:creationId xmlns:p14="http://schemas.microsoft.com/office/powerpoint/2010/main" val="280753071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Zwischenseite_vV_1">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5BE95944-ACF5-4BF5-8A9C-A6B4D5A92BFB}"/>
              </a:ext>
              <a:ext uri="{C183D7F6-B498-43B3-948B-1728B52AA6E4}">
                <adec:decorative xmlns:adec="http://schemas.microsoft.com/office/drawing/2017/decorative" val="1"/>
              </a:ext>
            </a:extLst>
          </p:cNvPr>
          <p:cNvSpPr/>
          <p:nvPr userDrawn="1"/>
        </p:nvSpPr>
        <p:spPr>
          <a:xfrm>
            <a:off x="0" y="0"/>
            <a:ext cx="12192000" cy="685800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5" name="Grafik 4">
            <a:extLst>
              <a:ext uri="{FF2B5EF4-FFF2-40B4-BE49-F238E27FC236}">
                <a16:creationId xmlns:a16="http://schemas.microsoft.com/office/drawing/2014/main" id="{DA03FB50-6373-4EEB-AE2A-E41E5293A9C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7056120"/>
            <a:ext cx="23070503" cy="23070503"/>
          </a:xfrm>
          <a:prstGeom prst="rect">
            <a:avLst/>
          </a:prstGeom>
        </p:spPr>
      </p:pic>
      <p:sp>
        <p:nvSpPr>
          <p:cNvPr id="2" name="Titel 1">
            <a:extLst>
              <a:ext uri="{FF2B5EF4-FFF2-40B4-BE49-F238E27FC236}">
                <a16:creationId xmlns:a16="http://schemas.microsoft.com/office/drawing/2014/main" id="{5C91A62C-18CD-4962-933C-7CEB68A0AEF6}"/>
              </a:ext>
            </a:extLst>
          </p:cNvPr>
          <p:cNvSpPr>
            <a:spLocks noGrp="1"/>
          </p:cNvSpPr>
          <p:nvPr>
            <p:ph type="title"/>
          </p:nvPr>
        </p:nvSpPr>
        <p:spPr>
          <a:xfrm>
            <a:off x="609601" y="2997200"/>
            <a:ext cx="10972800" cy="719138"/>
          </a:xfrm>
          <a:prstGeom prst="rect">
            <a:avLst/>
          </a:prstGeom>
        </p:spPr>
        <p:txBody>
          <a:bodyPr tIns="0"/>
          <a:lstStyle>
            <a:lvl1pPr>
              <a:defRPr sz="3600">
                <a:solidFill>
                  <a:schemeClr val="bg1"/>
                </a:solidFill>
                <a:latin typeface="+mj-lt"/>
              </a:defRPr>
            </a:lvl1pPr>
          </a:lstStyle>
          <a:p>
            <a:r>
              <a:rPr lang="de-DE" dirty="0"/>
              <a:t>Mastertitelformat bearbeiten</a:t>
            </a:r>
          </a:p>
        </p:txBody>
      </p:sp>
      <p:sp>
        <p:nvSpPr>
          <p:cNvPr id="9" name="Textplatzhalter 8">
            <a:extLst>
              <a:ext uri="{FF2B5EF4-FFF2-40B4-BE49-F238E27FC236}">
                <a16:creationId xmlns:a16="http://schemas.microsoft.com/office/drawing/2014/main" id="{EDD549F4-C90A-437D-902A-3E9CE85D8A02}"/>
              </a:ext>
            </a:extLst>
          </p:cNvPr>
          <p:cNvSpPr>
            <a:spLocks noGrp="1"/>
          </p:cNvSpPr>
          <p:nvPr>
            <p:ph type="body" sz="quarter" idx="10"/>
          </p:nvPr>
        </p:nvSpPr>
        <p:spPr>
          <a:xfrm>
            <a:off x="609601" y="4297679"/>
            <a:ext cx="10972800" cy="1544321"/>
          </a:xfrm>
          <a:prstGeom prst="rect">
            <a:avLst/>
          </a:prstGeom>
        </p:spPr>
        <p:txBody>
          <a:bodyPr/>
          <a:lstStyle>
            <a:lvl1pPr>
              <a:defRPr sz="2000">
                <a:solidFill>
                  <a:schemeClr val="bg1"/>
                </a:solidFill>
              </a:defRPr>
            </a:lvl1pPr>
          </a:lstStyle>
          <a:p>
            <a:pPr lvl="0"/>
            <a:r>
              <a:rPr lang="de-DE" dirty="0"/>
              <a:t>Mastertextformat bearbeiten</a:t>
            </a:r>
          </a:p>
        </p:txBody>
      </p:sp>
    </p:spTree>
    <p:extLst>
      <p:ext uri="{BB962C8B-B14F-4D97-AF65-F5344CB8AC3E}">
        <p14:creationId xmlns:p14="http://schemas.microsoft.com/office/powerpoint/2010/main" val="267901769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Zwischenseite_vV__2">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5BE95944-ACF5-4BF5-8A9C-A6B4D5A92BFB}"/>
              </a:ext>
              <a:ext uri="{C183D7F6-B498-43B3-948B-1728B52AA6E4}">
                <adec:decorative xmlns:adec="http://schemas.microsoft.com/office/drawing/2017/decorative" val="1"/>
              </a:ext>
            </a:extLst>
          </p:cNvPr>
          <p:cNvSpPr/>
          <p:nvPr userDrawn="1"/>
        </p:nvSpPr>
        <p:spPr>
          <a:xfrm>
            <a:off x="0" y="0"/>
            <a:ext cx="12192000" cy="6858000"/>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5" name="Grafik 4">
            <a:extLst>
              <a:ext uri="{FF2B5EF4-FFF2-40B4-BE49-F238E27FC236}">
                <a16:creationId xmlns:a16="http://schemas.microsoft.com/office/drawing/2014/main" id="{DA03FB50-6373-4EEB-AE2A-E41E5293A9C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58240" y="-6925627"/>
            <a:ext cx="14660880" cy="14660880"/>
          </a:xfrm>
          <a:prstGeom prst="rect">
            <a:avLst/>
          </a:prstGeom>
        </p:spPr>
      </p:pic>
      <p:pic>
        <p:nvPicPr>
          <p:cNvPr id="6" name="Grafik 5">
            <a:extLst>
              <a:ext uri="{FF2B5EF4-FFF2-40B4-BE49-F238E27FC236}">
                <a16:creationId xmlns:a16="http://schemas.microsoft.com/office/drawing/2014/main" id="{0D88D79D-95E0-48C6-B019-1226D5FFE88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09600" y="6288480"/>
            <a:ext cx="514349" cy="164708"/>
          </a:xfrm>
          <a:prstGeom prst="rect">
            <a:avLst/>
          </a:prstGeom>
        </p:spPr>
      </p:pic>
      <p:sp>
        <p:nvSpPr>
          <p:cNvPr id="7" name="Titel 1">
            <a:extLst>
              <a:ext uri="{FF2B5EF4-FFF2-40B4-BE49-F238E27FC236}">
                <a16:creationId xmlns:a16="http://schemas.microsoft.com/office/drawing/2014/main" id="{1F6757A7-BF21-40B3-87C7-F536EB125A35}"/>
              </a:ext>
            </a:extLst>
          </p:cNvPr>
          <p:cNvSpPr>
            <a:spLocks noGrp="1"/>
          </p:cNvSpPr>
          <p:nvPr>
            <p:ph type="title"/>
          </p:nvPr>
        </p:nvSpPr>
        <p:spPr>
          <a:xfrm>
            <a:off x="609600" y="1052513"/>
            <a:ext cx="10972800" cy="914400"/>
          </a:xfrm>
          <a:prstGeom prst="rect">
            <a:avLst/>
          </a:prstGeom>
        </p:spPr>
        <p:txBody>
          <a:bodyPr/>
          <a:lstStyle>
            <a:lvl1pPr>
              <a:defRPr sz="3600">
                <a:solidFill>
                  <a:schemeClr val="accent1"/>
                </a:solidFill>
                <a:latin typeface="+mj-lt"/>
              </a:defRPr>
            </a:lvl1pPr>
          </a:lstStyle>
          <a:p>
            <a:r>
              <a:rPr lang="de-DE" dirty="0"/>
              <a:t>Mastertitelformat bearbeiten</a:t>
            </a:r>
          </a:p>
        </p:txBody>
      </p:sp>
      <p:sp>
        <p:nvSpPr>
          <p:cNvPr id="8" name="Textplatzhalter 8">
            <a:extLst>
              <a:ext uri="{FF2B5EF4-FFF2-40B4-BE49-F238E27FC236}">
                <a16:creationId xmlns:a16="http://schemas.microsoft.com/office/drawing/2014/main" id="{8A27A73C-FDCC-408D-8A9B-5EBAC19162EE}"/>
              </a:ext>
            </a:extLst>
          </p:cNvPr>
          <p:cNvSpPr>
            <a:spLocks noGrp="1"/>
          </p:cNvSpPr>
          <p:nvPr>
            <p:ph type="body" sz="quarter" idx="10"/>
          </p:nvPr>
        </p:nvSpPr>
        <p:spPr>
          <a:xfrm>
            <a:off x="609600" y="2286952"/>
            <a:ext cx="10972800" cy="1142048"/>
          </a:xfrm>
          <a:prstGeom prst="rect">
            <a:avLst/>
          </a:prstGeom>
        </p:spPr>
        <p:txBody>
          <a:bodyPr/>
          <a:lstStyle>
            <a:lvl1pPr>
              <a:defRPr sz="2000">
                <a:solidFill>
                  <a:schemeClr val="accent1"/>
                </a:solidFill>
              </a:defRPr>
            </a:lvl1pPr>
          </a:lstStyle>
          <a:p>
            <a:pPr lvl="0"/>
            <a:r>
              <a:rPr lang="de-DE" dirty="0"/>
              <a:t>Mastertextformat bearbeiten</a:t>
            </a:r>
          </a:p>
        </p:txBody>
      </p:sp>
    </p:spTree>
    <p:extLst>
      <p:ext uri="{BB962C8B-B14F-4D97-AF65-F5344CB8AC3E}">
        <p14:creationId xmlns:p14="http://schemas.microsoft.com/office/powerpoint/2010/main" val="104937325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Zwischenseite_vV__3">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5BE95944-ACF5-4BF5-8A9C-A6B4D5A92BFB}"/>
              </a:ext>
              <a:ext uri="{C183D7F6-B498-43B3-948B-1728B52AA6E4}">
                <adec:decorative xmlns:adec="http://schemas.microsoft.com/office/drawing/2017/decorative" val="1"/>
              </a:ext>
            </a:extLst>
          </p:cNvPr>
          <p:cNvSpPr/>
          <p:nvPr userDrawn="1"/>
        </p:nvSpPr>
        <p:spPr>
          <a:xfrm>
            <a:off x="0" y="0"/>
            <a:ext cx="12192000" cy="6858000"/>
          </a:xfrm>
          <a:prstGeom prst="rect">
            <a:avLst/>
          </a:prstGeom>
          <a:solidFill>
            <a:srgbClr val="7369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grpSp>
        <p:nvGrpSpPr>
          <p:cNvPr id="5" name="Grafik 7">
            <a:extLst>
              <a:ext uri="{FF2B5EF4-FFF2-40B4-BE49-F238E27FC236}">
                <a16:creationId xmlns:a16="http://schemas.microsoft.com/office/drawing/2014/main" id="{ACAEB40F-408E-4739-B8F1-87C3D3468D06}"/>
              </a:ext>
              <a:ext uri="{C183D7F6-B498-43B3-948B-1728B52AA6E4}">
                <adec:decorative xmlns:adec="http://schemas.microsoft.com/office/drawing/2017/decorative" val="1"/>
              </a:ext>
            </a:extLst>
          </p:cNvPr>
          <p:cNvGrpSpPr/>
          <p:nvPr/>
        </p:nvGrpSpPr>
        <p:grpSpPr>
          <a:xfrm rot="5400000">
            <a:off x="-5498743" y="-5465484"/>
            <a:ext cx="17788812" cy="17788968"/>
            <a:chOff x="-14264640" y="-3715061"/>
            <a:chExt cx="22488583" cy="22488781"/>
          </a:xfrm>
          <a:solidFill>
            <a:schemeClr val="accent2"/>
          </a:solidFill>
        </p:grpSpPr>
        <p:sp>
          <p:nvSpPr>
            <p:cNvPr id="6" name="Freihandform: Form 5">
              <a:extLst>
                <a:ext uri="{FF2B5EF4-FFF2-40B4-BE49-F238E27FC236}">
                  <a16:creationId xmlns:a16="http://schemas.microsoft.com/office/drawing/2014/main" id="{A195269A-E3C2-4E88-93E3-F49E631252D9}"/>
                </a:ext>
              </a:extLst>
            </p:cNvPr>
            <p:cNvSpPr/>
            <p:nvPr/>
          </p:nvSpPr>
          <p:spPr>
            <a:xfrm>
              <a:off x="-7293192" y="-3715061"/>
              <a:ext cx="15517136" cy="14730115"/>
            </a:xfrm>
            <a:custGeom>
              <a:avLst/>
              <a:gdLst>
                <a:gd name="connsiteX0" fmla="*/ 15517137 w 15517136"/>
                <a:gd name="connsiteY0" fmla="*/ 13362007 h 14730115"/>
                <a:gd name="connsiteX1" fmla="*/ 7758668 w 15517136"/>
                <a:gd name="connsiteY1" fmla="*/ 14730115 h 14730115"/>
                <a:gd name="connsiteX2" fmla="*/ 7758668 w 15517136"/>
                <a:gd name="connsiteY2" fmla="*/ 7758667 h 14730115"/>
                <a:gd name="connsiteX3" fmla="*/ 0 w 15517136"/>
                <a:gd name="connsiteY3" fmla="*/ 0 h 14730115"/>
                <a:gd name="connsiteX4" fmla="*/ 8930316 w 15517136"/>
                <a:gd name="connsiteY4" fmla="*/ 198 h 14730115"/>
                <a:gd name="connsiteX5" fmla="*/ 15517137 w 15517136"/>
                <a:gd name="connsiteY5" fmla="*/ 6586821 h 14730115"/>
                <a:gd name="connsiteX6" fmla="*/ 15517137 w 15517136"/>
                <a:gd name="connsiteY6" fmla="*/ 13362007 h 14730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517136" h="14730115">
                  <a:moveTo>
                    <a:pt x="15517137" y="13362007"/>
                  </a:moveTo>
                  <a:lnTo>
                    <a:pt x="7758668" y="14730115"/>
                  </a:lnTo>
                  <a:lnTo>
                    <a:pt x="7758668" y="7758667"/>
                  </a:lnTo>
                  <a:lnTo>
                    <a:pt x="0" y="0"/>
                  </a:lnTo>
                  <a:lnTo>
                    <a:pt x="8930316" y="198"/>
                  </a:lnTo>
                  <a:lnTo>
                    <a:pt x="15517137" y="6586821"/>
                  </a:lnTo>
                  <a:lnTo>
                    <a:pt x="15517137" y="13362007"/>
                  </a:lnTo>
                  <a:close/>
                </a:path>
              </a:pathLst>
            </a:custGeom>
            <a:grpFill/>
            <a:ln w="19744" cap="flat">
              <a:noFill/>
              <a:prstDash val="solid"/>
              <a:miter/>
            </a:ln>
          </p:spPr>
          <p:txBody>
            <a:bodyPr rtlCol="0" anchor="ctr"/>
            <a:lstStyle/>
            <a:p>
              <a:endParaRPr lang="en-US"/>
            </a:p>
          </p:txBody>
        </p:sp>
        <p:sp>
          <p:nvSpPr>
            <p:cNvPr id="7" name="Freihandform: Form 6">
              <a:extLst>
                <a:ext uri="{FF2B5EF4-FFF2-40B4-BE49-F238E27FC236}">
                  <a16:creationId xmlns:a16="http://schemas.microsoft.com/office/drawing/2014/main" id="{1539E4E4-5E00-4985-8757-11EFDE979DB4}"/>
                </a:ext>
              </a:extLst>
            </p:cNvPr>
            <p:cNvSpPr/>
            <p:nvPr/>
          </p:nvSpPr>
          <p:spPr>
            <a:xfrm>
              <a:off x="-14264640" y="4043604"/>
              <a:ext cx="15517334" cy="14730114"/>
            </a:xfrm>
            <a:custGeom>
              <a:avLst/>
              <a:gdLst>
                <a:gd name="connsiteX0" fmla="*/ 0 w 15517334"/>
                <a:gd name="connsiteY0" fmla="*/ 1368109 h 14730114"/>
                <a:gd name="connsiteX1" fmla="*/ 7758470 w 15517334"/>
                <a:gd name="connsiteY1" fmla="*/ 0 h 14730114"/>
                <a:gd name="connsiteX2" fmla="*/ 7758470 w 15517334"/>
                <a:gd name="connsiteY2" fmla="*/ 6971449 h 14730114"/>
                <a:gd name="connsiteX3" fmla="*/ 15517335 w 15517334"/>
                <a:gd name="connsiteY3" fmla="*/ 14730115 h 14730114"/>
                <a:gd name="connsiteX4" fmla="*/ 6586822 w 15517334"/>
                <a:gd name="connsiteY4" fmla="*/ 14730115 h 14730114"/>
                <a:gd name="connsiteX5" fmla="*/ 0 w 15517334"/>
                <a:gd name="connsiteY5" fmla="*/ 8143294 h 14730114"/>
                <a:gd name="connsiteX6" fmla="*/ 0 w 15517334"/>
                <a:gd name="connsiteY6" fmla="*/ 1368109 h 14730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517334" h="14730114">
                  <a:moveTo>
                    <a:pt x="0" y="1368109"/>
                  </a:moveTo>
                  <a:lnTo>
                    <a:pt x="7758470" y="0"/>
                  </a:lnTo>
                  <a:lnTo>
                    <a:pt x="7758470" y="6971449"/>
                  </a:lnTo>
                  <a:lnTo>
                    <a:pt x="15517335" y="14730115"/>
                  </a:lnTo>
                  <a:lnTo>
                    <a:pt x="6586822" y="14730115"/>
                  </a:lnTo>
                  <a:lnTo>
                    <a:pt x="0" y="8143294"/>
                  </a:lnTo>
                  <a:lnTo>
                    <a:pt x="0" y="1368109"/>
                  </a:lnTo>
                  <a:close/>
                </a:path>
              </a:pathLst>
            </a:custGeom>
            <a:grpFill/>
            <a:ln w="19744" cap="flat">
              <a:noFill/>
              <a:prstDash val="solid"/>
              <a:miter/>
            </a:ln>
          </p:spPr>
          <p:txBody>
            <a:bodyPr rtlCol="0" anchor="ctr"/>
            <a:lstStyle/>
            <a:p>
              <a:endParaRPr lang="en-US"/>
            </a:p>
          </p:txBody>
        </p:sp>
      </p:grpSp>
      <p:sp>
        <p:nvSpPr>
          <p:cNvPr id="2" name="Titel 1">
            <a:extLst>
              <a:ext uri="{FF2B5EF4-FFF2-40B4-BE49-F238E27FC236}">
                <a16:creationId xmlns:a16="http://schemas.microsoft.com/office/drawing/2014/main" id="{5C91A62C-18CD-4962-933C-7CEB68A0AEF6}"/>
              </a:ext>
            </a:extLst>
          </p:cNvPr>
          <p:cNvSpPr>
            <a:spLocks noGrp="1"/>
          </p:cNvSpPr>
          <p:nvPr userDrawn="1">
            <p:ph type="title"/>
          </p:nvPr>
        </p:nvSpPr>
        <p:spPr>
          <a:xfrm>
            <a:off x="609599" y="1052513"/>
            <a:ext cx="7250113" cy="914400"/>
          </a:xfrm>
          <a:prstGeom prst="rect">
            <a:avLst/>
          </a:prstGeom>
        </p:spPr>
        <p:txBody>
          <a:bodyPr/>
          <a:lstStyle>
            <a:lvl1pPr>
              <a:defRPr sz="3600">
                <a:solidFill>
                  <a:schemeClr val="bg1"/>
                </a:solidFill>
                <a:latin typeface="+mj-lt"/>
              </a:defRPr>
            </a:lvl1pPr>
          </a:lstStyle>
          <a:p>
            <a:r>
              <a:rPr lang="de-DE" dirty="0"/>
              <a:t>Mastertitelformat bearbeiten</a:t>
            </a:r>
          </a:p>
        </p:txBody>
      </p:sp>
      <p:sp>
        <p:nvSpPr>
          <p:cNvPr id="9" name="Textplatzhalter 8">
            <a:extLst>
              <a:ext uri="{FF2B5EF4-FFF2-40B4-BE49-F238E27FC236}">
                <a16:creationId xmlns:a16="http://schemas.microsoft.com/office/drawing/2014/main" id="{EDD549F4-C90A-437D-902A-3E9CE85D8A02}"/>
              </a:ext>
            </a:extLst>
          </p:cNvPr>
          <p:cNvSpPr>
            <a:spLocks noGrp="1"/>
          </p:cNvSpPr>
          <p:nvPr userDrawn="1">
            <p:ph type="body" sz="quarter" idx="10"/>
          </p:nvPr>
        </p:nvSpPr>
        <p:spPr>
          <a:xfrm>
            <a:off x="609599" y="2286952"/>
            <a:ext cx="7250113" cy="1142048"/>
          </a:xfrm>
          <a:prstGeom prst="rect">
            <a:avLst/>
          </a:prstGeom>
        </p:spPr>
        <p:txBody>
          <a:bodyPr/>
          <a:lstStyle>
            <a:lvl1pPr>
              <a:defRPr sz="2000">
                <a:solidFill>
                  <a:schemeClr val="bg1"/>
                </a:solidFill>
              </a:defRPr>
            </a:lvl1pPr>
          </a:lstStyle>
          <a:p>
            <a:pPr lvl="0"/>
            <a:r>
              <a:rPr lang="de-DE" dirty="0"/>
              <a:t>Mastertextformat bearbeiten</a:t>
            </a:r>
          </a:p>
        </p:txBody>
      </p:sp>
    </p:spTree>
    <p:extLst>
      <p:ext uri="{BB962C8B-B14F-4D97-AF65-F5344CB8AC3E}">
        <p14:creationId xmlns:p14="http://schemas.microsoft.com/office/powerpoint/2010/main" val="209651210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Zwischenseite_vV__4">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5BE95944-ACF5-4BF5-8A9C-A6B4D5A92BFB}"/>
              </a:ext>
              <a:ext uri="{C183D7F6-B498-43B3-948B-1728B52AA6E4}">
                <adec:decorative xmlns:adec="http://schemas.microsoft.com/office/drawing/2017/decorative" val="1"/>
              </a:ext>
            </a:extLst>
          </p:cNvPr>
          <p:cNvSpPr/>
          <p:nvPr userDrawn="1"/>
        </p:nvSpPr>
        <p:spPr>
          <a:xfrm>
            <a:off x="0" y="0"/>
            <a:ext cx="12192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8" name="Grafik 7">
            <a:extLst>
              <a:ext uri="{FF2B5EF4-FFF2-40B4-BE49-F238E27FC236}">
                <a16:creationId xmlns:a16="http://schemas.microsoft.com/office/drawing/2014/main" id="{8B1607CC-7926-42F8-A9D4-9EB30CCC421D}"/>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4874240" y="-12475330"/>
            <a:ext cx="44978353" cy="31808659"/>
          </a:xfrm>
          <a:prstGeom prst="rect">
            <a:avLst/>
          </a:prstGeom>
        </p:spPr>
      </p:pic>
      <p:sp>
        <p:nvSpPr>
          <p:cNvPr id="2" name="Titel 1">
            <a:extLst>
              <a:ext uri="{FF2B5EF4-FFF2-40B4-BE49-F238E27FC236}">
                <a16:creationId xmlns:a16="http://schemas.microsoft.com/office/drawing/2014/main" id="{5C91A62C-18CD-4962-933C-7CEB68A0AEF6}"/>
              </a:ext>
            </a:extLst>
          </p:cNvPr>
          <p:cNvSpPr>
            <a:spLocks noGrp="1"/>
          </p:cNvSpPr>
          <p:nvPr userDrawn="1">
            <p:ph type="title"/>
          </p:nvPr>
        </p:nvSpPr>
        <p:spPr>
          <a:xfrm>
            <a:off x="609600" y="1052513"/>
            <a:ext cx="4441826" cy="914400"/>
          </a:xfrm>
          <a:prstGeom prst="rect">
            <a:avLst/>
          </a:prstGeom>
        </p:spPr>
        <p:txBody>
          <a:bodyPr/>
          <a:lstStyle>
            <a:lvl1pPr>
              <a:defRPr sz="3600">
                <a:solidFill>
                  <a:schemeClr val="accent1"/>
                </a:solidFill>
                <a:latin typeface="+mj-lt"/>
              </a:defRPr>
            </a:lvl1pPr>
          </a:lstStyle>
          <a:p>
            <a:r>
              <a:rPr lang="de-DE" dirty="0"/>
              <a:t>Mastertitelformat bearbeiten</a:t>
            </a:r>
          </a:p>
        </p:txBody>
      </p:sp>
      <p:sp>
        <p:nvSpPr>
          <p:cNvPr id="9" name="Textplatzhalter 8">
            <a:extLst>
              <a:ext uri="{FF2B5EF4-FFF2-40B4-BE49-F238E27FC236}">
                <a16:creationId xmlns:a16="http://schemas.microsoft.com/office/drawing/2014/main" id="{EDD549F4-C90A-437D-902A-3E9CE85D8A02}"/>
              </a:ext>
            </a:extLst>
          </p:cNvPr>
          <p:cNvSpPr>
            <a:spLocks noGrp="1"/>
          </p:cNvSpPr>
          <p:nvPr userDrawn="1">
            <p:ph type="body" sz="quarter" idx="10"/>
          </p:nvPr>
        </p:nvSpPr>
        <p:spPr>
          <a:xfrm>
            <a:off x="609600" y="2286952"/>
            <a:ext cx="4441826" cy="1142048"/>
          </a:xfrm>
          <a:prstGeom prst="rect">
            <a:avLst/>
          </a:prstGeom>
        </p:spPr>
        <p:txBody>
          <a:bodyPr/>
          <a:lstStyle>
            <a:lvl1pPr>
              <a:defRPr sz="2000">
                <a:solidFill>
                  <a:schemeClr val="accent1"/>
                </a:solidFill>
              </a:defRPr>
            </a:lvl1pPr>
          </a:lstStyle>
          <a:p>
            <a:pPr lvl="0"/>
            <a:r>
              <a:rPr lang="de-DE" dirty="0"/>
              <a:t>Mastertextformat bearbeiten</a:t>
            </a:r>
          </a:p>
        </p:txBody>
      </p:sp>
      <p:pic>
        <p:nvPicPr>
          <p:cNvPr id="7" name="Grafik 6">
            <a:extLst>
              <a:ext uri="{FF2B5EF4-FFF2-40B4-BE49-F238E27FC236}">
                <a16:creationId xmlns:a16="http://schemas.microsoft.com/office/drawing/2014/main" id="{DD72FC72-0865-4AAF-8322-C3045B84570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09600" y="6288480"/>
            <a:ext cx="514349" cy="164708"/>
          </a:xfrm>
          <a:prstGeom prst="rect">
            <a:avLst/>
          </a:prstGeom>
        </p:spPr>
      </p:pic>
    </p:spTree>
    <p:extLst>
      <p:ext uri="{BB962C8B-B14F-4D97-AF65-F5344CB8AC3E}">
        <p14:creationId xmlns:p14="http://schemas.microsoft.com/office/powerpoint/2010/main" val="128500395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Zwischenseite_vV__5">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5BE95944-ACF5-4BF5-8A9C-A6B4D5A92BFB}"/>
              </a:ext>
              <a:ext uri="{C183D7F6-B498-43B3-948B-1728B52AA6E4}">
                <adec:decorative xmlns:adec="http://schemas.microsoft.com/office/drawing/2017/decorative" val="1"/>
              </a:ext>
            </a:extLst>
          </p:cNvPr>
          <p:cNvSpPr/>
          <p:nvPr userDrawn="1"/>
        </p:nvSpPr>
        <p:spPr>
          <a:xfrm>
            <a:off x="0" y="0"/>
            <a:ext cx="12192000" cy="6858000"/>
          </a:xfrm>
          <a:prstGeom prst="rect">
            <a:avLst/>
          </a:prstGeom>
          <a:solidFill>
            <a:srgbClr val="C8C8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8" name="Grafik 7">
            <a:extLst>
              <a:ext uri="{FF2B5EF4-FFF2-40B4-BE49-F238E27FC236}">
                <a16:creationId xmlns:a16="http://schemas.microsoft.com/office/drawing/2014/main" id="{A26BB01A-29ED-4144-A31A-DD51B560616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3445953" y="-7589795"/>
            <a:ext cx="39323474" cy="23368550"/>
          </a:xfrm>
          <a:prstGeom prst="rect">
            <a:avLst/>
          </a:prstGeom>
        </p:spPr>
      </p:pic>
      <p:sp>
        <p:nvSpPr>
          <p:cNvPr id="2" name="Titel 1">
            <a:extLst>
              <a:ext uri="{FF2B5EF4-FFF2-40B4-BE49-F238E27FC236}">
                <a16:creationId xmlns:a16="http://schemas.microsoft.com/office/drawing/2014/main" id="{5C91A62C-18CD-4962-933C-7CEB68A0AEF6}"/>
              </a:ext>
            </a:extLst>
          </p:cNvPr>
          <p:cNvSpPr>
            <a:spLocks noGrp="1"/>
          </p:cNvSpPr>
          <p:nvPr>
            <p:ph type="title" hasCustomPrompt="1"/>
          </p:nvPr>
        </p:nvSpPr>
        <p:spPr>
          <a:xfrm>
            <a:off x="609600" y="1052513"/>
            <a:ext cx="5334000" cy="914400"/>
          </a:xfrm>
          <a:prstGeom prst="rect">
            <a:avLst/>
          </a:prstGeom>
        </p:spPr>
        <p:txBody>
          <a:bodyPr/>
          <a:lstStyle>
            <a:lvl1pPr>
              <a:defRPr sz="3600">
                <a:solidFill>
                  <a:schemeClr val="bg1"/>
                </a:solidFill>
                <a:latin typeface="+mj-lt"/>
              </a:defRPr>
            </a:lvl1pPr>
          </a:lstStyle>
          <a:p>
            <a:r>
              <a:rPr lang="de-DE" dirty="0"/>
              <a:t>Mastertitelformat </a:t>
            </a:r>
            <a:br>
              <a:rPr lang="de-DE" dirty="0"/>
            </a:br>
            <a:r>
              <a:rPr lang="de-DE" dirty="0"/>
              <a:t>bearbeiten</a:t>
            </a:r>
          </a:p>
        </p:txBody>
      </p:sp>
      <p:sp>
        <p:nvSpPr>
          <p:cNvPr id="9" name="Textplatzhalter 8">
            <a:extLst>
              <a:ext uri="{FF2B5EF4-FFF2-40B4-BE49-F238E27FC236}">
                <a16:creationId xmlns:a16="http://schemas.microsoft.com/office/drawing/2014/main" id="{EDD549F4-C90A-437D-902A-3E9CE85D8A02}"/>
              </a:ext>
            </a:extLst>
          </p:cNvPr>
          <p:cNvSpPr>
            <a:spLocks noGrp="1"/>
          </p:cNvSpPr>
          <p:nvPr>
            <p:ph type="body" sz="quarter" idx="10"/>
          </p:nvPr>
        </p:nvSpPr>
        <p:spPr>
          <a:xfrm>
            <a:off x="609600" y="2286952"/>
            <a:ext cx="5334000" cy="1089659"/>
          </a:xfrm>
          <a:prstGeom prst="rect">
            <a:avLst/>
          </a:prstGeom>
        </p:spPr>
        <p:txBody>
          <a:bodyPr/>
          <a:lstStyle>
            <a:lvl1pPr>
              <a:defRPr sz="2000">
                <a:solidFill>
                  <a:schemeClr val="bg1"/>
                </a:solidFill>
              </a:defRPr>
            </a:lvl1pPr>
          </a:lstStyle>
          <a:p>
            <a:pPr lvl="0"/>
            <a:r>
              <a:rPr lang="de-DE" dirty="0"/>
              <a:t>Mastertextformat bearbeiten</a:t>
            </a:r>
          </a:p>
        </p:txBody>
      </p:sp>
      <p:pic>
        <p:nvPicPr>
          <p:cNvPr id="7" name="Grafik 6">
            <a:extLst>
              <a:ext uri="{FF2B5EF4-FFF2-40B4-BE49-F238E27FC236}">
                <a16:creationId xmlns:a16="http://schemas.microsoft.com/office/drawing/2014/main" id="{8C077647-9C5F-4C27-93BC-289003A545F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09600" y="6288480"/>
            <a:ext cx="514349" cy="164708"/>
          </a:xfrm>
          <a:prstGeom prst="rect">
            <a:avLst/>
          </a:prstGeom>
        </p:spPr>
      </p:pic>
    </p:spTree>
    <p:extLst>
      <p:ext uri="{BB962C8B-B14F-4D97-AF65-F5344CB8AC3E}">
        <p14:creationId xmlns:p14="http://schemas.microsoft.com/office/powerpoint/2010/main" val="314456427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Zwischenseite_vV__6">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5BE95944-ACF5-4BF5-8A9C-A6B4D5A92BFB}"/>
              </a:ext>
              <a:ext uri="{C183D7F6-B498-43B3-948B-1728B52AA6E4}">
                <adec:decorative xmlns:adec="http://schemas.microsoft.com/office/drawing/2017/decorative" val="1"/>
              </a:ext>
            </a:extLst>
          </p:cNvPr>
          <p:cNvSpPr/>
          <p:nvPr userDrawn="1"/>
        </p:nvSpPr>
        <p:spPr>
          <a:xfrm>
            <a:off x="0" y="0"/>
            <a:ext cx="12192000" cy="6858000"/>
          </a:xfrm>
          <a:prstGeom prst="rect">
            <a:avLst/>
          </a:prstGeom>
          <a:solidFill>
            <a:srgbClr val="FFAAA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5" name="Grafik 4">
            <a:extLst>
              <a:ext uri="{FF2B5EF4-FFF2-40B4-BE49-F238E27FC236}">
                <a16:creationId xmlns:a16="http://schemas.microsoft.com/office/drawing/2014/main" id="{4A585B0F-EAE3-4972-B2DD-61B691A3719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3568399" y="-22289839"/>
            <a:ext cx="37239647" cy="53967254"/>
          </a:xfrm>
          <a:prstGeom prst="rect">
            <a:avLst/>
          </a:prstGeom>
        </p:spPr>
      </p:pic>
      <p:sp>
        <p:nvSpPr>
          <p:cNvPr id="11" name="Titel 1">
            <a:extLst>
              <a:ext uri="{FF2B5EF4-FFF2-40B4-BE49-F238E27FC236}">
                <a16:creationId xmlns:a16="http://schemas.microsoft.com/office/drawing/2014/main" id="{53F19BAF-18FD-44C8-85CA-F8853215C1CE}"/>
              </a:ext>
            </a:extLst>
          </p:cNvPr>
          <p:cNvSpPr>
            <a:spLocks noGrp="1"/>
          </p:cNvSpPr>
          <p:nvPr>
            <p:ph type="title"/>
          </p:nvPr>
        </p:nvSpPr>
        <p:spPr>
          <a:xfrm>
            <a:off x="609600" y="1052513"/>
            <a:ext cx="10972800" cy="914400"/>
          </a:xfrm>
          <a:prstGeom prst="rect">
            <a:avLst/>
          </a:prstGeom>
        </p:spPr>
        <p:txBody>
          <a:bodyPr/>
          <a:lstStyle>
            <a:lvl1pPr>
              <a:defRPr sz="3600">
                <a:solidFill>
                  <a:schemeClr val="accent1"/>
                </a:solidFill>
                <a:latin typeface="+mj-lt"/>
              </a:defRPr>
            </a:lvl1pPr>
          </a:lstStyle>
          <a:p>
            <a:r>
              <a:rPr lang="de-DE" dirty="0"/>
              <a:t>Mastertitelformat bearbeiten</a:t>
            </a:r>
          </a:p>
        </p:txBody>
      </p:sp>
      <p:sp>
        <p:nvSpPr>
          <p:cNvPr id="12" name="Textplatzhalter 8">
            <a:extLst>
              <a:ext uri="{FF2B5EF4-FFF2-40B4-BE49-F238E27FC236}">
                <a16:creationId xmlns:a16="http://schemas.microsoft.com/office/drawing/2014/main" id="{7CA3D32E-E2F8-4C0E-AF41-451C8329671D}"/>
              </a:ext>
            </a:extLst>
          </p:cNvPr>
          <p:cNvSpPr>
            <a:spLocks noGrp="1"/>
          </p:cNvSpPr>
          <p:nvPr>
            <p:ph type="body" sz="quarter" idx="10"/>
          </p:nvPr>
        </p:nvSpPr>
        <p:spPr>
          <a:xfrm>
            <a:off x="609600" y="2286952"/>
            <a:ext cx="10972800" cy="1142048"/>
          </a:xfrm>
          <a:prstGeom prst="rect">
            <a:avLst/>
          </a:prstGeom>
        </p:spPr>
        <p:txBody>
          <a:bodyPr/>
          <a:lstStyle>
            <a:lvl1pPr>
              <a:defRPr sz="2000">
                <a:solidFill>
                  <a:schemeClr val="accent1"/>
                </a:solidFill>
              </a:defRPr>
            </a:lvl1pPr>
          </a:lstStyle>
          <a:p>
            <a:pPr lvl="0"/>
            <a:r>
              <a:rPr lang="de-DE" dirty="0"/>
              <a:t>Mastertextformat bearbeiten</a:t>
            </a:r>
          </a:p>
        </p:txBody>
      </p:sp>
      <p:pic>
        <p:nvPicPr>
          <p:cNvPr id="13" name="Grafik 12">
            <a:extLst>
              <a:ext uri="{FF2B5EF4-FFF2-40B4-BE49-F238E27FC236}">
                <a16:creationId xmlns:a16="http://schemas.microsoft.com/office/drawing/2014/main" id="{DA0901FF-14F3-43C6-9205-4A412557C2A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09600" y="6288480"/>
            <a:ext cx="514349" cy="164708"/>
          </a:xfrm>
          <a:prstGeom prst="rect">
            <a:avLst/>
          </a:prstGeom>
        </p:spPr>
      </p:pic>
    </p:spTree>
    <p:extLst>
      <p:ext uri="{BB962C8B-B14F-4D97-AF65-F5344CB8AC3E}">
        <p14:creationId xmlns:p14="http://schemas.microsoft.com/office/powerpoint/2010/main" val="204282948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Zwischenseite_vV__7">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5BE95944-ACF5-4BF5-8A9C-A6B4D5A92BFB}"/>
              </a:ext>
              <a:ext uri="{C183D7F6-B498-43B3-948B-1728B52AA6E4}">
                <adec:decorative xmlns:adec="http://schemas.microsoft.com/office/drawing/2017/decorative" val="1"/>
              </a:ext>
            </a:extLst>
          </p:cNvPr>
          <p:cNvSpPr/>
          <p:nvPr userDrawn="1"/>
        </p:nvSpPr>
        <p:spPr>
          <a:xfrm>
            <a:off x="0" y="0"/>
            <a:ext cx="12192000"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5" name="Grafik 4">
            <a:extLst>
              <a:ext uri="{FF2B5EF4-FFF2-40B4-BE49-F238E27FC236}">
                <a16:creationId xmlns:a16="http://schemas.microsoft.com/office/drawing/2014/main" id="{9FBB6767-F2B8-4BAA-BF07-3F9A160B3009}"/>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484427" y="-5069549"/>
            <a:ext cx="18380919" cy="18211119"/>
          </a:xfrm>
          <a:prstGeom prst="rect">
            <a:avLst/>
          </a:prstGeom>
        </p:spPr>
      </p:pic>
      <p:sp>
        <p:nvSpPr>
          <p:cNvPr id="2" name="Titel 1">
            <a:extLst>
              <a:ext uri="{FF2B5EF4-FFF2-40B4-BE49-F238E27FC236}">
                <a16:creationId xmlns:a16="http://schemas.microsoft.com/office/drawing/2014/main" id="{5C91A62C-18CD-4962-933C-7CEB68A0AEF6}"/>
              </a:ext>
            </a:extLst>
          </p:cNvPr>
          <p:cNvSpPr>
            <a:spLocks noGrp="1"/>
          </p:cNvSpPr>
          <p:nvPr>
            <p:ph type="title"/>
          </p:nvPr>
        </p:nvSpPr>
        <p:spPr>
          <a:xfrm>
            <a:off x="609600" y="873125"/>
            <a:ext cx="10972800" cy="914400"/>
          </a:xfrm>
          <a:prstGeom prst="rect">
            <a:avLst/>
          </a:prstGeom>
        </p:spPr>
        <p:txBody>
          <a:bodyPr tIns="0"/>
          <a:lstStyle>
            <a:lvl1pPr>
              <a:defRPr sz="3600">
                <a:solidFill>
                  <a:schemeClr val="bg1"/>
                </a:solidFill>
                <a:latin typeface="+mj-lt"/>
              </a:defRPr>
            </a:lvl1pPr>
          </a:lstStyle>
          <a:p>
            <a:r>
              <a:rPr lang="de-DE" dirty="0"/>
              <a:t>Mastertitelformat bearbeiten</a:t>
            </a:r>
          </a:p>
        </p:txBody>
      </p:sp>
      <p:sp>
        <p:nvSpPr>
          <p:cNvPr id="9" name="Textplatzhalter 8">
            <a:extLst>
              <a:ext uri="{FF2B5EF4-FFF2-40B4-BE49-F238E27FC236}">
                <a16:creationId xmlns:a16="http://schemas.microsoft.com/office/drawing/2014/main" id="{EDD549F4-C90A-437D-902A-3E9CE85D8A02}"/>
              </a:ext>
            </a:extLst>
          </p:cNvPr>
          <p:cNvSpPr>
            <a:spLocks noGrp="1"/>
          </p:cNvSpPr>
          <p:nvPr>
            <p:ph type="body" sz="quarter" idx="10"/>
          </p:nvPr>
        </p:nvSpPr>
        <p:spPr>
          <a:xfrm>
            <a:off x="609600" y="2107565"/>
            <a:ext cx="10972800" cy="873760"/>
          </a:xfrm>
          <a:prstGeom prst="rect">
            <a:avLst/>
          </a:prstGeom>
        </p:spPr>
        <p:txBody>
          <a:bodyPr/>
          <a:lstStyle>
            <a:lvl1pPr>
              <a:defRPr sz="2000">
                <a:solidFill>
                  <a:schemeClr val="bg1"/>
                </a:solidFill>
              </a:defRPr>
            </a:lvl1pPr>
          </a:lstStyle>
          <a:p>
            <a:pPr lvl="0"/>
            <a:r>
              <a:rPr lang="de-DE" dirty="0"/>
              <a:t>Mastertextformat bearbeiten</a:t>
            </a:r>
          </a:p>
        </p:txBody>
      </p:sp>
    </p:spTree>
    <p:extLst>
      <p:ext uri="{BB962C8B-B14F-4D97-AF65-F5344CB8AC3E}">
        <p14:creationId xmlns:p14="http://schemas.microsoft.com/office/powerpoint/2010/main" val="69618791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elseite_vV + Bild_1">
    <p:spTree>
      <p:nvGrpSpPr>
        <p:cNvPr id="1" name=""/>
        <p:cNvGrpSpPr/>
        <p:nvPr/>
      </p:nvGrpSpPr>
      <p:grpSpPr>
        <a:xfrm>
          <a:off x="0" y="0"/>
          <a:ext cx="0" cy="0"/>
          <a:chOff x="0" y="0"/>
          <a:chExt cx="0" cy="0"/>
        </a:xfrm>
      </p:grpSpPr>
      <p:sp>
        <p:nvSpPr>
          <p:cNvPr id="14" name="Bildplatzhalter 13">
            <a:extLst>
              <a:ext uri="{FF2B5EF4-FFF2-40B4-BE49-F238E27FC236}">
                <a16:creationId xmlns:a16="http://schemas.microsoft.com/office/drawing/2014/main" id="{1974DA36-F6FF-4071-9FE9-C71612DFE914}"/>
              </a:ext>
              <a:ext uri="{C183D7F6-B498-43B3-948B-1728B52AA6E4}">
                <adec:decorative xmlns:adec="http://schemas.microsoft.com/office/drawing/2017/decorative" val="0"/>
              </a:ext>
            </a:extLst>
          </p:cNvPr>
          <p:cNvSpPr>
            <a:spLocks noGrp="1"/>
          </p:cNvSpPr>
          <p:nvPr>
            <p:ph type="pic" sz="quarter" idx="11"/>
          </p:nvPr>
        </p:nvSpPr>
        <p:spPr>
          <a:xfrm>
            <a:off x="0" y="0"/>
            <a:ext cx="12192000" cy="6858000"/>
          </a:xfrm>
          <a:prstGeom prst="rect">
            <a:avLst/>
          </a:prstGeom>
          <a:solidFill>
            <a:schemeClr val="accent2">
              <a:lumMod val="20000"/>
              <a:lumOff val="80000"/>
            </a:schemeClr>
          </a:solidFill>
        </p:spPr>
        <p:txBody>
          <a:bodyPr/>
          <a:lstStyle/>
          <a:p>
            <a:endParaRPr lang="de-DE"/>
          </a:p>
        </p:txBody>
      </p:sp>
      <p:pic>
        <p:nvPicPr>
          <p:cNvPr id="8" name="Grafik 7">
            <a:extLst>
              <a:ext uri="{FF2B5EF4-FFF2-40B4-BE49-F238E27FC236}">
                <a16:creationId xmlns:a16="http://schemas.microsoft.com/office/drawing/2014/main" id="{99AD44A7-FBE6-494B-B2A9-85542E1AEE5D}"/>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5400000">
            <a:off x="-2633468" y="-5918273"/>
            <a:ext cx="18354113" cy="18354113"/>
          </a:xfrm>
          <a:prstGeom prst="rect">
            <a:avLst/>
          </a:prstGeom>
        </p:spPr>
      </p:pic>
      <p:pic>
        <p:nvPicPr>
          <p:cNvPr id="4" name="Grafik 3" descr="Logo der TUD: einfarbig blau, Bildelement (punktsymetrische Anordnung zweier gleicher flächiger Winkelelemente) rechts daneben dreizeiliger Text: Technische Universität Dresden">
            <a:extLst>
              <a:ext uri="{FF2B5EF4-FFF2-40B4-BE49-F238E27FC236}">
                <a16:creationId xmlns:a16="http://schemas.microsoft.com/office/drawing/2014/main" id="{1CBF57BC-B38C-414F-92BB-F40579F88EE3}"/>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09601" y="404813"/>
            <a:ext cx="1981199" cy="660400"/>
          </a:xfrm>
          <a:prstGeom prst="rect">
            <a:avLst/>
          </a:prstGeom>
        </p:spPr>
      </p:pic>
      <p:sp>
        <p:nvSpPr>
          <p:cNvPr id="5" name="Textplatzhalter 6">
            <a:extLst>
              <a:ext uri="{FF2B5EF4-FFF2-40B4-BE49-F238E27FC236}">
                <a16:creationId xmlns:a16="http://schemas.microsoft.com/office/drawing/2014/main" id="{B2B44DCF-A510-4A00-82ED-05FBF8B59EDB}"/>
              </a:ext>
            </a:extLst>
          </p:cNvPr>
          <p:cNvSpPr>
            <a:spLocks noGrp="1"/>
          </p:cNvSpPr>
          <p:nvPr>
            <p:ph type="body" sz="quarter" idx="19" hasCustomPrompt="1"/>
          </p:nvPr>
        </p:nvSpPr>
        <p:spPr>
          <a:xfrm>
            <a:off x="4116388" y="6207760"/>
            <a:ext cx="5599112" cy="286068"/>
          </a:xfrm>
        </p:spPr>
        <p:txBody>
          <a:bodyPr anchor="b" anchorCtr="0"/>
          <a:lstStyle>
            <a:lvl1pPr>
              <a:defRPr sz="1200" i="0">
                <a:solidFill>
                  <a:schemeClr val="bg1"/>
                </a:solidFill>
                <a:latin typeface="Noto Serif (Textkörper)"/>
                <a:ea typeface="Noto Serif" panose="02020502060505020204" pitchFamily="18" charset="0"/>
                <a:cs typeface="Noto Serif" panose="02020502060505020204" pitchFamily="18" charset="0"/>
              </a:defRPr>
            </a:lvl1pPr>
          </a:lstStyle>
          <a:p>
            <a:pPr lvl="0"/>
            <a:r>
              <a:rPr lang="de-DE" dirty="0"/>
              <a:t>Bildunterschrift und © Copyright</a:t>
            </a:r>
            <a:endParaRPr lang="en-US" dirty="0"/>
          </a:p>
        </p:txBody>
      </p:sp>
    </p:spTree>
    <p:extLst>
      <p:ext uri="{BB962C8B-B14F-4D97-AF65-F5344CB8AC3E}">
        <p14:creationId xmlns:p14="http://schemas.microsoft.com/office/powerpoint/2010/main" val="317539804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elseite_vV + Bild_2">
    <p:spTree>
      <p:nvGrpSpPr>
        <p:cNvPr id="1" name=""/>
        <p:cNvGrpSpPr/>
        <p:nvPr/>
      </p:nvGrpSpPr>
      <p:grpSpPr>
        <a:xfrm>
          <a:off x="0" y="0"/>
          <a:ext cx="0" cy="0"/>
          <a:chOff x="0" y="0"/>
          <a:chExt cx="0" cy="0"/>
        </a:xfrm>
      </p:grpSpPr>
      <p:sp>
        <p:nvSpPr>
          <p:cNvPr id="14" name="Bildplatzhalter 13">
            <a:extLst>
              <a:ext uri="{FF2B5EF4-FFF2-40B4-BE49-F238E27FC236}">
                <a16:creationId xmlns:a16="http://schemas.microsoft.com/office/drawing/2014/main" id="{1974DA36-F6FF-4071-9FE9-C71612DFE914}"/>
              </a:ext>
            </a:extLst>
          </p:cNvPr>
          <p:cNvSpPr>
            <a:spLocks noGrp="1"/>
          </p:cNvSpPr>
          <p:nvPr>
            <p:ph type="pic" sz="quarter" idx="11"/>
          </p:nvPr>
        </p:nvSpPr>
        <p:spPr>
          <a:xfrm>
            <a:off x="0" y="0"/>
            <a:ext cx="12192000" cy="6858000"/>
          </a:xfrm>
          <a:prstGeom prst="rect">
            <a:avLst/>
          </a:prstGeom>
          <a:solidFill>
            <a:schemeClr val="accent2">
              <a:lumMod val="20000"/>
              <a:lumOff val="80000"/>
            </a:schemeClr>
          </a:solidFill>
        </p:spPr>
        <p:txBody>
          <a:bodyPr/>
          <a:lstStyle/>
          <a:p>
            <a:endParaRPr lang="de-DE"/>
          </a:p>
        </p:txBody>
      </p:sp>
      <p:pic>
        <p:nvPicPr>
          <p:cNvPr id="6" name="Grafik 5">
            <a:extLst>
              <a:ext uri="{FF2B5EF4-FFF2-40B4-BE49-F238E27FC236}">
                <a16:creationId xmlns:a16="http://schemas.microsoft.com/office/drawing/2014/main" id="{FED2FBAC-C92F-4FEA-8170-E94EC94CC14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13500000">
            <a:off x="-4681402" y="-7532589"/>
            <a:ext cx="21582744" cy="21582744"/>
          </a:xfrm>
          <a:prstGeom prst="rect">
            <a:avLst/>
          </a:prstGeom>
        </p:spPr>
      </p:pic>
      <p:pic>
        <p:nvPicPr>
          <p:cNvPr id="4" name="Grafik 3" descr="Logo der TUD: einfarbig blau, Bildelement (punktsymetrische Anordnung zweier gleicher flächiger Winkelelemente) rechts daneben dreizeiliger Text: Technische Universität Dresden">
            <a:extLst>
              <a:ext uri="{FF2B5EF4-FFF2-40B4-BE49-F238E27FC236}">
                <a16:creationId xmlns:a16="http://schemas.microsoft.com/office/drawing/2014/main" id="{79C7FCDB-8A5F-4D8C-B998-2CC83B8C8907}"/>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09601" y="404813"/>
            <a:ext cx="1981199" cy="660400"/>
          </a:xfrm>
          <a:prstGeom prst="rect">
            <a:avLst/>
          </a:prstGeom>
        </p:spPr>
      </p:pic>
      <p:sp>
        <p:nvSpPr>
          <p:cNvPr id="5" name="Textplatzhalter 6">
            <a:extLst>
              <a:ext uri="{FF2B5EF4-FFF2-40B4-BE49-F238E27FC236}">
                <a16:creationId xmlns:a16="http://schemas.microsoft.com/office/drawing/2014/main" id="{FFB4AAEC-A7C5-4365-B424-8E68D40435BC}"/>
              </a:ext>
            </a:extLst>
          </p:cNvPr>
          <p:cNvSpPr>
            <a:spLocks noGrp="1"/>
          </p:cNvSpPr>
          <p:nvPr>
            <p:ph type="body" sz="quarter" idx="19" hasCustomPrompt="1"/>
          </p:nvPr>
        </p:nvSpPr>
        <p:spPr>
          <a:xfrm>
            <a:off x="1558926" y="6177280"/>
            <a:ext cx="5581650" cy="316548"/>
          </a:xfrm>
        </p:spPr>
        <p:txBody>
          <a:bodyPr anchor="b" anchorCtr="0"/>
          <a:lstStyle>
            <a:lvl1pPr>
              <a:defRPr sz="1200" i="0">
                <a:solidFill>
                  <a:schemeClr val="tx2"/>
                </a:solidFill>
                <a:latin typeface="Noto Serif (Textkörper)"/>
                <a:ea typeface="Noto Serif" panose="02020502060505020204" pitchFamily="18" charset="0"/>
                <a:cs typeface="Noto Serif" panose="02020502060505020204" pitchFamily="18" charset="0"/>
              </a:defRPr>
            </a:lvl1pPr>
          </a:lstStyle>
          <a:p>
            <a:pPr lvl="0"/>
            <a:r>
              <a:rPr lang="de-DE" dirty="0"/>
              <a:t>Bildunterschrift und © Copyright</a:t>
            </a:r>
            <a:endParaRPr lang="en-US" dirty="0"/>
          </a:p>
        </p:txBody>
      </p:sp>
    </p:spTree>
    <p:extLst>
      <p:ext uri="{BB962C8B-B14F-4D97-AF65-F5344CB8AC3E}">
        <p14:creationId xmlns:p14="http://schemas.microsoft.com/office/powerpoint/2010/main" val="253565763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elseite_vV + Bild_3">
    <p:spTree>
      <p:nvGrpSpPr>
        <p:cNvPr id="1" name=""/>
        <p:cNvGrpSpPr/>
        <p:nvPr/>
      </p:nvGrpSpPr>
      <p:grpSpPr>
        <a:xfrm>
          <a:off x="0" y="0"/>
          <a:ext cx="0" cy="0"/>
          <a:chOff x="0" y="0"/>
          <a:chExt cx="0" cy="0"/>
        </a:xfrm>
      </p:grpSpPr>
      <p:sp>
        <p:nvSpPr>
          <p:cNvPr id="7" name="Rechteck 6">
            <a:extLst>
              <a:ext uri="{FF2B5EF4-FFF2-40B4-BE49-F238E27FC236}">
                <a16:creationId xmlns:a16="http://schemas.microsoft.com/office/drawing/2014/main" id="{8DD5EDA3-D92A-4B08-8595-D60EA53E8AB5}"/>
              </a:ext>
              <a:ext uri="{C183D7F6-B498-43B3-948B-1728B52AA6E4}">
                <adec:decorative xmlns:adec="http://schemas.microsoft.com/office/drawing/2017/decorative" val="1"/>
              </a:ext>
            </a:extLst>
          </p:cNvPr>
          <p:cNvSpPr/>
          <p:nvPr userDrawn="1"/>
        </p:nvSpPr>
        <p:spPr>
          <a:xfrm>
            <a:off x="0" y="0"/>
            <a:ext cx="12192000"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8" name="Titel 1">
            <a:extLst>
              <a:ext uri="{FF2B5EF4-FFF2-40B4-BE49-F238E27FC236}">
                <a16:creationId xmlns:a16="http://schemas.microsoft.com/office/drawing/2014/main" id="{FA055B95-2710-46A2-8317-9CAA31D48D9C}"/>
              </a:ext>
            </a:extLst>
          </p:cNvPr>
          <p:cNvSpPr>
            <a:spLocks noGrp="1"/>
          </p:cNvSpPr>
          <p:nvPr>
            <p:ph type="title"/>
          </p:nvPr>
        </p:nvSpPr>
        <p:spPr>
          <a:xfrm>
            <a:off x="609600" y="873124"/>
            <a:ext cx="3506788" cy="1382897"/>
          </a:xfrm>
          <a:prstGeom prst="rect">
            <a:avLst/>
          </a:prstGeom>
        </p:spPr>
        <p:txBody>
          <a:bodyPr tIns="0"/>
          <a:lstStyle>
            <a:lvl1pPr>
              <a:defRPr lang="de-DE" dirty="0">
                <a:solidFill>
                  <a:schemeClr val="bg1"/>
                </a:solidFill>
                <a:latin typeface="+mj-lt"/>
              </a:defRPr>
            </a:lvl1pPr>
          </a:lstStyle>
          <a:p>
            <a:r>
              <a:rPr lang="de-DE" dirty="0"/>
              <a:t>Mastertitelformat bearbeiten</a:t>
            </a:r>
          </a:p>
        </p:txBody>
      </p:sp>
      <p:sp>
        <p:nvSpPr>
          <p:cNvPr id="9" name="Textplatzhalter 8">
            <a:extLst>
              <a:ext uri="{FF2B5EF4-FFF2-40B4-BE49-F238E27FC236}">
                <a16:creationId xmlns:a16="http://schemas.microsoft.com/office/drawing/2014/main" id="{6A522852-F16F-46A0-B72D-3039550F8A39}"/>
              </a:ext>
            </a:extLst>
          </p:cNvPr>
          <p:cNvSpPr>
            <a:spLocks noGrp="1"/>
          </p:cNvSpPr>
          <p:nvPr>
            <p:ph type="body" sz="quarter" idx="10"/>
          </p:nvPr>
        </p:nvSpPr>
        <p:spPr>
          <a:xfrm>
            <a:off x="609600" y="2997200"/>
            <a:ext cx="3506788" cy="2844800"/>
          </a:xfrm>
          <a:prstGeom prst="rect">
            <a:avLst/>
          </a:prstGeom>
        </p:spPr>
        <p:txBody>
          <a:bodyPr anchor="b" anchorCtr="0"/>
          <a:lstStyle>
            <a:lvl1pPr>
              <a:defRPr lang="de-DE" dirty="0">
                <a:solidFill>
                  <a:schemeClr val="bg1"/>
                </a:solidFill>
              </a:defRPr>
            </a:lvl1pPr>
          </a:lstStyle>
          <a:p>
            <a:pPr lvl="0"/>
            <a:r>
              <a:rPr lang="de-DE" dirty="0"/>
              <a:t>Mastertextformat bearbeiten</a:t>
            </a:r>
          </a:p>
        </p:txBody>
      </p:sp>
      <p:pic>
        <p:nvPicPr>
          <p:cNvPr id="10" name="Grafik 9">
            <a:extLst>
              <a:ext uri="{FF2B5EF4-FFF2-40B4-BE49-F238E27FC236}">
                <a16:creationId xmlns:a16="http://schemas.microsoft.com/office/drawing/2014/main" id="{5144DEC0-CBFA-4BDA-A78C-86ED757F727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09600" y="6288480"/>
            <a:ext cx="514349" cy="164708"/>
          </a:xfrm>
          <a:prstGeom prst="rect">
            <a:avLst/>
          </a:prstGeom>
        </p:spPr>
      </p:pic>
      <p:sp>
        <p:nvSpPr>
          <p:cNvPr id="19" name="Bildplatzhalter 18">
            <a:extLst>
              <a:ext uri="{FF2B5EF4-FFF2-40B4-BE49-F238E27FC236}">
                <a16:creationId xmlns:a16="http://schemas.microsoft.com/office/drawing/2014/main" id="{7B07D508-A251-41EA-8DE7-638920575915}"/>
              </a:ext>
            </a:extLst>
          </p:cNvPr>
          <p:cNvSpPr>
            <a:spLocks noGrp="1"/>
          </p:cNvSpPr>
          <p:nvPr>
            <p:ph type="pic" sz="quarter" idx="20"/>
          </p:nvPr>
        </p:nvSpPr>
        <p:spPr>
          <a:xfrm>
            <a:off x="4343400" y="0"/>
            <a:ext cx="10255588" cy="6858000"/>
          </a:xfrm>
          <a:custGeom>
            <a:avLst/>
            <a:gdLst>
              <a:gd name="connsiteX0" fmla="*/ 0 w 10255588"/>
              <a:gd name="connsiteY0" fmla="*/ 0 h 6858000"/>
              <a:gd name="connsiteX1" fmla="*/ 10255588 w 10255588"/>
              <a:gd name="connsiteY1" fmla="*/ 0 h 6858000"/>
              <a:gd name="connsiteX2" fmla="*/ 10255588 w 10255588"/>
              <a:gd name="connsiteY2" fmla="*/ 6858000 h 6858000"/>
              <a:gd name="connsiteX3" fmla="*/ 1215823 w 10255588"/>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0255588" h="6858000">
                <a:moveTo>
                  <a:pt x="0" y="0"/>
                </a:moveTo>
                <a:lnTo>
                  <a:pt x="10255588" y="0"/>
                </a:lnTo>
                <a:lnTo>
                  <a:pt x="10255588" y="6858000"/>
                </a:lnTo>
                <a:lnTo>
                  <a:pt x="1215823" y="6858000"/>
                </a:lnTo>
                <a:close/>
              </a:path>
            </a:pathLst>
          </a:custGeom>
          <a:solidFill>
            <a:schemeClr val="bg1">
              <a:lumMod val="95000"/>
            </a:schemeClr>
          </a:solidFill>
        </p:spPr>
        <p:txBody>
          <a:bodyPr wrap="square">
            <a:noAutofit/>
          </a:bodyPr>
          <a:lstStyle/>
          <a:p>
            <a:endParaRPr lang="en-US"/>
          </a:p>
        </p:txBody>
      </p:sp>
      <p:sp>
        <p:nvSpPr>
          <p:cNvPr id="21" name="Textplatzhalter 6">
            <a:extLst>
              <a:ext uri="{FF2B5EF4-FFF2-40B4-BE49-F238E27FC236}">
                <a16:creationId xmlns:a16="http://schemas.microsoft.com/office/drawing/2014/main" id="{15365122-AA94-4D9A-8BDB-BC7E3297FDE7}"/>
              </a:ext>
            </a:extLst>
          </p:cNvPr>
          <p:cNvSpPr>
            <a:spLocks noGrp="1"/>
          </p:cNvSpPr>
          <p:nvPr>
            <p:ph type="body" sz="quarter" idx="19" hasCustomPrompt="1"/>
          </p:nvPr>
        </p:nvSpPr>
        <p:spPr>
          <a:xfrm>
            <a:off x="8796338" y="6057900"/>
            <a:ext cx="2786062" cy="435928"/>
          </a:xfrm>
        </p:spPr>
        <p:txBody>
          <a:bodyPr anchor="b" anchorCtr="0"/>
          <a:lstStyle>
            <a:lvl1pPr algn="r">
              <a:defRPr sz="1200" i="0">
                <a:solidFill>
                  <a:schemeClr val="tx2"/>
                </a:solidFill>
                <a:latin typeface="Noto Serif (Textkörper)"/>
                <a:ea typeface="Noto Serif" panose="02020502060505020204" pitchFamily="18" charset="0"/>
                <a:cs typeface="Noto Serif" panose="02020502060505020204" pitchFamily="18" charset="0"/>
              </a:defRPr>
            </a:lvl1pPr>
          </a:lstStyle>
          <a:p>
            <a:pPr lvl="0"/>
            <a:r>
              <a:rPr lang="de-DE" dirty="0"/>
              <a:t>Bildunterschrift und © Copyright</a:t>
            </a:r>
            <a:endParaRPr lang="en-US" dirty="0"/>
          </a:p>
        </p:txBody>
      </p:sp>
    </p:spTree>
    <p:extLst>
      <p:ext uri="{BB962C8B-B14F-4D97-AF65-F5344CB8AC3E}">
        <p14:creationId xmlns:p14="http://schemas.microsoft.com/office/powerpoint/2010/main" val="253116511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2_Zwei Inhalte_60-30">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3009D3A-1DA9-42E3-BD19-D18DF18C7544}"/>
              </a:ext>
            </a:extLst>
          </p:cNvPr>
          <p:cNvSpPr>
            <a:spLocks noGrp="1"/>
          </p:cNvSpPr>
          <p:nvPr>
            <p:ph type="title"/>
          </p:nvPr>
        </p:nvSpPr>
        <p:spPr>
          <a:xfrm>
            <a:off x="609600" y="404814"/>
            <a:ext cx="7200900" cy="647700"/>
          </a:xfrm>
          <a:prstGeom prst="rect">
            <a:avLst/>
          </a:prstGeom>
        </p:spPr>
        <p:txBody>
          <a:bodyPr/>
          <a:lstStyle/>
          <a:p>
            <a:r>
              <a:rPr lang="de-DE" dirty="0"/>
              <a:t>Mastertitelformat bearbeiten</a:t>
            </a:r>
          </a:p>
        </p:txBody>
      </p:sp>
      <p:sp>
        <p:nvSpPr>
          <p:cNvPr id="3" name="Inhaltsplatzhalter 2">
            <a:extLst>
              <a:ext uri="{FF2B5EF4-FFF2-40B4-BE49-F238E27FC236}">
                <a16:creationId xmlns:a16="http://schemas.microsoft.com/office/drawing/2014/main" id="{9C712EFA-292C-4FDE-8669-ECF55A14AFF3}"/>
              </a:ext>
            </a:extLst>
          </p:cNvPr>
          <p:cNvSpPr>
            <a:spLocks noGrp="1"/>
          </p:cNvSpPr>
          <p:nvPr>
            <p:ph sz="half" idx="1"/>
          </p:nvPr>
        </p:nvSpPr>
        <p:spPr>
          <a:xfrm>
            <a:off x="609599" y="1736725"/>
            <a:ext cx="7250113" cy="4105275"/>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6" name="Bildplatzhalter 5">
            <a:extLst>
              <a:ext uri="{FF2B5EF4-FFF2-40B4-BE49-F238E27FC236}">
                <a16:creationId xmlns:a16="http://schemas.microsoft.com/office/drawing/2014/main" id="{BC227089-21FE-41A6-BC10-34BEFF1D472F}"/>
              </a:ext>
            </a:extLst>
          </p:cNvPr>
          <p:cNvSpPr>
            <a:spLocks noGrp="1"/>
          </p:cNvSpPr>
          <p:nvPr>
            <p:ph type="pic" sz="quarter" idx="10"/>
          </p:nvPr>
        </p:nvSpPr>
        <p:spPr>
          <a:xfrm>
            <a:off x="8075613" y="0"/>
            <a:ext cx="4116387" cy="6858000"/>
          </a:xfrm>
          <a:solidFill>
            <a:schemeClr val="accent2">
              <a:lumMod val="20000"/>
              <a:lumOff val="80000"/>
            </a:schemeClr>
          </a:solidFill>
        </p:spPr>
        <p:txBody>
          <a:bodyPr/>
          <a:lstStyle/>
          <a:p>
            <a:endParaRPr lang="de-DE" dirty="0"/>
          </a:p>
        </p:txBody>
      </p:sp>
      <p:sp>
        <p:nvSpPr>
          <p:cNvPr id="8" name="Textplatzhalter 6">
            <a:extLst>
              <a:ext uri="{FF2B5EF4-FFF2-40B4-BE49-F238E27FC236}">
                <a16:creationId xmlns:a16="http://schemas.microsoft.com/office/drawing/2014/main" id="{49D69647-48F8-4B90-9CC3-E65255E92C6A}"/>
              </a:ext>
            </a:extLst>
          </p:cNvPr>
          <p:cNvSpPr>
            <a:spLocks noGrp="1"/>
          </p:cNvSpPr>
          <p:nvPr>
            <p:ph type="body" sz="quarter" idx="19" hasCustomPrompt="1"/>
          </p:nvPr>
        </p:nvSpPr>
        <p:spPr>
          <a:xfrm>
            <a:off x="8796338" y="6057900"/>
            <a:ext cx="2786062" cy="435928"/>
          </a:xfrm>
        </p:spPr>
        <p:txBody>
          <a:bodyPr anchor="b" anchorCtr="0"/>
          <a:lstStyle>
            <a:lvl1pPr algn="r">
              <a:defRPr sz="1200" i="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stStyle>
          <a:p>
            <a:pPr lvl="0"/>
            <a:r>
              <a:rPr lang="de-DE" dirty="0"/>
              <a:t>Bildunterschrift und © Copyright</a:t>
            </a:r>
            <a:endParaRPr lang="en-US" dirty="0"/>
          </a:p>
        </p:txBody>
      </p:sp>
    </p:spTree>
    <p:extLst>
      <p:ext uri="{BB962C8B-B14F-4D97-AF65-F5344CB8AC3E}">
        <p14:creationId xmlns:p14="http://schemas.microsoft.com/office/powerpoint/2010/main" val="36573376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2_Zwei Inhalte_50-50">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3009D3A-1DA9-42E3-BD19-D18DF18C7544}"/>
              </a:ext>
            </a:extLst>
          </p:cNvPr>
          <p:cNvSpPr>
            <a:spLocks noGrp="1"/>
          </p:cNvSpPr>
          <p:nvPr>
            <p:ph type="title"/>
          </p:nvPr>
        </p:nvSpPr>
        <p:spPr>
          <a:xfrm>
            <a:off x="609600" y="404813"/>
            <a:ext cx="5378450" cy="1331912"/>
          </a:xfrm>
          <a:prstGeom prst="rect">
            <a:avLst/>
          </a:prstGeom>
        </p:spPr>
        <p:txBody>
          <a:bodyPr/>
          <a:lstStyle/>
          <a:p>
            <a:r>
              <a:rPr lang="de-DE" dirty="0"/>
              <a:t>Mastertitelformat bearbeiten</a:t>
            </a:r>
          </a:p>
        </p:txBody>
      </p:sp>
      <p:sp>
        <p:nvSpPr>
          <p:cNvPr id="3" name="Inhaltsplatzhalter 2">
            <a:extLst>
              <a:ext uri="{FF2B5EF4-FFF2-40B4-BE49-F238E27FC236}">
                <a16:creationId xmlns:a16="http://schemas.microsoft.com/office/drawing/2014/main" id="{9C712EFA-292C-4FDE-8669-ECF55A14AFF3}"/>
              </a:ext>
            </a:extLst>
          </p:cNvPr>
          <p:cNvSpPr>
            <a:spLocks noGrp="1"/>
          </p:cNvSpPr>
          <p:nvPr>
            <p:ph sz="half" idx="1"/>
          </p:nvPr>
        </p:nvSpPr>
        <p:spPr>
          <a:xfrm>
            <a:off x="609600" y="1736725"/>
            <a:ext cx="5378450" cy="4105275"/>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6" name="Bildplatzhalter 5">
            <a:extLst>
              <a:ext uri="{FF2B5EF4-FFF2-40B4-BE49-F238E27FC236}">
                <a16:creationId xmlns:a16="http://schemas.microsoft.com/office/drawing/2014/main" id="{BC227089-21FE-41A6-BC10-34BEFF1D472F}"/>
              </a:ext>
            </a:extLst>
          </p:cNvPr>
          <p:cNvSpPr>
            <a:spLocks noGrp="1"/>
          </p:cNvSpPr>
          <p:nvPr>
            <p:ph type="pic" sz="quarter" idx="10"/>
          </p:nvPr>
        </p:nvSpPr>
        <p:spPr>
          <a:xfrm>
            <a:off x="6203950" y="-1"/>
            <a:ext cx="5988050" cy="6858001"/>
          </a:xfrm>
          <a:solidFill>
            <a:schemeClr val="accent2">
              <a:lumMod val="20000"/>
              <a:lumOff val="80000"/>
            </a:schemeClr>
          </a:solidFill>
        </p:spPr>
        <p:txBody>
          <a:bodyPr/>
          <a:lstStyle/>
          <a:p>
            <a:endParaRPr lang="de-DE"/>
          </a:p>
        </p:txBody>
      </p:sp>
      <p:sp>
        <p:nvSpPr>
          <p:cNvPr id="8" name="Textplatzhalter 6">
            <a:extLst>
              <a:ext uri="{FF2B5EF4-FFF2-40B4-BE49-F238E27FC236}">
                <a16:creationId xmlns:a16="http://schemas.microsoft.com/office/drawing/2014/main" id="{3EF372E1-253E-419E-B4D6-7D0068DC7FAE}"/>
              </a:ext>
            </a:extLst>
          </p:cNvPr>
          <p:cNvSpPr>
            <a:spLocks noGrp="1"/>
          </p:cNvSpPr>
          <p:nvPr>
            <p:ph type="body" sz="quarter" idx="19" hasCustomPrompt="1"/>
          </p:nvPr>
        </p:nvSpPr>
        <p:spPr>
          <a:xfrm>
            <a:off x="6924675" y="6057900"/>
            <a:ext cx="4657725" cy="435928"/>
          </a:xfrm>
        </p:spPr>
        <p:txBody>
          <a:bodyPr anchor="b" anchorCtr="0"/>
          <a:lstStyle>
            <a:lvl1pPr algn="r">
              <a:defRPr sz="1200" i="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stStyle>
          <a:p>
            <a:pPr lvl="0"/>
            <a:r>
              <a:rPr lang="de-DE" dirty="0"/>
              <a:t>Bildunterschrift und © Copyright</a:t>
            </a:r>
            <a:endParaRPr lang="en-US" dirty="0"/>
          </a:p>
        </p:txBody>
      </p:sp>
    </p:spTree>
    <p:extLst>
      <p:ext uri="{BB962C8B-B14F-4D97-AF65-F5344CB8AC3E}">
        <p14:creationId xmlns:p14="http://schemas.microsoft.com/office/powerpoint/2010/main" val="55735577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2_Zwei Inhalte_30-60">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3009D3A-1DA9-42E3-BD19-D18DF18C7544}"/>
              </a:ext>
            </a:extLst>
          </p:cNvPr>
          <p:cNvSpPr>
            <a:spLocks noGrp="1"/>
          </p:cNvSpPr>
          <p:nvPr>
            <p:ph type="title"/>
          </p:nvPr>
        </p:nvSpPr>
        <p:spPr>
          <a:xfrm>
            <a:off x="609600" y="404813"/>
            <a:ext cx="3506788" cy="1331912"/>
          </a:xfrm>
          <a:prstGeom prst="rect">
            <a:avLst/>
          </a:prstGeom>
        </p:spPr>
        <p:txBody>
          <a:bodyPr/>
          <a:lstStyle/>
          <a:p>
            <a:r>
              <a:rPr lang="de-DE" dirty="0"/>
              <a:t>Mastertitelformat bearbeiten</a:t>
            </a:r>
          </a:p>
        </p:txBody>
      </p:sp>
      <p:sp>
        <p:nvSpPr>
          <p:cNvPr id="3" name="Inhaltsplatzhalter 2">
            <a:extLst>
              <a:ext uri="{FF2B5EF4-FFF2-40B4-BE49-F238E27FC236}">
                <a16:creationId xmlns:a16="http://schemas.microsoft.com/office/drawing/2014/main" id="{9C712EFA-292C-4FDE-8669-ECF55A14AFF3}"/>
              </a:ext>
            </a:extLst>
          </p:cNvPr>
          <p:cNvSpPr>
            <a:spLocks noGrp="1"/>
          </p:cNvSpPr>
          <p:nvPr>
            <p:ph sz="half" idx="1"/>
          </p:nvPr>
        </p:nvSpPr>
        <p:spPr>
          <a:xfrm>
            <a:off x="609600" y="1736725"/>
            <a:ext cx="3506788" cy="4105275"/>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6" name="Bildplatzhalter 5">
            <a:extLst>
              <a:ext uri="{FF2B5EF4-FFF2-40B4-BE49-F238E27FC236}">
                <a16:creationId xmlns:a16="http://schemas.microsoft.com/office/drawing/2014/main" id="{BC227089-21FE-41A6-BC10-34BEFF1D472F}"/>
              </a:ext>
            </a:extLst>
          </p:cNvPr>
          <p:cNvSpPr>
            <a:spLocks noGrp="1"/>
          </p:cNvSpPr>
          <p:nvPr>
            <p:ph type="pic" sz="quarter" idx="10"/>
          </p:nvPr>
        </p:nvSpPr>
        <p:spPr>
          <a:xfrm>
            <a:off x="4343400" y="0"/>
            <a:ext cx="7848600" cy="6858000"/>
          </a:xfrm>
          <a:solidFill>
            <a:schemeClr val="accent2">
              <a:lumMod val="20000"/>
              <a:lumOff val="80000"/>
            </a:schemeClr>
          </a:solidFill>
        </p:spPr>
        <p:txBody>
          <a:bodyPr/>
          <a:lstStyle/>
          <a:p>
            <a:endParaRPr lang="de-DE"/>
          </a:p>
        </p:txBody>
      </p:sp>
      <p:sp>
        <p:nvSpPr>
          <p:cNvPr id="5" name="Textplatzhalter 6">
            <a:extLst>
              <a:ext uri="{FF2B5EF4-FFF2-40B4-BE49-F238E27FC236}">
                <a16:creationId xmlns:a16="http://schemas.microsoft.com/office/drawing/2014/main" id="{507C9BA0-A1AB-441D-8DBE-C0CF26A821D5}"/>
              </a:ext>
            </a:extLst>
          </p:cNvPr>
          <p:cNvSpPr>
            <a:spLocks noGrp="1"/>
          </p:cNvSpPr>
          <p:nvPr>
            <p:ph type="body" sz="quarter" idx="19" hasCustomPrompt="1"/>
          </p:nvPr>
        </p:nvSpPr>
        <p:spPr>
          <a:xfrm>
            <a:off x="5051425" y="6057900"/>
            <a:ext cx="6530975" cy="435928"/>
          </a:xfrm>
        </p:spPr>
        <p:txBody>
          <a:bodyPr anchor="b" anchorCtr="0"/>
          <a:lstStyle>
            <a:lvl1pPr algn="r">
              <a:defRPr sz="1200" i="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stStyle>
          <a:p>
            <a:pPr lvl="0"/>
            <a:r>
              <a:rPr lang="de-DE" dirty="0"/>
              <a:t>Bildunterschrift und © Copyright</a:t>
            </a:r>
            <a:endParaRPr lang="en-US" dirty="0"/>
          </a:p>
        </p:txBody>
      </p:sp>
    </p:spTree>
    <p:extLst>
      <p:ext uri="{BB962C8B-B14F-4D97-AF65-F5344CB8AC3E}">
        <p14:creationId xmlns:p14="http://schemas.microsoft.com/office/powerpoint/2010/main" val="5404788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3_Zwei Inhalte_30-60">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3009D3A-1DA9-42E3-BD19-D18DF18C7544}"/>
              </a:ext>
            </a:extLst>
          </p:cNvPr>
          <p:cNvSpPr>
            <a:spLocks noGrp="1"/>
          </p:cNvSpPr>
          <p:nvPr>
            <p:ph type="title"/>
          </p:nvPr>
        </p:nvSpPr>
        <p:spPr>
          <a:xfrm>
            <a:off x="4343400" y="404814"/>
            <a:ext cx="7239000" cy="647700"/>
          </a:xfrm>
          <a:prstGeom prst="rect">
            <a:avLst/>
          </a:prstGeom>
        </p:spPr>
        <p:txBody>
          <a:bodyPr/>
          <a:lstStyle/>
          <a:p>
            <a:r>
              <a:rPr lang="de-DE" dirty="0"/>
              <a:t>Mastertitelformat bearbeiten</a:t>
            </a:r>
          </a:p>
        </p:txBody>
      </p:sp>
      <p:sp>
        <p:nvSpPr>
          <p:cNvPr id="3" name="Inhaltsplatzhalter 2">
            <a:extLst>
              <a:ext uri="{FF2B5EF4-FFF2-40B4-BE49-F238E27FC236}">
                <a16:creationId xmlns:a16="http://schemas.microsoft.com/office/drawing/2014/main" id="{9C712EFA-292C-4FDE-8669-ECF55A14AFF3}"/>
              </a:ext>
            </a:extLst>
          </p:cNvPr>
          <p:cNvSpPr>
            <a:spLocks noGrp="1"/>
          </p:cNvSpPr>
          <p:nvPr>
            <p:ph sz="half" idx="1"/>
          </p:nvPr>
        </p:nvSpPr>
        <p:spPr>
          <a:xfrm>
            <a:off x="4343400" y="1736725"/>
            <a:ext cx="7239000" cy="4105275"/>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6" name="Bildplatzhalter 5">
            <a:extLst>
              <a:ext uri="{FF2B5EF4-FFF2-40B4-BE49-F238E27FC236}">
                <a16:creationId xmlns:a16="http://schemas.microsoft.com/office/drawing/2014/main" id="{BC227089-21FE-41A6-BC10-34BEFF1D472F}"/>
              </a:ext>
            </a:extLst>
          </p:cNvPr>
          <p:cNvSpPr>
            <a:spLocks noGrp="1"/>
          </p:cNvSpPr>
          <p:nvPr>
            <p:ph type="pic" sz="quarter" idx="10"/>
          </p:nvPr>
        </p:nvSpPr>
        <p:spPr>
          <a:xfrm>
            <a:off x="0" y="0"/>
            <a:ext cx="4116388" cy="6858000"/>
          </a:xfrm>
          <a:solidFill>
            <a:schemeClr val="accent2">
              <a:lumMod val="20000"/>
              <a:lumOff val="80000"/>
            </a:schemeClr>
          </a:solidFill>
        </p:spPr>
        <p:txBody>
          <a:bodyPr/>
          <a:lstStyle/>
          <a:p>
            <a:endParaRPr lang="de-DE"/>
          </a:p>
        </p:txBody>
      </p:sp>
      <p:sp>
        <p:nvSpPr>
          <p:cNvPr id="7" name="Textplatzhalter 6">
            <a:extLst>
              <a:ext uri="{FF2B5EF4-FFF2-40B4-BE49-F238E27FC236}">
                <a16:creationId xmlns:a16="http://schemas.microsoft.com/office/drawing/2014/main" id="{530BC2D8-9972-4382-AB9E-D0E258B13AFC}"/>
              </a:ext>
            </a:extLst>
          </p:cNvPr>
          <p:cNvSpPr>
            <a:spLocks noGrp="1"/>
          </p:cNvSpPr>
          <p:nvPr>
            <p:ph type="body" sz="quarter" idx="19" hasCustomPrompt="1"/>
          </p:nvPr>
        </p:nvSpPr>
        <p:spPr>
          <a:xfrm>
            <a:off x="4343400" y="6057900"/>
            <a:ext cx="7239000" cy="435928"/>
          </a:xfrm>
        </p:spPr>
        <p:txBody>
          <a:bodyPr anchor="b" anchorCtr="0"/>
          <a:lstStyle>
            <a:lvl1pPr>
              <a:defRPr sz="1200" i="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stStyle>
          <a:p>
            <a:pPr lvl="0"/>
            <a:r>
              <a:rPr lang="de-DE" dirty="0"/>
              <a:t>Bildunterschrift und © Copyright</a:t>
            </a:r>
            <a:endParaRPr lang="en-US" dirty="0"/>
          </a:p>
        </p:txBody>
      </p:sp>
      <p:pic>
        <p:nvPicPr>
          <p:cNvPr id="5" name="Grafik 4">
            <a:extLst>
              <a:ext uri="{FF2B5EF4-FFF2-40B4-BE49-F238E27FC236}">
                <a16:creationId xmlns:a16="http://schemas.microsoft.com/office/drawing/2014/main" id="{97DF051B-43FA-419C-8BC2-E0F70D76FC3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09600" y="6288480"/>
            <a:ext cx="514349" cy="164708"/>
          </a:xfrm>
          <a:prstGeom prst="rect">
            <a:avLst/>
          </a:prstGeom>
        </p:spPr>
      </p:pic>
    </p:spTree>
    <p:extLst>
      <p:ext uri="{BB962C8B-B14F-4D97-AF65-F5344CB8AC3E}">
        <p14:creationId xmlns:p14="http://schemas.microsoft.com/office/powerpoint/2010/main" val="83711845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3_Zwei Inhalte_50-50">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3009D3A-1DA9-42E3-BD19-D18DF18C7544}"/>
              </a:ext>
            </a:extLst>
          </p:cNvPr>
          <p:cNvSpPr>
            <a:spLocks noGrp="1"/>
          </p:cNvSpPr>
          <p:nvPr>
            <p:ph type="title"/>
          </p:nvPr>
        </p:nvSpPr>
        <p:spPr>
          <a:xfrm>
            <a:off x="6203950" y="404814"/>
            <a:ext cx="5378450" cy="647700"/>
          </a:xfrm>
          <a:prstGeom prst="rect">
            <a:avLst/>
          </a:prstGeom>
        </p:spPr>
        <p:txBody>
          <a:bodyPr/>
          <a:lstStyle/>
          <a:p>
            <a:r>
              <a:rPr lang="de-DE" dirty="0"/>
              <a:t>Mastertitelformat bearbeiten</a:t>
            </a:r>
          </a:p>
        </p:txBody>
      </p:sp>
      <p:sp>
        <p:nvSpPr>
          <p:cNvPr id="3" name="Inhaltsplatzhalter 2">
            <a:extLst>
              <a:ext uri="{FF2B5EF4-FFF2-40B4-BE49-F238E27FC236}">
                <a16:creationId xmlns:a16="http://schemas.microsoft.com/office/drawing/2014/main" id="{9C712EFA-292C-4FDE-8669-ECF55A14AFF3}"/>
              </a:ext>
            </a:extLst>
          </p:cNvPr>
          <p:cNvSpPr>
            <a:spLocks noGrp="1"/>
          </p:cNvSpPr>
          <p:nvPr>
            <p:ph sz="half" idx="1"/>
          </p:nvPr>
        </p:nvSpPr>
        <p:spPr>
          <a:xfrm>
            <a:off x="6203950" y="1736725"/>
            <a:ext cx="5378450" cy="4105275"/>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6" name="Bildplatzhalter 5">
            <a:extLst>
              <a:ext uri="{FF2B5EF4-FFF2-40B4-BE49-F238E27FC236}">
                <a16:creationId xmlns:a16="http://schemas.microsoft.com/office/drawing/2014/main" id="{BC227089-21FE-41A6-BC10-34BEFF1D472F}"/>
              </a:ext>
            </a:extLst>
          </p:cNvPr>
          <p:cNvSpPr>
            <a:spLocks noGrp="1"/>
          </p:cNvSpPr>
          <p:nvPr>
            <p:ph type="pic" sz="quarter" idx="10"/>
          </p:nvPr>
        </p:nvSpPr>
        <p:spPr>
          <a:xfrm>
            <a:off x="0" y="0"/>
            <a:ext cx="5988050" cy="6858000"/>
          </a:xfrm>
          <a:solidFill>
            <a:schemeClr val="accent2">
              <a:lumMod val="20000"/>
              <a:lumOff val="80000"/>
            </a:schemeClr>
          </a:solidFill>
        </p:spPr>
        <p:txBody>
          <a:bodyPr/>
          <a:lstStyle/>
          <a:p>
            <a:endParaRPr lang="de-DE"/>
          </a:p>
        </p:txBody>
      </p:sp>
      <p:sp>
        <p:nvSpPr>
          <p:cNvPr id="7" name="Textplatzhalter 6">
            <a:extLst>
              <a:ext uri="{FF2B5EF4-FFF2-40B4-BE49-F238E27FC236}">
                <a16:creationId xmlns:a16="http://schemas.microsoft.com/office/drawing/2014/main" id="{5D763E79-9848-472D-A208-36D6724914CF}"/>
              </a:ext>
            </a:extLst>
          </p:cNvPr>
          <p:cNvSpPr>
            <a:spLocks noGrp="1"/>
          </p:cNvSpPr>
          <p:nvPr>
            <p:ph type="body" sz="quarter" idx="19" hasCustomPrompt="1"/>
          </p:nvPr>
        </p:nvSpPr>
        <p:spPr>
          <a:xfrm>
            <a:off x="6203950" y="6057900"/>
            <a:ext cx="5378450" cy="435928"/>
          </a:xfrm>
        </p:spPr>
        <p:txBody>
          <a:bodyPr anchor="b" anchorCtr="0"/>
          <a:lstStyle>
            <a:lvl1pPr>
              <a:defRPr sz="1200" i="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stStyle>
          <a:p>
            <a:pPr lvl="0"/>
            <a:r>
              <a:rPr lang="de-DE" dirty="0"/>
              <a:t>Bildunterschrift und © Copyright</a:t>
            </a:r>
            <a:endParaRPr lang="en-US" dirty="0"/>
          </a:p>
        </p:txBody>
      </p:sp>
      <p:pic>
        <p:nvPicPr>
          <p:cNvPr id="5" name="Grafik 4">
            <a:extLst>
              <a:ext uri="{FF2B5EF4-FFF2-40B4-BE49-F238E27FC236}">
                <a16:creationId xmlns:a16="http://schemas.microsoft.com/office/drawing/2014/main" id="{9DFCE1DD-45F2-4133-8BC5-E0BD70008AE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09600" y="6288480"/>
            <a:ext cx="514349" cy="164708"/>
          </a:xfrm>
          <a:prstGeom prst="rect">
            <a:avLst/>
          </a:prstGeom>
        </p:spPr>
      </p:pic>
    </p:spTree>
    <p:extLst>
      <p:ext uri="{BB962C8B-B14F-4D97-AF65-F5344CB8AC3E}">
        <p14:creationId xmlns:p14="http://schemas.microsoft.com/office/powerpoint/2010/main" val="349183929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3_Zwei Inhalte_60-30">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3009D3A-1DA9-42E3-BD19-D18DF18C7544}"/>
              </a:ext>
            </a:extLst>
          </p:cNvPr>
          <p:cNvSpPr>
            <a:spLocks noGrp="1"/>
          </p:cNvSpPr>
          <p:nvPr>
            <p:ph type="title"/>
          </p:nvPr>
        </p:nvSpPr>
        <p:spPr>
          <a:xfrm>
            <a:off x="8075613" y="404813"/>
            <a:ext cx="3506787" cy="824547"/>
          </a:xfrm>
          <a:prstGeom prst="rect">
            <a:avLst/>
          </a:prstGeom>
        </p:spPr>
        <p:txBody>
          <a:bodyPr/>
          <a:lstStyle/>
          <a:p>
            <a:r>
              <a:rPr lang="de-DE" dirty="0"/>
              <a:t>Mastertitelformat bearbeiten</a:t>
            </a:r>
          </a:p>
        </p:txBody>
      </p:sp>
      <p:sp>
        <p:nvSpPr>
          <p:cNvPr id="3" name="Inhaltsplatzhalter 2">
            <a:extLst>
              <a:ext uri="{FF2B5EF4-FFF2-40B4-BE49-F238E27FC236}">
                <a16:creationId xmlns:a16="http://schemas.microsoft.com/office/drawing/2014/main" id="{9C712EFA-292C-4FDE-8669-ECF55A14AFF3}"/>
              </a:ext>
            </a:extLst>
          </p:cNvPr>
          <p:cNvSpPr>
            <a:spLocks noGrp="1"/>
          </p:cNvSpPr>
          <p:nvPr>
            <p:ph sz="half" idx="1"/>
          </p:nvPr>
        </p:nvSpPr>
        <p:spPr>
          <a:xfrm>
            <a:off x="8075613" y="1736725"/>
            <a:ext cx="3506787" cy="4105275"/>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6" name="Bildplatzhalter 5">
            <a:extLst>
              <a:ext uri="{FF2B5EF4-FFF2-40B4-BE49-F238E27FC236}">
                <a16:creationId xmlns:a16="http://schemas.microsoft.com/office/drawing/2014/main" id="{BC227089-21FE-41A6-BC10-34BEFF1D472F}"/>
              </a:ext>
            </a:extLst>
          </p:cNvPr>
          <p:cNvSpPr>
            <a:spLocks noGrp="1"/>
          </p:cNvSpPr>
          <p:nvPr>
            <p:ph type="pic" sz="quarter" idx="10"/>
          </p:nvPr>
        </p:nvSpPr>
        <p:spPr>
          <a:xfrm>
            <a:off x="-1" y="0"/>
            <a:ext cx="7859713" cy="6858000"/>
          </a:xfrm>
          <a:solidFill>
            <a:schemeClr val="accent2">
              <a:lumMod val="20000"/>
              <a:lumOff val="80000"/>
            </a:schemeClr>
          </a:solidFill>
        </p:spPr>
        <p:txBody>
          <a:bodyPr/>
          <a:lstStyle/>
          <a:p>
            <a:endParaRPr lang="de-DE"/>
          </a:p>
        </p:txBody>
      </p:sp>
      <p:sp>
        <p:nvSpPr>
          <p:cNvPr id="7" name="Textplatzhalter 6">
            <a:extLst>
              <a:ext uri="{FF2B5EF4-FFF2-40B4-BE49-F238E27FC236}">
                <a16:creationId xmlns:a16="http://schemas.microsoft.com/office/drawing/2014/main" id="{DEE076A1-CD22-4F15-967A-BCBA15F42ED7}"/>
              </a:ext>
            </a:extLst>
          </p:cNvPr>
          <p:cNvSpPr>
            <a:spLocks noGrp="1"/>
          </p:cNvSpPr>
          <p:nvPr>
            <p:ph type="body" sz="quarter" idx="19" hasCustomPrompt="1"/>
          </p:nvPr>
        </p:nvSpPr>
        <p:spPr>
          <a:xfrm>
            <a:off x="8075612" y="6057900"/>
            <a:ext cx="3506787" cy="435928"/>
          </a:xfrm>
        </p:spPr>
        <p:txBody>
          <a:bodyPr anchor="b" anchorCtr="0"/>
          <a:lstStyle>
            <a:lvl1pPr>
              <a:defRPr sz="1200" i="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stStyle>
          <a:p>
            <a:pPr lvl="0"/>
            <a:r>
              <a:rPr lang="de-DE" dirty="0"/>
              <a:t>Bildunterschrift und © Copyright</a:t>
            </a:r>
            <a:endParaRPr lang="en-US" dirty="0"/>
          </a:p>
        </p:txBody>
      </p:sp>
      <p:pic>
        <p:nvPicPr>
          <p:cNvPr id="5" name="Grafik 4">
            <a:extLst>
              <a:ext uri="{FF2B5EF4-FFF2-40B4-BE49-F238E27FC236}">
                <a16:creationId xmlns:a16="http://schemas.microsoft.com/office/drawing/2014/main" id="{0B9E920F-1A3F-42B1-BCE6-1145087EBCC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09600" y="6288480"/>
            <a:ext cx="514349" cy="164708"/>
          </a:xfrm>
          <a:prstGeom prst="rect">
            <a:avLst/>
          </a:prstGeom>
        </p:spPr>
      </p:pic>
    </p:spTree>
    <p:extLst>
      <p:ext uri="{BB962C8B-B14F-4D97-AF65-F5344CB8AC3E}">
        <p14:creationId xmlns:p14="http://schemas.microsoft.com/office/powerpoint/2010/main" val="309301595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4_Zwei Inhalte + 1 Bild quer">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3009D3A-1DA9-42E3-BD19-D18DF18C7544}"/>
              </a:ext>
            </a:extLst>
          </p:cNvPr>
          <p:cNvSpPr>
            <a:spLocks noGrp="1"/>
          </p:cNvSpPr>
          <p:nvPr>
            <p:ph type="title"/>
          </p:nvPr>
        </p:nvSpPr>
        <p:spPr>
          <a:xfrm>
            <a:off x="609600" y="404814"/>
            <a:ext cx="10972800" cy="647700"/>
          </a:xfrm>
          <a:prstGeom prst="rect">
            <a:avLst/>
          </a:prstGeom>
        </p:spPr>
        <p:txBody>
          <a:bodyPr/>
          <a:lstStyle/>
          <a:p>
            <a:r>
              <a:rPr lang="de-DE" dirty="0"/>
              <a:t>Mastertitelformat bearbeiten</a:t>
            </a:r>
          </a:p>
        </p:txBody>
      </p:sp>
      <p:sp>
        <p:nvSpPr>
          <p:cNvPr id="3" name="Inhaltsplatzhalter 2">
            <a:extLst>
              <a:ext uri="{FF2B5EF4-FFF2-40B4-BE49-F238E27FC236}">
                <a16:creationId xmlns:a16="http://schemas.microsoft.com/office/drawing/2014/main" id="{9C712EFA-292C-4FDE-8669-ECF55A14AFF3}"/>
              </a:ext>
            </a:extLst>
          </p:cNvPr>
          <p:cNvSpPr>
            <a:spLocks noGrp="1"/>
          </p:cNvSpPr>
          <p:nvPr>
            <p:ph sz="half" idx="1"/>
          </p:nvPr>
        </p:nvSpPr>
        <p:spPr>
          <a:xfrm>
            <a:off x="609600" y="1736724"/>
            <a:ext cx="5378450" cy="1692275"/>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5" name="Inhaltsplatzhalter 2">
            <a:extLst>
              <a:ext uri="{FF2B5EF4-FFF2-40B4-BE49-F238E27FC236}">
                <a16:creationId xmlns:a16="http://schemas.microsoft.com/office/drawing/2014/main" id="{B604590A-6975-42D1-908C-CE5FC455952D}"/>
              </a:ext>
            </a:extLst>
          </p:cNvPr>
          <p:cNvSpPr>
            <a:spLocks noGrp="1"/>
          </p:cNvSpPr>
          <p:nvPr>
            <p:ph sz="half" idx="11"/>
          </p:nvPr>
        </p:nvSpPr>
        <p:spPr>
          <a:xfrm>
            <a:off x="6203950" y="1736724"/>
            <a:ext cx="5378450" cy="1692275"/>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6" name="Bildplatzhalter 5">
            <a:extLst>
              <a:ext uri="{FF2B5EF4-FFF2-40B4-BE49-F238E27FC236}">
                <a16:creationId xmlns:a16="http://schemas.microsoft.com/office/drawing/2014/main" id="{BC227089-21FE-41A6-BC10-34BEFF1D472F}"/>
              </a:ext>
            </a:extLst>
          </p:cNvPr>
          <p:cNvSpPr>
            <a:spLocks noGrp="1"/>
          </p:cNvSpPr>
          <p:nvPr>
            <p:ph type="pic" sz="quarter" idx="10"/>
          </p:nvPr>
        </p:nvSpPr>
        <p:spPr>
          <a:xfrm>
            <a:off x="0" y="3733800"/>
            <a:ext cx="12192000" cy="3124199"/>
          </a:xfrm>
          <a:solidFill>
            <a:schemeClr val="accent2">
              <a:lumMod val="20000"/>
              <a:lumOff val="80000"/>
            </a:schemeClr>
          </a:solidFill>
        </p:spPr>
        <p:txBody>
          <a:bodyPr/>
          <a:lstStyle/>
          <a:p>
            <a:endParaRPr lang="de-DE" dirty="0"/>
          </a:p>
        </p:txBody>
      </p:sp>
      <p:sp>
        <p:nvSpPr>
          <p:cNvPr id="10" name="Textplatzhalter 6">
            <a:extLst>
              <a:ext uri="{FF2B5EF4-FFF2-40B4-BE49-F238E27FC236}">
                <a16:creationId xmlns:a16="http://schemas.microsoft.com/office/drawing/2014/main" id="{4760AFB2-59A0-403C-8E84-5030275AE8B0}"/>
              </a:ext>
            </a:extLst>
          </p:cNvPr>
          <p:cNvSpPr>
            <a:spLocks noGrp="1"/>
          </p:cNvSpPr>
          <p:nvPr>
            <p:ph type="body" sz="quarter" idx="21" hasCustomPrompt="1"/>
          </p:nvPr>
        </p:nvSpPr>
        <p:spPr>
          <a:xfrm>
            <a:off x="11383645" y="6053138"/>
            <a:ext cx="808355" cy="800100"/>
          </a:xfrm>
        </p:spPr>
        <p:txBody>
          <a:bodyPr lIns="0" rIns="180000" bIns="360000" anchor="b" anchorCtr="0"/>
          <a:lstStyle>
            <a:lvl1pPr algn="r">
              <a:defRPr sz="1200" i="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stStyle>
          <a:p>
            <a:pPr lvl="0"/>
            <a:r>
              <a:rPr lang="de-DE" dirty="0"/>
              <a:t>1</a:t>
            </a:r>
            <a:endParaRPr lang="en-US" dirty="0"/>
          </a:p>
        </p:txBody>
      </p:sp>
      <p:pic>
        <p:nvPicPr>
          <p:cNvPr id="7" name="Grafik 6">
            <a:extLst>
              <a:ext uri="{FF2B5EF4-FFF2-40B4-BE49-F238E27FC236}">
                <a16:creationId xmlns:a16="http://schemas.microsoft.com/office/drawing/2014/main" id="{FC9815EB-9327-48CD-96B3-43DC5F54907A}"/>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09600" y="6288480"/>
            <a:ext cx="514349" cy="164708"/>
          </a:xfrm>
          <a:prstGeom prst="rect">
            <a:avLst/>
          </a:prstGeom>
        </p:spPr>
      </p:pic>
    </p:spTree>
    <p:extLst>
      <p:ext uri="{BB962C8B-B14F-4D97-AF65-F5344CB8AC3E}">
        <p14:creationId xmlns:p14="http://schemas.microsoft.com/office/powerpoint/2010/main" val="264527216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4_Zwei Inhalte + 2 Bilder quer">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3009D3A-1DA9-42E3-BD19-D18DF18C7544}"/>
              </a:ext>
            </a:extLst>
          </p:cNvPr>
          <p:cNvSpPr>
            <a:spLocks noGrp="1"/>
          </p:cNvSpPr>
          <p:nvPr>
            <p:ph type="title"/>
          </p:nvPr>
        </p:nvSpPr>
        <p:spPr>
          <a:xfrm>
            <a:off x="609600" y="404814"/>
            <a:ext cx="10972800" cy="647700"/>
          </a:xfrm>
          <a:prstGeom prst="rect">
            <a:avLst/>
          </a:prstGeom>
        </p:spPr>
        <p:txBody>
          <a:bodyPr/>
          <a:lstStyle/>
          <a:p>
            <a:r>
              <a:rPr lang="de-DE" dirty="0"/>
              <a:t>Mastertitelformat bearbeiten</a:t>
            </a:r>
          </a:p>
        </p:txBody>
      </p:sp>
      <p:sp>
        <p:nvSpPr>
          <p:cNvPr id="3" name="Inhaltsplatzhalter 2">
            <a:extLst>
              <a:ext uri="{FF2B5EF4-FFF2-40B4-BE49-F238E27FC236}">
                <a16:creationId xmlns:a16="http://schemas.microsoft.com/office/drawing/2014/main" id="{9C712EFA-292C-4FDE-8669-ECF55A14AFF3}"/>
              </a:ext>
            </a:extLst>
          </p:cNvPr>
          <p:cNvSpPr>
            <a:spLocks noGrp="1"/>
          </p:cNvSpPr>
          <p:nvPr>
            <p:ph sz="half" idx="1"/>
          </p:nvPr>
        </p:nvSpPr>
        <p:spPr>
          <a:xfrm>
            <a:off x="609600" y="1736724"/>
            <a:ext cx="5378450" cy="1692275"/>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5" name="Inhaltsplatzhalter 2">
            <a:extLst>
              <a:ext uri="{FF2B5EF4-FFF2-40B4-BE49-F238E27FC236}">
                <a16:creationId xmlns:a16="http://schemas.microsoft.com/office/drawing/2014/main" id="{B604590A-6975-42D1-908C-CE5FC455952D}"/>
              </a:ext>
            </a:extLst>
          </p:cNvPr>
          <p:cNvSpPr>
            <a:spLocks noGrp="1"/>
          </p:cNvSpPr>
          <p:nvPr>
            <p:ph sz="half" idx="11"/>
          </p:nvPr>
        </p:nvSpPr>
        <p:spPr>
          <a:xfrm>
            <a:off x="6203950" y="1736724"/>
            <a:ext cx="5378450" cy="1692275"/>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6" name="Bildplatzhalter 5">
            <a:extLst>
              <a:ext uri="{FF2B5EF4-FFF2-40B4-BE49-F238E27FC236}">
                <a16:creationId xmlns:a16="http://schemas.microsoft.com/office/drawing/2014/main" id="{BC227089-21FE-41A6-BC10-34BEFF1D472F}"/>
              </a:ext>
            </a:extLst>
          </p:cNvPr>
          <p:cNvSpPr>
            <a:spLocks noGrp="1"/>
          </p:cNvSpPr>
          <p:nvPr>
            <p:ph type="pic" sz="quarter" idx="10"/>
          </p:nvPr>
        </p:nvSpPr>
        <p:spPr>
          <a:xfrm>
            <a:off x="0" y="3733800"/>
            <a:ext cx="6062472" cy="3124199"/>
          </a:xfrm>
          <a:solidFill>
            <a:schemeClr val="accent2">
              <a:lumMod val="20000"/>
              <a:lumOff val="80000"/>
            </a:schemeClr>
          </a:solidFill>
        </p:spPr>
        <p:txBody>
          <a:bodyPr/>
          <a:lstStyle/>
          <a:p>
            <a:endParaRPr lang="de-DE" dirty="0"/>
          </a:p>
        </p:txBody>
      </p:sp>
      <p:sp>
        <p:nvSpPr>
          <p:cNvPr id="10" name="Textplatzhalter 6">
            <a:extLst>
              <a:ext uri="{FF2B5EF4-FFF2-40B4-BE49-F238E27FC236}">
                <a16:creationId xmlns:a16="http://schemas.microsoft.com/office/drawing/2014/main" id="{4C311CE4-AD5A-44B9-BD6C-84A8F5D94B35}"/>
              </a:ext>
            </a:extLst>
          </p:cNvPr>
          <p:cNvSpPr>
            <a:spLocks noGrp="1"/>
          </p:cNvSpPr>
          <p:nvPr>
            <p:ph type="body" sz="quarter" idx="20" hasCustomPrompt="1"/>
          </p:nvPr>
        </p:nvSpPr>
        <p:spPr>
          <a:xfrm>
            <a:off x="5267324" y="6057900"/>
            <a:ext cx="808355" cy="800100"/>
          </a:xfrm>
        </p:spPr>
        <p:txBody>
          <a:bodyPr lIns="0" rIns="180000" bIns="360000" anchor="b" anchorCtr="0"/>
          <a:lstStyle>
            <a:lvl1pPr algn="r">
              <a:defRPr sz="1200" i="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stStyle>
          <a:p>
            <a:pPr lvl="0"/>
            <a:r>
              <a:rPr lang="de-DE" dirty="0"/>
              <a:t>1</a:t>
            </a:r>
            <a:endParaRPr lang="en-US" dirty="0"/>
          </a:p>
        </p:txBody>
      </p:sp>
      <p:sp>
        <p:nvSpPr>
          <p:cNvPr id="8" name="Bildplatzhalter 5">
            <a:extLst>
              <a:ext uri="{FF2B5EF4-FFF2-40B4-BE49-F238E27FC236}">
                <a16:creationId xmlns:a16="http://schemas.microsoft.com/office/drawing/2014/main" id="{BA061FE1-7C03-48BD-996F-3B2AE8580DA2}"/>
              </a:ext>
            </a:extLst>
          </p:cNvPr>
          <p:cNvSpPr>
            <a:spLocks noGrp="1"/>
          </p:cNvSpPr>
          <p:nvPr>
            <p:ph type="pic" sz="quarter" idx="12"/>
          </p:nvPr>
        </p:nvSpPr>
        <p:spPr>
          <a:xfrm>
            <a:off x="6129528" y="3733801"/>
            <a:ext cx="6062472" cy="3124199"/>
          </a:xfrm>
          <a:solidFill>
            <a:schemeClr val="accent2">
              <a:lumMod val="20000"/>
              <a:lumOff val="80000"/>
            </a:schemeClr>
          </a:solidFill>
        </p:spPr>
        <p:txBody>
          <a:bodyPr/>
          <a:lstStyle/>
          <a:p>
            <a:endParaRPr lang="de-DE" dirty="0"/>
          </a:p>
        </p:txBody>
      </p:sp>
      <p:sp>
        <p:nvSpPr>
          <p:cNvPr id="11" name="Textplatzhalter 6">
            <a:extLst>
              <a:ext uri="{FF2B5EF4-FFF2-40B4-BE49-F238E27FC236}">
                <a16:creationId xmlns:a16="http://schemas.microsoft.com/office/drawing/2014/main" id="{B58018AB-F062-405D-B819-907E0DB75315}"/>
              </a:ext>
            </a:extLst>
          </p:cNvPr>
          <p:cNvSpPr>
            <a:spLocks noGrp="1"/>
          </p:cNvSpPr>
          <p:nvPr>
            <p:ph type="body" sz="quarter" idx="21" hasCustomPrompt="1"/>
          </p:nvPr>
        </p:nvSpPr>
        <p:spPr>
          <a:xfrm>
            <a:off x="11383645" y="6053138"/>
            <a:ext cx="808355" cy="800100"/>
          </a:xfrm>
        </p:spPr>
        <p:txBody>
          <a:bodyPr lIns="0" rIns="180000" bIns="360000" anchor="b" anchorCtr="0"/>
          <a:lstStyle>
            <a:lvl1pPr algn="r">
              <a:defRPr sz="1200" i="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stStyle>
          <a:p>
            <a:pPr lvl="0"/>
            <a:r>
              <a:rPr lang="de-DE" dirty="0"/>
              <a:t>2</a:t>
            </a:r>
            <a:endParaRPr lang="en-US" dirty="0"/>
          </a:p>
        </p:txBody>
      </p:sp>
      <p:pic>
        <p:nvPicPr>
          <p:cNvPr id="7" name="Grafik 6">
            <a:extLst>
              <a:ext uri="{FF2B5EF4-FFF2-40B4-BE49-F238E27FC236}">
                <a16:creationId xmlns:a16="http://schemas.microsoft.com/office/drawing/2014/main" id="{3D783A2B-51C5-4C95-9003-3F34826374B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09600" y="6288480"/>
            <a:ext cx="514349" cy="164708"/>
          </a:xfrm>
          <a:prstGeom prst="rect">
            <a:avLst/>
          </a:prstGeom>
        </p:spPr>
      </p:pic>
    </p:spTree>
    <p:extLst>
      <p:ext uri="{BB962C8B-B14F-4D97-AF65-F5344CB8AC3E}">
        <p14:creationId xmlns:p14="http://schemas.microsoft.com/office/powerpoint/2010/main" val="224900229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4_Inhalt + 3 Bilder quer">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7D2D3B9-D281-41BC-9A6E-EBA632B80A6F}"/>
              </a:ext>
            </a:extLst>
          </p:cNvPr>
          <p:cNvSpPr>
            <a:spLocks noGrp="1"/>
          </p:cNvSpPr>
          <p:nvPr>
            <p:ph type="title"/>
          </p:nvPr>
        </p:nvSpPr>
        <p:spPr/>
        <p:txBody>
          <a:bodyPr/>
          <a:lstStyle/>
          <a:p>
            <a:r>
              <a:rPr lang="de-DE" dirty="0"/>
              <a:t>Mastertitelformat bearbeiten</a:t>
            </a:r>
          </a:p>
        </p:txBody>
      </p:sp>
      <p:sp>
        <p:nvSpPr>
          <p:cNvPr id="3" name="Inhaltsplatzhalter 2">
            <a:extLst>
              <a:ext uri="{FF2B5EF4-FFF2-40B4-BE49-F238E27FC236}">
                <a16:creationId xmlns:a16="http://schemas.microsoft.com/office/drawing/2014/main" id="{9C712EFA-292C-4FDE-8669-ECF55A14AFF3}"/>
              </a:ext>
            </a:extLst>
          </p:cNvPr>
          <p:cNvSpPr>
            <a:spLocks noGrp="1"/>
          </p:cNvSpPr>
          <p:nvPr>
            <p:ph sz="half" idx="1"/>
          </p:nvPr>
        </p:nvSpPr>
        <p:spPr>
          <a:xfrm>
            <a:off x="609600" y="1736725"/>
            <a:ext cx="10972800" cy="1692275"/>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9" name="Bildplatzhalter 5">
            <a:extLst>
              <a:ext uri="{FF2B5EF4-FFF2-40B4-BE49-F238E27FC236}">
                <a16:creationId xmlns:a16="http://schemas.microsoft.com/office/drawing/2014/main" id="{CBECC23C-3AC7-4872-8833-394650436FF1}"/>
              </a:ext>
            </a:extLst>
          </p:cNvPr>
          <p:cNvSpPr>
            <a:spLocks noGrp="1"/>
          </p:cNvSpPr>
          <p:nvPr>
            <p:ph type="pic" sz="quarter" idx="13"/>
          </p:nvPr>
        </p:nvSpPr>
        <p:spPr>
          <a:xfrm>
            <a:off x="0" y="3733800"/>
            <a:ext cx="4025053" cy="3124200"/>
          </a:xfrm>
          <a:solidFill>
            <a:schemeClr val="accent2">
              <a:lumMod val="20000"/>
              <a:lumOff val="80000"/>
            </a:schemeClr>
          </a:solidFill>
        </p:spPr>
        <p:txBody>
          <a:bodyPr/>
          <a:lstStyle/>
          <a:p>
            <a:endParaRPr lang="de-DE" dirty="0"/>
          </a:p>
        </p:txBody>
      </p:sp>
      <p:sp>
        <p:nvSpPr>
          <p:cNvPr id="15" name="Textplatzhalter 6">
            <a:extLst>
              <a:ext uri="{FF2B5EF4-FFF2-40B4-BE49-F238E27FC236}">
                <a16:creationId xmlns:a16="http://schemas.microsoft.com/office/drawing/2014/main" id="{1018B3E5-DFDA-4E50-80B0-8583C84118FE}"/>
              </a:ext>
            </a:extLst>
          </p:cNvPr>
          <p:cNvSpPr>
            <a:spLocks noGrp="1"/>
          </p:cNvSpPr>
          <p:nvPr>
            <p:ph type="body" sz="quarter" idx="20" hasCustomPrompt="1"/>
          </p:nvPr>
        </p:nvSpPr>
        <p:spPr>
          <a:xfrm>
            <a:off x="3216275" y="6057900"/>
            <a:ext cx="808355" cy="800100"/>
          </a:xfrm>
        </p:spPr>
        <p:txBody>
          <a:bodyPr lIns="0" rIns="180000" bIns="360000" anchor="b" anchorCtr="0"/>
          <a:lstStyle>
            <a:lvl1pPr algn="r">
              <a:defRPr sz="1200" i="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stStyle>
          <a:p>
            <a:pPr lvl="0"/>
            <a:r>
              <a:rPr lang="de-DE" dirty="0"/>
              <a:t>1</a:t>
            </a:r>
            <a:endParaRPr lang="en-US" dirty="0"/>
          </a:p>
        </p:txBody>
      </p:sp>
      <p:sp>
        <p:nvSpPr>
          <p:cNvPr id="10" name="Bildplatzhalter 5">
            <a:extLst>
              <a:ext uri="{FF2B5EF4-FFF2-40B4-BE49-F238E27FC236}">
                <a16:creationId xmlns:a16="http://schemas.microsoft.com/office/drawing/2014/main" id="{F2458F30-68A9-4380-94A9-377AD7D48740}"/>
              </a:ext>
            </a:extLst>
          </p:cNvPr>
          <p:cNvSpPr>
            <a:spLocks noGrp="1"/>
          </p:cNvSpPr>
          <p:nvPr>
            <p:ph type="pic" sz="quarter" idx="14"/>
          </p:nvPr>
        </p:nvSpPr>
        <p:spPr>
          <a:xfrm>
            <a:off x="4083473" y="3733800"/>
            <a:ext cx="4025053" cy="3124200"/>
          </a:xfrm>
          <a:solidFill>
            <a:schemeClr val="accent2">
              <a:lumMod val="20000"/>
              <a:lumOff val="80000"/>
            </a:schemeClr>
          </a:solidFill>
        </p:spPr>
        <p:txBody>
          <a:bodyPr/>
          <a:lstStyle/>
          <a:p>
            <a:endParaRPr lang="de-DE" dirty="0"/>
          </a:p>
        </p:txBody>
      </p:sp>
      <p:sp>
        <p:nvSpPr>
          <p:cNvPr id="17" name="Textplatzhalter 6">
            <a:extLst>
              <a:ext uri="{FF2B5EF4-FFF2-40B4-BE49-F238E27FC236}">
                <a16:creationId xmlns:a16="http://schemas.microsoft.com/office/drawing/2014/main" id="{72791F6B-95C8-49BE-B8B9-8F04CE1AC969}"/>
              </a:ext>
            </a:extLst>
          </p:cNvPr>
          <p:cNvSpPr>
            <a:spLocks noGrp="1"/>
          </p:cNvSpPr>
          <p:nvPr>
            <p:ph type="body" sz="quarter" idx="22" hasCustomPrompt="1"/>
          </p:nvPr>
        </p:nvSpPr>
        <p:spPr>
          <a:xfrm>
            <a:off x="7267258" y="6053138"/>
            <a:ext cx="808355" cy="800100"/>
          </a:xfrm>
        </p:spPr>
        <p:txBody>
          <a:bodyPr lIns="0" rIns="180000" bIns="360000" anchor="b" anchorCtr="0"/>
          <a:lstStyle>
            <a:lvl1pPr algn="r">
              <a:defRPr sz="1200" i="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stStyle>
          <a:p>
            <a:pPr lvl="0"/>
            <a:r>
              <a:rPr lang="de-DE" dirty="0"/>
              <a:t>2</a:t>
            </a:r>
            <a:endParaRPr lang="en-US" dirty="0"/>
          </a:p>
        </p:txBody>
      </p:sp>
      <p:sp>
        <p:nvSpPr>
          <p:cNvPr id="11" name="Bildplatzhalter 5">
            <a:extLst>
              <a:ext uri="{FF2B5EF4-FFF2-40B4-BE49-F238E27FC236}">
                <a16:creationId xmlns:a16="http://schemas.microsoft.com/office/drawing/2014/main" id="{43B9AAEC-8800-42FB-8E44-B81C048BC768}"/>
              </a:ext>
            </a:extLst>
          </p:cNvPr>
          <p:cNvSpPr>
            <a:spLocks noGrp="1"/>
          </p:cNvSpPr>
          <p:nvPr>
            <p:ph type="pic" sz="quarter" idx="15"/>
          </p:nvPr>
        </p:nvSpPr>
        <p:spPr>
          <a:xfrm>
            <a:off x="8166947" y="3733800"/>
            <a:ext cx="4025053" cy="3124200"/>
          </a:xfrm>
          <a:solidFill>
            <a:schemeClr val="accent2">
              <a:lumMod val="20000"/>
              <a:lumOff val="80000"/>
            </a:schemeClr>
          </a:solidFill>
        </p:spPr>
        <p:txBody>
          <a:bodyPr/>
          <a:lstStyle/>
          <a:p>
            <a:endParaRPr lang="de-DE" dirty="0"/>
          </a:p>
        </p:txBody>
      </p:sp>
      <p:sp>
        <p:nvSpPr>
          <p:cNvPr id="16" name="Textplatzhalter 6">
            <a:extLst>
              <a:ext uri="{FF2B5EF4-FFF2-40B4-BE49-F238E27FC236}">
                <a16:creationId xmlns:a16="http://schemas.microsoft.com/office/drawing/2014/main" id="{C8A0F81A-CDA0-49D4-9423-A9300D95CF22}"/>
              </a:ext>
            </a:extLst>
          </p:cNvPr>
          <p:cNvSpPr>
            <a:spLocks noGrp="1"/>
          </p:cNvSpPr>
          <p:nvPr>
            <p:ph type="body" sz="quarter" idx="21" hasCustomPrompt="1"/>
          </p:nvPr>
        </p:nvSpPr>
        <p:spPr>
          <a:xfrm>
            <a:off x="11383645" y="6053138"/>
            <a:ext cx="808355" cy="800100"/>
          </a:xfrm>
        </p:spPr>
        <p:txBody>
          <a:bodyPr lIns="0" rIns="180000" bIns="360000" anchor="b" anchorCtr="0"/>
          <a:lstStyle>
            <a:lvl1pPr algn="r">
              <a:defRPr sz="1200" i="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stStyle>
          <a:p>
            <a:pPr lvl="0"/>
            <a:r>
              <a:rPr lang="de-DE" dirty="0"/>
              <a:t>3</a:t>
            </a:r>
            <a:endParaRPr lang="en-US" dirty="0"/>
          </a:p>
        </p:txBody>
      </p:sp>
      <p:pic>
        <p:nvPicPr>
          <p:cNvPr id="7" name="Grafik 6">
            <a:extLst>
              <a:ext uri="{FF2B5EF4-FFF2-40B4-BE49-F238E27FC236}">
                <a16:creationId xmlns:a16="http://schemas.microsoft.com/office/drawing/2014/main" id="{521D2608-1818-4D42-B89A-D605C4F8422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09600" y="6288480"/>
            <a:ext cx="514349" cy="164708"/>
          </a:xfrm>
          <a:prstGeom prst="rect">
            <a:avLst/>
          </a:prstGeom>
        </p:spPr>
      </p:pic>
    </p:spTree>
    <p:extLst>
      <p:ext uri="{BB962C8B-B14F-4D97-AF65-F5344CB8AC3E}">
        <p14:creationId xmlns:p14="http://schemas.microsoft.com/office/powerpoint/2010/main" val="195479093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4_Inhalt + 4 Bilder quer">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7D2D3B9-D281-41BC-9A6E-EBA632B80A6F}"/>
              </a:ext>
            </a:extLst>
          </p:cNvPr>
          <p:cNvSpPr>
            <a:spLocks noGrp="1"/>
          </p:cNvSpPr>
          <p:nvPr>
            <p:ph type="title"/>
          </p:nvPr>
        </p:nvSpPr>
        <p:spPr/>
        <p:txBody>
          <a:bodyPr/>
          <a:lstStyle/>
          <a:p>
            <a:r>
              <a:rPr lang="de-DE" dirty="0"/>
              <a:t>Mastertitelformat bearbeiten</a:t>
            </a:r>
          </a:p>
        </p:txBody>
      </p:sp>
      <p:sp>
        <p:nvSpPr>
          <p:cNvPr id="3" name="Inhaltsplatzhalter 2">
            <a:extLst>
              <a:ext uri="{FF2B5EF4-FFF2-40B4-BE49-F238E27FC236}">
                <a16:creationId xmlns:a16="http://schemas.microsoft.com/office/drawing/2014/main" id="{9C712EFA-292C-4FDE-8669-ECF55A14AFF3}"/>
              </a:ext>
            </a:extLst>
          </p:cNvPr>
          <p:cNvSpPr>
            <a:spLocks noGrp="1"/>
          </p:cNvSpPr>
          <p:nvPr>
            <p:ph sz="half" idx="1"/>
          </p:nvPr>
        </p:nvSpPr>
        <p:spPr>
          <a:xfrm>
            <a:off x="609600" y="1736725"/>
            <a:ext cx="10972800" cy="1692275"/>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9" name="Bildplatzhalter 5">
            <a:extLst>
              <a:ext uri="{FF2B5EF4-FFF2-40B4-BE49-F238E27FC236}">
                <a16:creationId xmlns:a16="http://schemas.microsoft.com/office/drawing/2014/main" id="{CBECC23C-3AC7-4872-8833-394650436FF1}"/>
              </a:ext>
            </a:extLst>
          </p:cNvPr>
          <p:cNvSpPr>
            <a:spLocks noGrp="1"/>
          </p:cNvSpPr>
          <p:nvPr>
            <p:ph type="pic" sz="quarter" idx="13"/>
          </p:nvPr>
        </p:nvSpPr>
        <p:spPr>
          <a:xfrm>
            <a:off x="0" y="3733800"/>
            <a:ext cx="3007360" cy="3124200"/>
          </a:xfrm>
          <a:solidFill>
            <a:schemeClr val="accent2">
              <a:lumMod val="20000"/>
              <a:lumOff val="80000"/>
            </a:schemeClr>
          </a:solidFill>
        </p:spPr>
        <p:txBody>
          <a:bodyPr/>
          <a:lstStyle/>
          <a:p>
            <a:endParaRPr lang="de-DE" dirty="0"/>
          </a:p>
        </p:txBody>
      </p:sp>
      <p:sp>
        <p:nvSpPr>
          <p:cNvPr id="16" name="Textplatzhalter 6">
            <a:extLst>
              <a:ext uri="{FF2B5EF4-FFF2-40B4-BE49-F238E27FC236}">
                <a16:creationId xmlns:a16="http://schemas.microsoft.com/office/drawing/2014/main" id="{A413D657-1B5E-406D-8617-E2E725A52F9D}"/>
              </a:ext>
            </a:extLst>
          </p:cNvPr>
          <p:cNvSpPr>
            <a:spLocks noGrp="1"/>
          </p:cNvSpPr>
          <p:nvPr>
            <p:ph type="body" sz="quarter" idx="20" hasCustomPrompt="1"/>
          </p:nvPr>
        </p:nvSpPr>
        <p:spPr>
          <a:xfrm>
            <a:off x="2199005" y="6057900"/>
            <a:ext cx="808355" cy="800100"/>
          </a:xfrm>
        </p:spPr>
        <p:txBody>
          <a:bodyPr lIns="0" rIns="180000" bIns="360000" anchor="b" anchorCtr="0"/>
          <a:lstStyle>
            <a:lvl1pPr algn="r">
              <a:defRPr sz="1200" i="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stStyle>
          <a:p>
            <a:pPr lvl="0"/>
            <a:r>
              <a:rPr lang="de-DE" dirty="0"/>
              <a:t>1</a:t>
            </a:r>
            <a:endParaRPr lang="en-US" dirty="0"/>
          </a:p>
        </p:txBody>
      </p:sp>
      <p:sp>
        <p:nvSpPr>
          <p:cNvPr id="10" name="Bildplatzhalter 5">
            <a:extLst>
              <a:ext uri="{FF2B5EF4-FFF2-40B4-BE49-F238E27FC236}">
                <a16:creationId xmlns:a16="http://schemas.microsoft.com/office/drawing/2014/main" id="{F2458F30-68A9-4380-94A9-377AD7D48740}"/>
              </a:ext>
            </a:extLst>
          </p:cNvPr>
          <p:cNvSpPr>
            <a:spLocks noGrp="1"/>
          </p:cNvSpPr>
          <p:nvPr>
            <p:ph type="pic" sz="quarter" idx="14"/>
          </p:nvPr>
        </p:nvSpPr>
        <p:spPr>
          <a:xfrm>
            <a:off x="3061547" y="3733800"/>
            <a:ext cx="3007360" cy="3124200"/>
          </a:xfrm>
          <a:solidFill>
            <a:schemeClr val="accent2">
              <a:lumMod val="20000"/>
              <a:lumOff val="80000"/>
            </a:schemeClr>
          </a:solidFill>
        </p:spPr>
        <p:txBody>
          <a:bodyPr/>
          <a:lstStyle/>
          <a:p>
            <a:endParaRPr lang="de-DE" dirty="0"/>
          </a:p>
        </p:txBody>
      </p:sp>
      <p:sp>
        <p:nvSpPr>
          <p:cNvPr id="18" name="Textplatzhalter 6">
            <a:extLst>
              <a:ext uri="{FF2B5EF4-FFF2-40B4-BE49-F238E27FC236}">
                <a16:creationId xmlns:a16="http://schemas.microsoft.com/office/drawing/2014/main" id="{0509D82A-4ACB-44BB-A6BC-2597416A1671}"/>
              </a:ext>
            </a:extLst>
          </p:cNvPr>
          <p:cNvSpPr>
            <a:spLocks noGrp="1"/>
          </p:cNvSpPr>
          <p:nvPr>
            <p:ph type="body" sz="quarter" idx="22" hasCustomPrompt="1"/>
          </p:nvPr>
        </p:nvSpPr>
        <p:spPr>
          <a:xfrm>
            <a:off x="5260552" y="6053138"/>
            <a:ext cx="808355" cy="800100"/>
          </a:xfrm>
        </p:spPr>
        <p:txBody>
          <a:bodyPr lIns="0" rIns="180000" bIns="360000" anchor="b" anchorCtr="0"/>
          <a:lstStyle>
            <a:lvl1pPr algn="r">
              <a:defRPr sz="1200" i="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stStyle>
          <a:p>
            <a:pPr lvl="0"/>
            <a:r>
              <a:rPr lang="de-DE" dirty="0"/>
              <a:t>2</a:t>
            </a:r>
            <a:endParaRPr lang="en-US" dirty="0"/>
          </a:p>
        </p:txBody>
      </p:sp>
      <p:sp>
        <p:nvSpPr>
          <p:cNvPr id="11" name="Bildplatzhalter 5">
            <a:extLst>
              <a:ext uri="{FF2B5EF4-FFF2-40B4-BE49-F238E27FC236}">
                <a16:creationId xmlns:a16="http://schemas.microsoft.com/office/drawing/2014/main" id="{43B9AAEC-8800-42FB-8E44-B81C048BC768}"/>
              </a:ext>
            </a:extLst>
          </p:cNvPr>
          <p:cNvSpPr>
            <a:spLocks noGrp="1"/>
          </p:cNvSpPr>
          <p:nvPr>
            <p:ph type="pic" sz="quarter" idx="15"/>
          </p:nvPr>
        </p:nvSpPr>
        <p:spPr>
          <a:xfrm>
            <a:off x="6123094" y="3733800"/>
            <a:ext cx="3007360" cy="3124200"/>
          </a:xfrm>
          <a:solidFill>
            <a:schemeClr val="accent2">
              <a:lumMod val="20000"/>
              <a:lumOff val="80000"/>
            </a:schemeClr>
          </a:solidFill>
        </p:spPr>
        <p:txBody>
          <a:bodyPr/>
          <a:lstStyle/>
          <a:p>
            <a:endParaRPr lang="de-DE" dirty="0"/>
          </a:p>
        </p:txBody>
      </p:sp>
      <p:sp>
        <p:nvSpPr>
          <p:cNvPr id="19" name="Textplatzhalter 6">
            <a:extLst>
              <a:ext uri="{FF2B5EF4-FFF2-40B4-BE49-F238E27FC236}">
                <a16:creationId xmlns:a16="http://schemas.microsoft.com/office/drawing/2014/main" id="{21635FF8-DA1B-41D1-AFFE-F750A584CD47}"/>
              </a:ext>
            </a:extLst>
          </p:cNvPr>
          <p:cNvSpPr>
            <a:spLocks noGrp="1"/>
          </p:cNvSpPr>
          <p:nvPr>
            <p:ph type="body" sz="quarter" idx="23" hasCustomPrompt="1"/>
          </p:nvPr>
        </p:nvSpPr>
        <p:spPr>
          <a:xfrm>
            <a:off x="8318712" y="6053138"/>
            <a:ext cx="808355" cy="800100"/>
          </a:xfrm>
        </p:spPr>
        <p:txBody>
          <a:bodyPr lIns="0" rIns="180000" bIns="360000" anchor="b" anchorCtr="0"/>
          <a:lstStyle>
            <a:lvl1pPr algn="r">
              <a:defRPr sz="1200" i="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stStyle>
          <a:p>
            <a:pPr lvl="0"/>
            <a:r>
              <a:rPr lang="de-DE" dirty="0"/>
              <a:t>3</a:t>
            </a:r>
            <a:endParaRPr lang="en-US" dirty="0"/>
          </a:p>
        </p:txBody>
      </p:sp>
      <p:sp>
        <p:nvSpPr>
          <p:cNvPr id="12" name="Bildplatzhalter 5">
            <a:extLst>
              <a:ext uri="{FF2B5EF4-FFF2-40B4-BE49-F238E27FC236}">
                <a16:creationId xmlns:a16="http://schemas.microsoft.com/office/drawing/2014/main" id="{A9BF99E2-F099-4BD6-8080-40827C91C321}"/>
              </a:ext>
            </a:extLst>
          </p:cNvPr>
          <p:cNvSpPr>
            <a:spLocks noGrp="1"/>
          </p:cNvSpPr>
          <p:nvPr>
            <p:ph type="pic" sz="quarter" idx="16"/>
          </p:nvPr>
        </p:nvSpPr>
        <p:spPr>
          <a:xfrm>
            <a:off x="9184640" y="3733800"/>
            <a:ext cx="3007360" cy="3124200"/>
          </a:xfrm>
          <a:solidFill>
            <a:schemeClr val="accent2">
              <a:lumMod val="20000"/>
              <a:lumOff val="80000"/>
            </a:schemeClr>
          </a:solidFill>
        </p:spPr>
        <p:txBody>
          <a:bodyPr/>
          <a:lstStyle/>
          <a:p>
            <a:endParaRPr lang="de-DE" dirty="0"/>
          </a:p>
        </p:txBody>
      </p:sp>
      <p:sp>
        <p:nvSpPr>
          <p:cNvPr id="17" name="Textplatzhalter 6">
            <a:extLst>
              <a:ext uri="{FF2B5EF4-FFF2-40B4-BE49-F238E27FC236}">
                <a16:creationId xmlns:a16="http://schemas.microsoft.com/office/drawing/2014/main" id="{CF308826-6824-4C9B-9041-059D7052D584}"/>
              </a:ext>
            </a:extLst>
          </p:cNvPr>
          <p:cNvSpPr>
            <a:spLocks noGrp="1"/>
          </p:cNvSpPr>
          <p:nvPr>
            <p:ph type="body" sz="quarter" idx="21" hasCustomPrompt="1"/>
          </p:nvPr>
        </p:nvSpPr>
        <p:spPr>
          <a:xfrm>
            <a:off x="11383645" y="6053138"/>
            <a:ext cx="808355" cy="800100"/>
          </a:xfrm>
        </p:spPr>
        <p:txBody>
          <a:bodyPr lIns="0" rIns="180000" bIns="360000" anchor="b" anchorCtr="0"/>
          <a:lstStyle>
            <a:lvl1pPr algn="r">
              <a:defRPr sz="1200" i="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stStyle>
          <a:p>
            <a:pPr lvl="0"/>
            <a:r>
              <a:rPr lang="de-DE" dirty="0"/>
              <a:t>4</a:t>
            </a:r>
            <a:endParaRPr lang="en-US" dirty="0"/>
          </a:p>
        </p:txBody>
      </p:sp>
      <p:pic>
        <p:nvPicPr>
          <p:cNvPr id="8" name="Grafik 7">
            <a:extLst>
              <a:ext uri="{FF2B5EF4-FFF2-40B4-BE49-F238E27FC236}">
                <a16:creationId xmlns:a16="http://schemas.microsoft.com/office/drawing/2014/main" id="{DF6BFEE9-F7EB-43C7-9F30-97F48E37289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09600" y="6288480"/>
            <a:ext cx="514349" cy="164708"/>
          </a:xfrm>
          <a:prstGeom prst="rect">
            <a:avLst/>
          </a:prstGeom>
        </p:spPr>
      </p:pic>
    </p:spTree>
    <p:extLst>
      <p:ext uri="{BB962C8B-B14F-4D97-AF65-F5344CB8AC3E}">
        <p14:creationId xmlns:p14="http://schemas.microsoft.com/office/powerpoint/2010/main" val="417904043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5_nur Bild">
    <p:spTree>
      <p:nvGrpSpPr>
        <p:cNvPr id="1" name=""/>
        <p:cNvGrpSpPr/>
        <p:nvPr/>
      </p:nvGrpSpPr>
      <p:grpSpPr>
        <a:xfrm>
          <a:off x="0" y="0"/>
          <a:ext cx="0" cy="0"/>
          <a:chOff x="0" y="0"/>
          <a:chExt cx="0" cy="0"/>
        </a:xfrm>
      </p:grpSpPr>
      <p:sp>
        <p:nvSpPr>
          <p:cNvPr id="3" name="Bildplatzhalter 2">
            <a:extLst>
              <a:ext uri="{FF2B5EF4-FFF2-40B4-BE49-F238E27FC236}">
                <a16:creationId xmlns:a16="http://schemas.microsoft.com/office/drawing/2014/main" id="{007AA28B-E0BB-4588-9126-08A9723C34F7}"/>
              </a:ext>
            </a:extLst>
          </p:cNvPr>
          <p:cNvSpPr>
            <a:spLocks noGrp="1"/>
          </p:cNvSpPr>
          <p:nvPr>
            <p:ph type="pic" sz="quarter" idx="10"/>
          </p:nvPr>
        </p:nvSpPr>
        <p:spPr>
          <a:xfrm>
            <a:off x="0" y="0"/>
            <a:ext cx="12192000" cy="6858000"/>
          </a:xfrm>
          <a:solidFill>
            <a:schemeClr val="accent2">
              <a:lumMod val="20000"/>
              <a:lumOff val="80000"/>
            </a:schemeClr>
          </a:solidFill>
        </p:spPr>
        <p:txBody>
          <a:bodyPr/>
          <a:lstStyle/>
          <a:p>
            <a:endParaRPr lang="de-DE"/>
          </a:p>
        </p:txBody>
      </p:sp>
      <p:sp>
        <p:nvSpPr>
          <p:cNvPr id="5" name="Textplatzhalter 6">
            <a:extLst>
              <a:ext uri="{FF2B5EF4-FFF2-40B4-BE49-F238E27FC236}">
                <a16:creationId xmlns:a16="http://schemas.microsoft.com/office/drawing/2014/main" id="{40DD1341-867C-486E-884D-435F6D877CD2}"/>
              </a:ext>
            </a:extLst>
          </p:cNvPr>
          <p:cNvSpPr>
            <a:spLocks noGrp="1"/>
          </p:cNvSpPr>
          <p:nvPr>
            <p:ph type="body" sz="quarter" idx="19" hasCustomPrompt="1"/>
          </p:nvPr>
        </p:nvSpPr>
        <p:spPr>
          <a:xfrm>
            <a:off x="2476501" y="6057900"/>
            <a:ext cx="9105900" cy="435928"/>
          </a:xfrm>
        </p:spPr>
        <p:txBody>
          <a:bodyPr anchor="b" anchorCtr="0"/>
          <a:lstStyle>
            <a:lvl1pPr algn="r">
              <a:defRPr sz="1200" i="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stStyle>
          <a:p>
            <a:pPr lvl="0"/>
            <a:r>
              <a:rPr lang="de-DE" dirty="0"/>
              <a:t>Bildunterschrift und © Copyright</a:t>
            </a:r>
            <a:endParaRPr lang="en-US" dirty="0"/>
          </a:p>
        </p:txBody>
      </p:sp>
      <p:pic>
        <p:nvPicPr>
          <p:cNvPr id="4" name="Grafik 3">
            <a:extLst>
              <a:ext uri="{FF2B5EF4-FFF2-40B4-BE49-F238E27FC236}">
                <a16:creationId xmlns:a16="http://schemas.microsoft.com/office/drawing/2014/main" id="{49D899A4-C882-4DED-9C15-ACC467479FE2}"/>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09600" y="6288480"/>
            <a:ext cx="514349" cy="164708"/>
          </a:xfrm>
          <a:prstGeom prst="rect">
            <a:avLst/>
          </a:prstGeom>
        </p:spPr>
      </p:pic>
    </p:spTree>
    <p:extLst>
      <p:ext uri="{BB962C8B-B14F-4D97-AF65-F5344CB8AC3E}">
        <p14:creationId xmlns:p14="http://schemas.microsoft.com/office/powerpoint/2010/main" val="15438196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image" Target="../media/image1.sv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4.xml"/><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image" Target="../media/image1.svg"/><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theme" Target="../theme/theme2.xml"/><Relationship Id="rId5" Type="http://schemas.openxmlformats.org/officeDocument/2006/relationships/slideLayout" Target="../slideLayouts/slideLayout31.xml"/><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4.xml"/><Relationship Id="rId13" Type="http://schemas.openxmlformats.org/officeDocument/2006/relationships/image" Target="../media/image1.svg"/><Relationship Id="rId3" Type="http://schemas.openxmlformats.org/officeDocument/2006/relationships/slideLayout" Target="../slideLayouts/slideLayout39.xml"/><Relationship Id="rId7" Type="http://schemas.openxmlformats.org/officeDocument/2006/relationships/slideLayout" Target="../slideLayouts/slideLayout43.xml"/><Relationship Id="rId12" Type="http://schemas.openxmlformats.org/officeDocument/2006/relationships/theme" Target="../theme/theme3.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slideLayout" Target="../slideLayouts/slideLayout47.xml"/><Relationship Id="rId5" Type="http://schemas.openxmlformats.org/officeDocument/2006/relationships/slideLayout" Target="../slideLayouts/slideLayout41.xml"/><Relationship Id="rId10" Type="http://schemas.openxmlformats.org/officeDocument/2006/relationships/slideLayout" Target="../slideLayouts/slideLayout46.xml"/><Relationship Id="rId4" Type="http://schemas.openxmlformats.org/officeDocument/2006/relationships/slideLayout" Target="../slideLayouts/slideLayout40.xml"/><Relationship Id="rId9" Type="http://schemas.openxmlformats.org/officeDocument/2006/relationships/slideLayout" Target="../slideLayouts/slideLayout4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6" name="Titelplatzhalter 25">
            <a:extLst>
              <a:ext uri="{FF2B5EF4-FFF2-40B4-BE49-F238E27FC236}">
                <a16:creationId xmlns:a16="http://schemas.microsoft.com/office/drawing/2014/main" id="{A5CE2D21-B81F-483B-9FE8-AF317984B749}"/>
              </a:ext>
            </a:extLst>
          </p:cNvPr>
          <p:cNvSpPr>
            <a:spLocks noGrp="1"/>
          </p:cNvSpPr>
          <p:nvPr>
            <p:ph type="title"/>
          </p:nvPr>
        </p:nvSpPr>
        <p:spPr>
          <a:xfrm>
            <a:off x="609600" y="404813"/>
            <a:ext cx="10972800" cy="647700"/>
          </a:xfrm>
          <a:prstGeom prst="rect">
            <a:avLst/>
          </a:prstGeom>
        </p:spPr>
        <p:txBody>
          <a:bodyPr vert="horz" lIns="0" tIns="108000" rIns="0" bIns="0" rtlCol="0" anchor="t">
            <a:noAutofit/>
          </a:bodyPr>
          <a:lstStyle/>
          <a:p>
            <a:r>
              <a:rPr lang="de-DE" dirty="0"/>
              <a:t>Mastertitelformat bearbeiten</a:t>
            </a:r>
          </a:p>
        </p:txBody>
      </p:sp>
      <p:sp>
        <p:nvSpPr>
          <p:cNvPr id="3" name="Textplatzhalter 2">
            <a:extLst>
              <a:ext uri="{FF2B5EF4-FFF2-40B4-BE49-F238E27FC236}">
                <a16:creationId xmlns:a16="http://schemas.microsoft.com/office/drawing/2014/main" id="{4C6FA640-4158-403C-98E2-E7FCEBC54000}"/>
              </a:ext>
            </a:extLst>
          </p:cNvPr>
          <p:cNvSpPr>
            <a:spLocks noGrp="1"/>
          </p:cNvSpPr>
          <p:nvPr>
            <p:ph type="body" idx="1"/>
          </p:nvPr>
        </p:nvSpPr>
        <p:spPr>
          <a:xfrm>
            <a:off x="609599" y="1736725"/>
            <a:ext cx="10972801" cy="4316835"/>
          </a:xfrm>
          <a:prstGeom prst="rect">
            <a:avLst/>
          </a:prstGeom>
        </p:spPr>
        <p:txBody>
          <a:bodyPr vert="horz" lIns="0" tIns="0" rIns="0" bIns="0" rtlCol="0">
            <a:noAutofit/>
          </a:bodyPr>
          <a:lstStyle/>
          <a:p>
            <a:pPr lvl="0"/>
            <a:r>
              <a:rPr lang="de-DE" dirty="0"/>
              <a:t>Mastertextformat bearbeiten erste Ebene</a:t>
            </a:r>
          </a:p>
          <a:p>
            <a:pPr lvl="1"/>
            <a:r>
              <a:rPr lang="de-DE" dirty="0"/>
              <a:t>Zweite Ebene</a:t>
            </a:r>
          </a:p>
          <a:p>
            <a:pPr lvl="2"/>
            <a:r>
              <a:rPr lang="de-DE" dirty="0"/>
              <a:t>Dritte Ebene</a:t>
            </a:r>
          </a:p>
          <a:p>
            <a:pPr lvl="3"/>
            <a:r>
              <a:rPr lang="de-DE" dirty="0"/>
              <a:t>Vierte Ebene</a:t>
            </a:r>
          </a:p>
          <a:p>
            <a:pPr lvl="4"/>
            <a:r>
              <a:rPr lang="de-DE" dirty="0"/>
              <a:t>Fünfte Ebene</a:t>
            </a:r>
          </a:p>
          <a:p>
            <a:pPr lvl="5"/>
            <a:r>
              <a:rPr lang="de-DE" dirty="0"/>
              <a:t>Sechste Ebene</a:t>
            </a:r>
          </a:p>
          <a:p>
            <a:pPr lvl="6"/>
            <a:r>
              <a:rPr lang="de-DE" dirty="0"/>
              <a:t>Siebte Ebene</a:t>
            </a:r>
          </a:p>
          <a:p>
            <a:pPr lvl="7"/>
            <a:r>
              <a:rPr lang="de-DE" dirty="0"/>
              <a:t>Achte Ebene</a:t>
            </a:r>
          </a:p>
          <a:p>
            <a:pPr lvl="8"/>
            <a:r>
              <a:rPr lang="de-DE" dirty="0"/>
              <a:t>Neunte Ebene</a:t>
            </a:r>
          </a:p>
        </p:txBody>
      </p:sp>
      <p:pic>
        <p:nvPicPr>
          <p:cNvPr id="17" name="Grafik 16">
            <a:extLst>
              <a:ext uri="{FF2B5EF4-FFF2-40B4-BE49-F238E27FC236}">
                <a16:creationId xmlns:a16="http://schemas.microsoft.com/office/drawing/2014/main" id="{FF0A8DA4-796C-4D83-A511-7E33ECC1953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8"/>
              </a:ext>
            </a:extLst>
          </a:blip>
          <a:stretch>
            <a:fillRect/>
          </a:stretch>
        </p:blipFill>
        <p:spPr>
          <a:xfrm>
            <a:off x="609600" y="6288480"/>
            <a:ext cx="514349" cy="164708"/>
          </a:xfrm>
          <a:prstGeom prst="rect">
            <a:avLst/>
          </a:prstGeom>
        </p:spPr>
      </p:pic>
      <p:sp>
        <p:nvSpPr>
          <p:cNvPr id="5" name="Textfeld 4">
            <a:extLst>
              <a:ext uri="{FF2B5EF4-FFF2-40B4-BE49-F238E27FC236}">
                <a16:creationId xmlns:a16="http://schemas.microsoft.com/office/drawing/2014/main" id="{F5E54477-AC5B-4EB3-AE9F-0854A752BD2F}"/>
              </a:ext>
            </a:extLst>
          </p:cNvPr>
          <p:cNvSpPr txBox="1"/>
          <p:nvPr userDrawn="1"/>
        </p:nvSpPr>
        <p:spPr>
          <a:xfrm>
            <a:off x="1558925" y="6308279"/>
            <a:ext cx="7237413" cy="184666"/>
          </a:xfrm>
          <a:prstGeom prst="rect">
            <a:avLst/>
          </a:prstGeom>
          <a:noFill/>
        </p:spPr>
        <p:txBody>
          <a:bodyPr wrap="square" lIns="0" tIns="0" rIns="0" bIns="0" rtlCol="0">
            <a:spAutoFit/>
          </a:bodyPr>
          <a:lstStyle/>
          <a:p>
            <a:r>
              <a:rPr lang="de-DE" sz="1200" kern="1200" dirty="0">
                <a:solidFill>
                  <a:srgbClr val="00008C"/>
                </a:solidFill>
                <a:latin typeface="+mn-lt"/>
                <a:ea typeface="+mn-ea"/>
                <a:cs typeface="+mn-cs"/>
              </a:rPr>
              <a:t>OSAT SS2026 • Teilthema Ihrer Gruppe • Seite </a:t>
            </a:r>
            <a:fld id="{BB345A75-B580-4544-AA90-56924E4BB115}" type="slidenum">
              <a:rPr lang="de-DE" sz="1200" kern="1200" smtClean="0">
                <a:solidFill>
                  <a:srgbClr val="00008C"/>
                </a:solidFill>
                <a:latin typeface="+mn-lt"/>
                <a:ea typeface="+mn-ea"/>
                <a:cs typeface="+mn-cs"/>
              </a:rPr>
              <a:t>‹#›</a:t>
            </a:fld>
            <a:endParaRPr lang="en-US" sz="1200" kern="1200" dirty="0">
              <a:solidFill>
                <a:srgbClr val="00008C"/>
              </a:solidFill>
              <a:latin typeface="+mn-lt"/>
              <a:ea typeface="+mn-ea"/>
              <a:cs typeface="+mn-cs"/>
            </a:endParaRPr>
          </a:p>
        </p:txBody>
      </p:sp>
    </p:spTree>
    <p:extLst>
      <p:ext uri="{BB962C8B-B14F-4D97-AF65-F5344CB8AC3E}">
        <p14:creationId xmlns:p14="http://schemas.microsoft.com/office/powerpoint/2010/main" val="1712152019"/>
      </p:ext>
    </p:extLst>
  </p:cSld>
  <p:clrMap bg1="lt1" tx1="dk1" bg2="lt2" tx2="dk2" accent1="accent1" accent2="accent2" accent3="accent3" accent4="accent4" accent5="accent5" accent6="accent6" hlink="hlink" folHlink="folHlink"/>
  <p:sldLayoutIdLst>
    <p:sldLayoutId id="2147483649" r:id="rId1"/>
    <p:sldLayoutId id="2147483705" r:id="rId2"/>
    <p:sldLayoutId id="2147483706" r:id="rId3"/>
    <p:sldLayoutId id="2147483776" r:id="rId4"/>
    <p:sldLayoutId id="2147483769" r:id="rId5"/>
    <p:sldLayoutId id="2147483778" r:id="rId6"/>
    <p:sldLayoutId id="2147483650" r:id="rId7"/>
    <p:sldLayoutId id="2147483710" r:id="rId8"/>
    <p:sldLayoutId id="2147483709" r:id="rId9"/>
    <p:sldLayoutId id="2147483652" r:id="rId10"/>
    <p:sldLayoutId id="2147483779" r:id="rId11"/>
    <p:sldLayoutId id="2147483656" r:id="rId12"/>
    <p:sldLayoutId id="2147483665" r:id="rId13"/>
    <p:sldLayoutId id="2147483657" r:id="rId14"/>
    <p:sldLayoutId id="2147483666" r:id="rId15"/>
    <p:sldLayoutId id="2147483654" r:id="rId16"/>
    <p:sldLayoutId id="2147483655" r:id="rId17"/>
    <p:sldLayoutId id="2147483694" r:id="rId18"/>
    <p:sldLayoutId id="2147483695" r:id="rId19"/>
    <p:sldLayoutId id="2147483696" r:id="rId20"/>
    <p:sldLayoutId id="2147483777" r:id="rId21"/>
    <p:sldLayoutId id="2147483771" r:id="rId22"/>
    <p:sldLayoutId id="2147483772" r:id="rId23"/>
    <p:sldLayoutId id="2147483773" r:id="rId24"/>
    <p:sldLayoutId id="2147483775" r:id="rId25"/>
    <p:sldLayoutId id="2147483774" r:id="rId26"/>
  </p:sldLayoutIdLst>
  <p:hf sldNum="0" hdr="0" ftr="0" dt="0"/>
  <p:txStyles>
    <p:titleStyle>
      <a:lvl1pPr algn="l" defTabSz="914400" rtl="0" eaLnBrk="1" latinLnBrk="0" hangingPunct="1">
        <a:lnSpc>
          <a:spcPct val="90000"/>
        </a:lnSpc>
        <a:spcBef>
          <a:spcPct val="0"/>
        </a:spcBef>
        <a:buNone/>
        <a:defRPr sz="3400"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200"/>
        </a:spcBef>
        <a:spcAft>
          <a:spcPts val="600"/>
        </a:spcAft>
        <a:buFont typeface="Arial" panose="020B0604020202020204" pitchFamily="34" charset="0"/>
        <a:buNone/>
        <a:defRPr sz="2000" b="0" kern="1200">
          <a:solidFill>
            <a:schemeClr val="tx1"/>
          </a:solidFill>
          <a:latin typeface="+mn-lt"/>
          <a:ea typeface="+mn-ea"/>
          <a:cs typeface="+mn-cs"/>
        </a:defRPr>
      </a:lvl1pPr>
      <a:lvl2pPr marL="0" indent="0" algn="l" defTabSz="914400" rtl="0" eaLnBrk="1" latinLnBrk="0" hangingPunct="1">
        <a:lnSpc>
          <a:spcPct val="100000"/>
        </a:lnSpc>
        <a:spcBef>
          <a:spcPts val="1200"/>
        </a:spcBef>
        <a:buFont typeface="Arial" panose="020B0604020202020204" pitchFamily="34" charset="0"/>
        <a:buNone/>
        <a:defRPr sz="2000" kern="1200">
          <a:solidFill>
            <a:schemeClr val="tx1"/>
          </a:solidFill>
          <a:latin typeface="+mn-lt"/>
          <a:ea typeface="+mn-ea"/>
          <a:cs typeface="+mn-cs"/>
        </a:defRPr>
      </a:lvl2pPr>
      <a:lvl3pPr marL="233363" indent="-173038"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n-lt"/>
          <a:ea typeface="+mn-ea"/>
          <a:cs typeface="+mn-cs"/>
        </a:defRPr>
      </a:lvl3pPr>
      <a:lvl4pPr marL="457200" indent="-173038"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4pPr>
      <a:lvl5pPr marL="690563" indent="-173038"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5pPr>
      <a:lvl6pPr marL="342900" indent="-342900" algn="l" defTabSz="914400" rtl="0" eaLnBrk="1" latinLnBrk="0" hangingPunct="1">
        <a:lnSpc>
          <a:spcPct val="100000"/>
        </a:lnSpc>
        <a:spcBef>
          <a:spcPts val="1200"/>
        </a:spcBef>
        <a:buFont typeface="Open Sans" panose="020B0606030504020204" pitchFamily="34" charset="0"/>
        <a:buChar char="—"/>
        <a:defRPr sz="2000" kern="1200">
          <a:solidFill>
            <a:schemeClr val="tx1"/>
          </a:solidFill>
          <a:latin typeface="+mn-lt"/>
          <a:ea typeface="+mn-ea"/>
          <a:cs typeface="+mn-cs"/>
        </a:defRPr>
      </a:lvl6pPr>
      <a:lvl7pPr marL="514350" indent="-171450" algn="l" defTabSz="914400" rtl="0" eaLnBrk="1" latinLnBrk="0" hangingPunct="1">
        <a:lnSpc>
          <a:spcPct val="100000"/>
        </a:lnSpc>
        <a:spcBef>
          <a:spcPts val="500"/>
        </a:spcBef>
        <a:buFont typeface="Symbol" panose="05050102010706020507" pitchFamily="18" charset="2"/>
        <a:buChar char="-"/>
        <a:defRPr sz="1600" kern="1200">
          <a:solidFill>
            <a:schemeClr val="tx1"/>
          </a:solidFill>
          <a:latin typeface="+mn-lt"/>
          <a:ea typeface="+mn-ea"/>
          <a:cs typeface="+mn-cs"/>
        </a:defRPr>
      </a:lvl7pPr>
      <a:lvl8pPr marL="685800" indent="-114300" algn="l" defTabSz="914400" rtl="0" eaLnBrk="1" latinLnBrk="0" hangingPunct="1">
        <a:lnSpc>
          <a:spcPct val="100000"/>
        </a:lnSpc>
        <a:spcBef>
          <a:spcPts val="500"/>
        </a:spcBef>
        <a:buFont typeface="Open Sans" panose="020B0606030504020204" pitchFamily="34" charset="0"/>
        <a:buChar char="­"/>
        <a:defRPr sz="1600" kern="1200">
          <a:solidFill>
            <a:schemeClr val="tx1"/>
          </a:solidFill>
          <a:latin typeface="+mn-lt"/>
          <a:ea typeface="+mn-ea"/>
          <a:cs typeface="+mn-cs"/>
        </a:defRPr>
      </a:lvl8pPr>
      <a:lvl9pPr marL="800100" indent="-1143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55" userDrawn="1">
          <p15:clr>
            <a:srgbClr val="F26B43"/>
          </p15:clr>
        </p15:guide>
        <p15:guide id="3" pos="384" userDrawn="1">
          <p15:clr>
            <a:srgbClr val="F26B43"/>
          </p15:clr>
        </p15:guide>
        <p15:guide id="4" pos="7296" userDrawn="1">
          <p15:clr>
            <a:srgbClr val="F26B43"/>
          </p15:clr>
        </p15:guide>
        <p15:guide id="5" pos="846" userDrawn="1">
          <p15:clr>
            <a:srgbClr val="F26B43"/>
          </p15:clr>
        </p15:guide>
        <p15:guide id="6" pos="982" userDrawn="1">
          <p15:clr>
            <a:srgbClr val="F26B43"/>
          </p15:clr>
        </p15:guide>
        <p15:guide id="7" pos="1436" userDrawn="1">
          <p15:clr>
            <a:srgbClr val="F26B43"/>
          </p15:clr>
        </p15:guide>
        <p15:guide id="8" pos="1560" userDrawn="1">
          <p15:clr>
            <a:srgbClr val="F26B43"/>
          </p15:clr>
        </p15:guide>
        <p15:guide id="9" pos="2026" userDrawn="1">
          <p15:clr>
            <a:srgbClr val="F26B43"/>
          </p15:clr>
        </p15:guide>
        <p15:guide id="10" pos="2139" userDrawn="1">
          <p15:clr>
            <a:srgbClr val="F26B43"/>
          </p15:clr>
        </p15:guide>
        <p15:guide id="11" pos="2593" userDrawn="1">
          <p15:clr>
            <a:srgbClr val="F26B43"/>
          </p15:clr>
        </p15:guide>
        <p15:guide id="12" pos="2736" userDrawn="1">
          <p15:clr>
            <a:srgbClr val="F26B43"/>
          </p15:clr>
        </p15:guide>
        <p15:guide id="13" pos="3182" userDrawn="1">
          <p15:clr>
            <a:srgbClr val="F26B43"/>
          </p15:clr>
        </p15:guide>
        <p15:guide id="14" pos="3318" userDrawn="1">
          <p15:clr>
            <a:srgbClr val="F26B43"/>
          </p15:clr>
        </p15:guide>
        <p15:guide id="15" pos="3772" userDrawn="1">
          <p15:clr>
            <a:srgbClr val="F26B43"/>
          </p15:clr>
        </p15:guide>
        <p15:guide id="16" pos="3908" userDrawn="1">
          <p15:clr>
            <a:srgbClr val="F26B43"/>
          </p15:clr>
        </p15:guide>
        <p15:guide id="17" pos="4362" userDrawn="1">
          <p15:clr>
            <a:srgbClr val="F26B43"/>
          </p15:clr>
        </p15:guide>
        <p15:guide id="18" pos="4498" userDrawn="1">
          <p15:clr>
            <a:srgbClr val="F26B43"/>
          </p15:clr>
        </p15:guide>
        <p15:guide id="19" pos="4951" userDrawn="1">
          <p15:clr>
            <a:srgbClr val="F26B43"/>
          </p15:clr>
        </p15:guide>
        <p15:guide id="20" pos="5087" userDrawn="1">
          <p15:clr>
            <a:srgbClr val="F26B43"/>
          </p15:clr>
        </p15:guide>
        <p15:guide id="21" pos="5541" userDrawn="1">
          <p15:clr>
            <a:srgbClr val="F26B43"/>
          </p15:clr>
        </p15:guide>
        <p15:guide id="22" pos="5654" userDrawn="1">
          <p15:clr>
            <a:srgbClr val="F26B43"/>
          </p15:clr>
        </p15:guide>
        <p15:guide id="23" pos="6120" userDrawn="1">
          <p15:clr>
            <a:srgbClr val="F26B43"/>
          </p15:clr>
        </p15:guide>
        <p15:guide id="24" pos="6244" userDrawn="1">
          <p15:clr>
            <a:srgbClr val="F26B43"/>
          </p15:clr>
        </p15:guide>
        <p15:guide id="25" pos="6698" userDrawn="1">
          <p15:clr>
            <a:srgbClr val="F26B43"/>
          </p15:clr>
        </p15:guide>
        <p15:guide id="26" pos="6834" userDrawn="1">
          <p15:clr>
            <a:srgbClr val="F26B43"/>
          </p15:clr>
        </p15:guide>
        <p15:guide id="27" orient="horz" pos="2160" userDrawn="1">
          <p15:clr>
            <a:srgbClr val="F26B43"/>
          </p15:clr>
        </p15:guide>
        <p15:guide id="28" orient="horz" pos="4065" userDrawn="1">
          <p15:clr>
            <a:srgbClr val="F26B43"/>
          </p15:clr>
        </p15:guide>
        <p15:guide id="29" orient="horz" pos="3816" userDrawn="1">
          <p15:clr>
            <a:srgbClr val="F26B43"/>
          </p15:clr>
        </p15:guide>
        <p15:guide id="30" orient="horz" pos="663" userDrawn="1">
          <p15:clr>
            <a:srgbClr val="F26B43"/>
          </p15:clr>
        </p15:guide>
        <p15:guide id="31" orient="horz" pos="550" userDrawn="1">
          <p15:clr>
            <a:srgbClr val="F26B43"/>
          </p15:clr>
        </p15:guide>
        <p15:guide id="32" orient="horz" pos="2341" userDrawn="1">
          <p15:clr>
            <a:srgbClr val="F26B43"/>
          </p15:clr>
        </p15:guide>
        <p15:guide id="34" orient="horz" pos="3680" userDrawn="1">
          <p15:clr>
            <a:srgbClr val="F26B43"/>
          </p15:clr>
        </p15:guide>
        <p15:guide id="35" orient="horz" pos="1094" userDrawn="1">
          <p15:clr>
            <a:srgbClr val="F26B43"/>
          </p15:clr>
        </p15:guide>
        <p15:guide id="36" orient="horz" pos="3543" userDrawn="1">
          <p15:clr>
            <a:srgbClr val="F26B43"/>
          </p15:clr>
        </p15:guide>
        <p15:guide id="37" orient="horz" pos="1979"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6" name="Titelplatzhalter 25">
            <a:extLst>
              <a:ext uri="{FF2B5EF4-FFF2-40B4-BE49-F238E27FC236}">
                <a16:creationId xmlns:a16="http://schemas.microsoft.com/office/drawing/2014/main" id="{A5CE2D21-B81F-483B-9FE8-AF317984B749}"/>
              </a:ext>
            </a:extLst>
          </p:cNvPr>
          <p:cNvSpPr>
            <a:spLocks noGrp="1"/>
          </p:cNvSpPr>
          <p:nvPr>
            <p:ph type="title"/>
          </p:nvPr>
        </p:nvSpPr>
        <p:spPr>
          <a:xfrm>
            <a:off x="609600" y="404813"/>
            <a:ext cx="10972800" cy="647700"/>
          </a:xfrm>
          <a:prstGeom prst="rect">
            <a:avLst/>
          </a:prstGeom>
        </p:spPr>
        <p:txBody>
          <a:bodyPr vert="horz" lIns="0" tIns="108000" rIns="0" bIns="0" rtlCol="0" anchor="t">
            <a:noAutofit/>
          </a:bodyPr>
          <a:lstStyle/>
          <a:p>
            <a:r>
              <a:rPr lang="de-DE" dirty="0"/>
              <a:t>Mastertitelformat bearbeiten</a:t>
            </a:r>
          </a:p>
        </p:txBody>
      </p:sp>
      <p:sp>
        <p:nvSpPr>
          <p:cNvPr id="3" name="Textplatzhalter 2">
            <a:extLst>
              <a:ext uri="{FF2B5EF4-FFF2-40B4-BE49-F238E27FC236}">
                <a16:creationId xmlns:a16="http://schemas.microsoft.com/office/drawing/2014/main" id="{4C6FA640-4158-403C-98E2-E7FCEBC54000}"/>
              </a:ext>
            </a:extLst>
          </p:cNvPr>
          <p:cNvSpPr>
            <a:spLocks noGrp="1"/>
          </p:cNvSpPr>
          <p:nvPr>
            <p:ph type="body" idx="1"/>
          </p:nvPr>
        </p:nvSpPr>
        <p:spPr>
          <a:xfrm>
            <a:off x="609599" y="1736725"/>
            <a:ext cx="10972801" cy="4316835"/>
          </a:xfrm>
          <a:prstGeom prst="rect">
            <a:avLst/>
          </a:prstGeom>
        </p:spPr>
        <p:txBody>
          <a:bodyPr vert="horz" lIns="0" tIns="0" rIns="0" bIns="0" rtlCol="0">
            <a:noAutofit/>
          </a:bodyPr>
          <a:lstStyle/>
          <a:p>
            <a:pPr lvl="0"/>
            <a:r>
              <a:rPr lang="de-DE" dirty="0"/>
              <a:t>Mastertextformat bearbeiten erste Ebene</a:t>
            </a:r>
          </a:p>
          <a:p>
            <a:pPr lvl="1"/>
            <a:r>
              <a:rPr lang="de-DE" dirty="0"/>
              <a:t>Zweite Ebene</a:t>
            </a:r>
          </a:p>
          <a:p>
            <a:pPr lvl="2"/>
            <a:r>
              <a:rPr lang="de-DE" dirty="0"/>
              <a:t>Dritte Ebene</a:t>
            </a:r>
          </a:p>
          <a:p>
            <a:pPr lvl="3"/>
            <a:r>
              <a:rPr lang="de-DE" dirty="0"/>
              <a:t>Vierte Ebene</a:t>
            </a:r>
          </a:p>
          <a:p>
            <a:pPr lvl="4"/>
            <a:r>
              <a:rPr lang="de-DE" dirty="0"/>
              <a:t>Fünfte Ebene</a:t>
            </a:r>
          </a:p>
          <a:p>
            <a:pPr lvl="5"/>
            <a:r>
              <a:rPr lang="de-DE" dirty="0"/>
              <a:t>Sechste Ebene</a:t>
            </a:r>
          </a:p>
          <a:p>
            <a:pPr lvl="6"/>
            <a:r>
              <a:rPr lang="de-DE" dirty="0"/>
              <a:t>Siebte Ebene</a:t>
            </a:r>
          </a:p>
          <a:p>
            <a:pPr lvl="7"/>
            <a:r>
              <a:rPr lang="de-DE" dirty="0"/>
              <a:t>Achte Ebene</a:t>
            </a:r>
          </a:p>
          <a:p>
            <a:pPr lvl="8"/>
            <a:r>
              <a:rPr lang="de-DE" dirty="0"/>
              <a:t>Neunte Ebene</a:t>
            </a:r>
          </a:p>
        </p:txBody>
      </p:sp>
      <p:pic>
        <p:nvPicPr>
          <p:cNvPr id="17" name="Grafik 16">
            <a:extLst>
              <a:ext uri="{FF2B5EF4-FFF2-40B4-BE49-F238E27FC236}">
                <a16:creationId xmlns:a16="http://schemas.microsoft.com/office/drawing/2014/main" id="{FF0A8DA4-796C-4D83-A511-7E33ECC1953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12"/>
              </a:ext>
            </a:extLst>
          </a:blip>
          <a:stretch>
            <a:fillRect/>
          </a:stretch>
        </p:blipFill>
        <p:spPr>
          <a:xfrm>
            <a:off x="609600" y="6288480"/>
            <a:ext cx="514349" cy="164708"/>
          </a:xfrm>
          <a:prstGeom prst="rect">
            <a:avLst/>
          </a:prstGeom>
        </p:spPr>
      </p:pic>
    </p:spTree>
    <p:extLst>
      <p:ext uri="{BB962C8B-B14F-4D97-AF65-F5344CB8AC3E}">
        <p14:creationId xmlns:p14="http://schemas.microsoft.com/office/powerpoint/2010/main" val="4070313116"/>
      </p:ext>
    </p:extLst>
  </p:cSld>
  <p:clrMap bg1="lt1" tx1="dk1" bg2="lt2" tx2="dk2" accent1="accent1" accent2="accent2" accent3="accent3" accent4="accent4" accent5="accent5" accent6="accent6" hlink="hlink" folHlink="folHlink"/>
  <p:sldLayoutIdLst>
    <p:sldLayoutId id="2147483759" r:id="rId1"/>
    <p:sldLayoutId id="2147483760" r:id="rId2"/>
    <p:sldLayoutId id="2147483761" r:id="rId3"/>
    <p:sldLayoutId id="2147483762" r:id="rId4"/>
    <p:sldLayoutId id="2147483763" r:id="rId5"/>
    <p:sldLayoutId id="2147483764" r:id="rId6"/>
    <p:sldLayoutId id="2147483765" r:id="rId7"/>
    <p:sldLayoutId id="2147483767" r:id="rId8"/>
    <p:sldLayoutId id="2147483768" r:id="rId9"/>
    <p:sldLayoutId id="2147483770" r:id="rId10"/>
  </p:sldLayoutIdLst>
  <p:hf sldNum="0" hdr="0" ftr="0" dt="0"/>
  <p:txStyles>
    <p:titleStyle>
      <a:lvl1pPr algn="l" defTabSz="914400" rtl="0" eaLnBrk="1" latinLnBrk="0" hangingPunct="1">
        <a:lnSpc>
          <a:spcPct val="90000"/>
        </a:lnSpc>
        <a:spcBef>
          <a:spcPct val="0"/>
        </a:spcBef>
        <a:buNone/>
        <a:defRPr sz="3400"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200"/>
        </a:spcBef>
        <a:spcAft>
          <a:spcPts val="600"/>
        </a:spcAft>
        <a:buFont typeface="Arial" panose="020B0604020202020204" pitchFamily="34" charset="0"/>
        <a:buNone/>
        <a:defRPr sz="2000" b="0" kern="1200">
          <a:solidFill>
            <a:schemeClr val="tx1"/>
          </a:solidFill>
          <a:latin typeface="+mn-lt"/>
          <a:ea typeface="+mn-ea"/>
          <a:cs typeface="+mn-cs"/>
        </a:defRPr>
      </a:lvl1pPr>
      <a:lvl2pPr marL="0" indent="0" algn="l" defTabSz="914400" rtl="0" eaLnBrk="1" latinLnBrk="0" hangingPunct="1">
        <a:lnSpc>
          <a:spcPct val="100000"/>
        </a:lnSpc>
        <a:spcBef>
          <a:spcPts val="1200"/>
        </a:spcBef>
        <a:buFont typeface="Arial" panose="020B0604020202020204" pitchFamily="34" charset="0"/>
        <a:buNone/>
        <a:defRPr sz="2000" kern="1200">
          <a:solidFill>
            <a:schemeClr val="tx1"/>
          </a:solidFill>
          <a:latin typeface="+mn-lt"/>
          <a:ea typeface="+mn-ea"/>
          <a:cs typeface="+mn-cs"/>
        </a:defRPr>
      </a:lvl2pPr>
      <a:lvl3pPr marL="233363" indent="-173038"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n-lt"/>
          <a:ea typeface="+mn-ea"/>
          <a:cs typeface="+mn-cs"/>
        </a:defRPr>
      </a:lvl3pPr>
      <a:lvl4pPr marL="457200" indent="-173038"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4pPr>
      <a:lvl5pPr marL="690563" indent="-173038"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5pPr>
      <a:lvl6pPr marL="342900" indent="-342900" algn="l" defTabSz="914400" rtl="0" eaLnBrk="1" latinLnBrk="0" hangingPunct="1">
        <a:lnSpc>
          <a:spcPct val="100000"/>
        </a:lnSpc>
        <a:spcBef>
          <a:spcPts val="1200"/>
        </a:spcBef>
        <a:buFont typeface="Open Sans" panose="020B0606030504020204" pitchFamily="34" charset="0"/>
        <a:buChar char="—"/>
        <a:defRPr sz="2000" kern="1200">
          <a:solidFill>
            <a:schemeClr val="tx1"/>
          </a:solidFill>
          <a:latin typeface="+mn-lt"/>
          <a:ea typeface="+mn-ea"/>
          <a:cs typeface="+mn-cs"/>
        </a:defRPr>
      </a:lvl6pPr>
      <a:lvl7pPr marL="514350" indent="-171450" algn="l" defTabSz="914400" rtl="0" eaLnBrk="1" latinLnBrk="0" hangingPunct="1">
        <a:lnSpc>
          <a:spcPct val="100000"/>
        </a:lnSpc>
        <a:spcBef>
          <a:spcPts val="500"/>
        </a:spcBef>
        <a:buFont typeface="Symbol" panose="05050102010706020507" pitchFamily="18" charset="2"/>
        <a:buChar char="-"/>
        <a:defRPr sz="1600" kern="1200">
          <a:solidFill>
            <a:schemeClr val="tx1"/>
          </a:solidFill>
          <a:latin typeface="+mn-lt"/>
          <a:ea typeface="+mn-ea"/>
          <a:cs typeface="+mn-cs"/>
        </a:defRPr>
      </a:lvl7pPr>
      <a:lvl8pPr marL="685800" indent="-114300" algn="l" defTabSz="914400" rtl="0" eaLnBrk="1" latinLnBrk="0" hangingPunct="1">
        <a:lnSpc>
          <a:spcPct val="100000"/>
        </a:lnSpc>
        <a:spcBef>
          <a:spcPts val="500"/>
        </a:spcBef>
        <a:buFont typeface="Open Sans" panose="020B0606030504020204" pitchFamily="34" charset="0"/>
        <a:buChar char="­"/>
        <a:defRPr sz="1600" kern="1200">
          <a:solidFill>
            <a:schemeClr val="tx1"/>
          </a:solidFill>
          <a:latin typeface="+mn-lt"/>
          <a:ea typeface="+mn-ea"/>
          <a:cs typeface="+mn-cs"/>
        </a:defRPr>
      </a:lvl8pPr>
      <a:lvl9pPr marL="800100" indent="-1143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55" userDrawn="1">
          <p15:clr>
            <a:srgbClr val="F26B43"/>
          </p15:clr>
        </p15:guide>
        <p15:guide id="3" pos="384" userDrawn="1">
          <p15:clr>
            <a:srgbClr val="F26B43"/>
          </p15:clr>
        </p15:guide>
        <p15:guide id="4" pos="7296" userDrawn="1">
          <p15:clr>
            <a:srgbClr val="F26B43"/>
          </p15:clr>
        </p15:guide>
        <p15:guide id="5" pos="846" userDrawn="1">
          <p15:clr>
            <a:srgbClr val="F26B43"/>
          </p15:clr>
        </p15:guide>
        <p15:guide id="6" pos="982" userDrawn="1">
          <p15:clr>
            <a:srgbClr val="F26B43"/>
          </p15:clr>
        </p15:guide>
        <p15:guide id="7" pos="1436" userDrawn="1">
          <p15:clr>
            <a:srgbClr val="F26B43"/>
          </p15:clr>
        </p15:guide>
        <p15:guide id="8" pos="1560" userDrawn="1">
          <p15:clr>
            <a:srgbClr val="F26B43"/>
          </p15:clr>
        </p15:guide>
        <p15:guide id="9" pos="2026" userDrawn="1">
          <p15:clr>
            <a:srgbClr val="F26B43"/>
          </p15:clr>
        </p15:guide>
        <p15:guide id="10" pos="2139" userDrawn="1">
          <p15:clr>
            <a:srgbClr val="F26B43"/>
          </p15:clr>
        </p15:guide>
        <p15:guide id="11" pos="2593" userDrawn="1">
          <p15:clr>
            <a:srgbClr val="F26B43"/>
          </p15:clr>
        </p15:guide>
        <p15:guide id="12" pos="2736" userDrawn="1">
          <p15:clr>
            <a:srgbClr val="F26B43"/>
          </p15:clr>
        </p15:guide>
        <p15:guide id="13" pos="3182" userDrawn="1">
          <p15:clr>
            <a:srgbClr val="F26B43"/>
          </p15:clr>
        </p15:guide>
        <p15:guide id="14" pos="3318" userDrawn="1">
          <p15:clr>
            <a:srgbClr val="F26B43"/>
          </p15:clr>
        </p15:guide>
        <p15:guide id="15" pos="3772" userDrawn="1">
          <p15:clr>
            <a:srgbClr val="F26B43"/>
          </p15:clr>
        </p15:guide>
        <p15:guide id="16" pos="3908" userDrawn="1">
          <p15:clr>
            <a:srgbClr val="F26B43"/>
          </p15:clr>
        </p15:guide>
        <p15:guide id="17" pos="4362" userDrawn="1">
          <p15:clr>
            <a:srgbClr val="F26B43"/>
          </p15:clr>
        </p15:guide>
        <p15:guide id="18" pos="4498" userDrawn="1">
          <p15:clr>
            <a:srgbClr val="F26B43"/>
          </p15:clr>
        </p15:guide>
        <p15:guide id="19" pos="4951" userDrawn="1">
          <p15:clr>
            <a:srgbClr val="F26B43"/>
          </p15:clr>
        </p15:guide>
        <p15:guide id="20" pos="5087" userDrawn="1">
          <p15:clr>
            <a:srgbClr val="F26B43"/>
          </p15:clr>
        </p15:guide>
        <p15:guide id="21" pos="5541" userDrawn="1">
          <p15:clr>
            <a:srgbClr val="F26B43"/>
          </p15:clr>
        </p15:guide>
        <p15:guide id="22" pos="5654" userDrawn="1">
          <p15:clr>
            <a:srgbClr val="F26B43"/>
          </p15:clr>
        </p15:guide>
        <p15:guide id="23" pos="6120" userDrawn="1">
          <p15:clr>
            <a:srgbClr val="F26B43"/>
          </p15:clr>
        </p15:guide>
        <p15:guide id="24" pos="6244" userDrawn="1">
          <p15:clr>
            <a:srgbClr val="F26B43"/>
          </p15:clr>
        </p15:guide>
        <p15:guide id="25" pos="6698" userDrawn="1">
          <p15:clr>
            <a:srgbClr val="F26B43"/>
          </p15:clr>
        </p15:guide>
        <p15:guide id="26" pos="6834" userDrawn="1">
          <p15:clr>
            <a:srgbClr val="F26B43"/>
          </p15:clr>
        </p15:guide>
        <p15:guide id="27" orient="horz" pos="2160" userDrawn="1">
          <p15:clr>
            <a:srgbClr val="F26B43"/>
          </p15:clr>
        </p15:guide>
        <p15:guide id="28" orient="horz" pos="4065" userDrawn="1">
          <p15:clr>
            <a:srgbClr val="F26B43"/>
          </p15:clr>
        </p15:guide>
        <p15:guide id="29" orient="horz" pos="3816" userDrawn="1">
          <p15:clr>
            <a:srgbClr val="F26B43"/>
          </p15:clr>
        </p15:guide>
        <p15:guide id="30" orient="horz" pos="663" userDrawn="1">
          <p15:clr>
            <a:srgbClr val="F26B43"/>
          </p15:clr>
        </p15:guide>
        <p15:guide id="31" orient="horz" pos="550" userDrawn="1">
          <p15:clr>
            <a:srgbClr val="F26B43"/>
          </p15:clr>
        </p15:guide>
        <p15:guide id="32" orient="horz" pos="2341" userDrawn="1">
          <p15:clr>
            <a:srgbClr val="F26B43"/>
          </p15:clr>
        </p15:guide>
        <p15:guide id="33" orient="horz" pos="1888" userDrawn="1">
          <p15:clr>
            <a:srgbClr val="F26B43"/>
          </p15:clr>
        </p15:guide>
        <p15:guide id="34" orient="horz" pos="3680" userDrawn="1">
          <p15:clr>
            <a:srgbClr val="F26B43"/>
          </p15:clr>
        </p15:guide>
        <p15:guide id="35" orient="horz" pos="1094"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6" name="Titelplatzhalter 25">
            <a:extLst>
              <a:ext uri="{FF2B5EF4-FFF2-40B4-BE49-F238E27FC236}">
                <a16:creationId xmlns:a16="http://schemas.microsoft.com/office/drawing/2014/main" id="{A5CE2D21-B81F-483B-9FE8-AF317984B749}"/>
              </a:ext>
            </a:extLst>
          </p:cNvPr>
          <p:cNvSpPr>
            <a:spLocks noGrp="1"/>
          </p:cNvSpPr>
          <p:nvPr>
            <p:ph type="title"/>
          </p:nvPr>
        </p:nvSpPr>
        <p:spPr>
          <a:xfrm>
            <a:off x="609600" y="404813"/>
            <a:ext cx="10972800" cy="647700"/>
          </a:xfrm>
          <a:prstGeom prst="rect">
            <a:avLst/>
          </a:prstGeom>
        </p:spPr>
        <p:txBody>
          <a:bodyPr vert="horz" lIns="0" tIns="108000" rIns="0" bIns="0" rtlCol="0" anchor="t">
            <a:noAutofit/>
          </a:bodyPr>
          <a:lstStyle/>
          <a:p>
            <a:r>
              <a:rPr lang="de-DE" dirty="0"/>
              <a:t>Mastertitelformat bearbeiten</a:t>
            </a:r>
          </a:p>
        </p:txBody>
      </p:sp>
      <p:sp>
        <p:nvSpPr>
          <p:cNvPr id="3" name="Textplatzhalter 2">
            <a:extLst>
              <a:ext uri="{FF2B5EF4-FFF2-40B4-BE49-F238E27FC236}">
                <a16:creationId xmlns:a16="http://schemas.microsoft.com/office/drawing/2014/main" id="{4C6FA640-4158-403C-98E2-E7FCEBC54000}"/>
              </a:ext>
            </a:extLst>
          </p:cNvPr>
          <p:cNvSpPr>
            <a:spLocks noGrp="1"/>
          </p:cNvSpPr>
          <p:nvPr>
            <p:ph type="body" idx="1"/>
          </p:nvPr>
        </p:nvSpPr>
        <p:spPr>
          <a:xfrm>
            <a:off x="609599" y="1736725"/>
            <a:ext cx="10972801" cy="4316835"/>
          </a:xfrm>
          <a:prstGeom prst="rect">
            <a:avLst/>
          </a:prstGeom>
        </p:spPr>
        <p:txBody>
          <a:bodyPr vert="horz" lIns="0" tIns="0" rIns="0" bIns="0" rtlCol="0">
            <a:noAutofit/>
          </a:bodyPr>
          <a:lstStyle/>
          <a:p>
            <a:pPr lvl="0"/>
            <a:r>
              <a:rPr lang="de-DE" dirty="0"/>
              <a:t>Mastertextformat bearbeiten erste Ebene</a:t>
            </a:r>
          </a:p>
          <a:p>
            <a:pPr lvl="1"/>
            <a:r>
              <a:rPr lang="de-DE" dirty="0"/>
              <a:t>Zweite Ebene</a:t>
            </a:r>
          </a:p>
          <a:p>
            <a:pPr lvl="2"/>
            <a:r>
              <a:rPr lang="de-DE" dirty="0"/>
              <a:t>Dritte Ebene</a:t>
            </a:r>
          </a:p>
          <a:p>
            <a:pPr lvl="3"/>
            <a:r>
              <a:rPr lang="de-DE" dirty="0"/>
              <a:t>Vierte Ebene</a:t>
            </a:r>
          </a:p>
          <a:p>
            <a:pPr lvl="4"/>
            <a:r>
              <a:rPr lang="de-DE" dirty="0"/>
              <a:t>Fünfte Ebene</a:t>
            </a:r>
          </a:p>
          <a:p>
            <a:pPr lvl="5"/>
            <a:r>
              <a:rPr lang="de-DE" dirty="0"/>
              <a:t>Sechste Ebene</a:t>
            </a:r>
          </a:p>
          <a:p>
            <a:pPr lvl="6"/>
            <a:r>
              <a:rPr lang="de-DE" dirty="0"/>
              <a:t>Siebte Ebene</a:t>
            </a:r>
          </a:p>
          <a:p>
            <a:pPr lvl="7"/>
            <a:r>
              <a:rPr lang="de-DE" dirty="0"/>
              <a:t>Achte Ebene</a:t>
            </a:r>
          </a:p>
          <a:p>
            <a:pPr lvl="8"/>
            <a:r>
              <a:rPr lang="de-DE" dirty="0"/>
              <a:t>Neunte Ebene</a:t>
            </a:r>
          </a:p>
        </p:txBody>
      </p:sp>
      <p:pic>
        <p:nvPicPr>
          <p:cNvPr id="17" name="Grafik 16">
            <a:extLst>
              <a:ext uri="{FF2B5EF4-FFF2-40B4-BE49-F238E27FC236}">
                <a16:creationId xmlns:a16="http://schemas.microsoft.com/office/drawing/2014/main" id="{FF0A8DA4-796C-4D83-A511-7E33ECC1953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13"/>
              </a:ext>
            </a:extLst>
          </a:blip>
          <a:stretch>
            <a:fillRect/>
          </a:stretch>
        </p:blipFill>
        <p:spPr>
          <a:xfrm>
            <a:off x="609600" y="6288480"/>
            <a:ext cx="514349" cy="164708"/>
          </a:xfrm>
          <a:prstGeom prst="rect">
            <a:avLst/>
          </a:prstGeom>
        </p:spPr>
      </p:pic>
    </p:spTree>
    <p:extLst>
      <p:ext uri="{BB962C8B-B14F-4D97-AF65-F5344CB8AC3E}">
        <p14:creationId xmlns:p14="http://schemas.microsoft.com/office/powerpoint/2010/main" val="531252304"/>
      </p:ext>
    </p:extLst>
  </p:cSld>
  <p:clrMap bg1="lt1" tx1="dk1" bg2="lt2" tx2="dk2" accent1="accent1" accent2="accent2" accent3="accent3" accent4="accent4" accent5="accent5" accent6="accent6" hlink="hlink" folHlink="folHlink"/>
  <p:sldLayoutIdLst>
    <p:sldLayoutId id="2147483724" r:id="rId1"/>
    <p:sldLayoutId id="2147483725" r:id="rId2"/>
    <p:sldLayoutId id="2147483726" r:id="rId3"/>
    <p:sldLayoutId id="2147483727" r:id="rId4"/>
    <p:sldLayoutId id="2147483728" r:id="rId5"/>
    <p:sldLayoutId id="2147483729" r:id="rId6"/>
    <p:sldLayoutId id="2147483730" r:id="rId7"/>
    <p:sldLayoutId id="2147483731" r:id="rId8"/>
    <p:sldLayoutId id="2147483732" r:id="rId9"/>
    <p:sldLayoutId id="2147483733" r:id="rId10"/>
    <p:sldLayoutId id="2147483736" r:id="rId11"/>
  </p:sldLayoutIdLst>
  <p:hf sldNum="0" hdr="0" ftr="0" dt="0"/>
  <p:txStyles>
    <p:titleStyle>
      <a:lvl1pPr algn="l" defTabSz="914400" rtl="0" eaLnBrk="1" latinLnBrk="0" hangingPunct="1">
        <a:lnSpc>
          <a:spcPct val="90000"/>
        </a:lnSpc>
        <a:spcBef>
          <a:spcPct val="0"/>
        </a:spcBef>
        <a:buNone/>
        <a:defRPr sz="3400"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200"/>
        </a:spcBef>
        <a:spcAft>
          <a:spcPts val="600"/>
        </a:spcAft>
        <a:buFont typeface="Arial" panose="020B0604020202020204" pitchFamily="34" charset="0"/>
        <a:buNone/>
        <a:defRPr sz="2000" b="0" kern="1200">
          <a:solidFill>
            <a:schemeClr val="tx1"/>
          </a:solidFill>
          <a:latin typeface="+mn-lt"/>
          <a:ea typeface="+mn-ea"/>
          <a:cs typeface="+mn-cs"/>
        </a:defRPr>
      </a:lvl1pPr>
      <a:lvl2pPr marL="0" indent="0" algn="l" defTabSz="914400" rtl="0" eaLnBrk="1" latinLnBrk="0" hangingPunct="1">
        <a:lnSpc>
          <a:spcPct val="100000"/>
        </a:lnSpc>
        <a:spcBef>
          <a:spcPts val="1200"/>
        </a:spcBef>
        <a:buFont typeface="Arial" panose="020B0604020202020204" pitchFamily="34" charset="0"/>
        <a:buNone/>
        <a:defRPr sz="2000" kern="1200">
          <a:solidFill>
            <a:schemeClr val="tx1"/>
          </a:solidFill>
          <a:latin typeface="+mn-lt"/>
          <a:ea typeface="+mn-ea"/>
          <a:cs typeface="+mn-cs"/>
        </a:defRPr>
      </a:lvl2pPr>
      <a:lvl3pPr marL="233363" indent="-173038"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n-lt"/>
          <a:ea typeface="+mn-ea"/>
          <a:cs typeface="+mn-cs"/>
        </a:defRPr>
      </a:lvl3pPr>
      <a:lvl4pPr marL="457200" indent="-173038"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4pPr>
      <a:lvl5pPr marL="690563" indent="-173038"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5pPr>
      <a:lvl6pPr marL="342900" indent="-342900" algn="l" defTabSz="914400" rtl="0" eaLnBrk="1" latinLnBrk="0" hangingPunct="1">
        <a:lnSpc>
          <a:spcPct val="100000"/>
        </a:lnSpc>
        <a:spcBef>
          <a:spcPts val="1200"/>
        </a:spcBef>
        <a:buFont typeface="Open Sans" panose="020B0606030504020204" pitchFamily="34" charset="0"/>
        <a:buChar char="—"/>
        <a:defRPr sz="2000" kern="1200">
          <a:solidFill>
            <a:schemeClr val="tx1"/>
          </a:solidFill>
          <a:latin typeface="+mn-lt"/>
          <a:ea typeface="+mn-ea"/>
          <a:cs typeface="+mn-cs"/>
        </a:defRPr>
      </a:lvl6pPr>
      <a:lvl7pPr marL="514350" indent="-171450" algn="l" defTabSz="914400" rtl="0" eaLnBrk="1" latinLnBrk="0" hangingPunct="1">
        <a:lnSpc>
          <a:spcPct val="100000"/>
        </a:lnSpc>
        <a:spcBef>
          <a:spcPts val="500"/>
        </a:spcBef>
        <a:buFont typeface="Symbol" panose="05050102010706020507" pitchFamily="18" charset="2"/>
        <a:buChar char="-"/>
        <a:defRPr sz="1600" kern="1200">
          <a:solidFill>
            <a:schemeClr val="tx1"/>
          </a:solidFill>
          <a:latin typeface="+mn-lt"/>
          <a:ea typeface="+mn-ea"/>
          <a:cs typeface="+mn-cs"/>
        </a:defRPr>
      </a:lvl7pPr>
      <a:lvl8pPr marL="685800" indent="-114300" algn="l" defTabSz="914400" rtl="0" eaLnBrk="1" latinLnBrk="0" hangingPunct="1">
        <a:lnSpc>
          <a:spcPct val="100000"/>
        </a:lnSpc>
        <a:spcBef>
          <a:spcPts val="500"/>
        </a:spcBef>
        <a:buFont typeface="Open Sans" panose="020B0606030504020204" pitchFamily="34" charset="0"/>
        <a:buChar char="­"/>
        <a:defRPr sz="1600" kern="1200">
          <a:solidFill>
            <a:schemeClr val="tx1"/>
          </a:solidFill>
          <a:latin typeface="+mn-lt"/>
          <a:ea typeface="+mn-ea"/>
          <a:cs typeface="+mn-cs"/>
        </a:defRPr>
      </a:lvl8pPr>
      <a:lvl9pPr marL="800100" indent="-1143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55" userDrawn="1">
          <p15:clr>
            <a:srgbClr val="F26B43"/>
          </p15:clr>
        </p15:guide>
        <p15:guide id="3" pos="384" userDrawn="1">
          <p15:clr>
            <a:srgbClr val="F26B43"/>
          </p15:clr>
        </p15:guide>
        <p15:guide id="4" pos="7296" userDrawn="1">
          <p15:clr>
            <a:srgbClr val="F26B43"/>
          </p15:clr>
        </p15:guide>
        <p15:guide id="5" pos="846" userDrawn="1">
          <p15:clr>
            <a:srgbClr val="F26B43"/>
          </p15:clr>
        </p15:guide>
        <p15:guide id="6" pos="982" userDrawn="1">
          <p15:clr>
            <a:srgbClr val="F26B43"/>
          </p15:clr>
        </p15:guide>
        <p15:guide id="7" pos="1436" userDrawn="1">
          <p15:clr>
            <a:srgbClr val="F26B43"/>
          </p15:clr>
        </p15:guide>
        <p15:guide id="8" pos="1560" userDrawn="1">
          <p15:clr>
            <a:srgbClr val="F26B43"/>
          </p15:clr>
        </p15:guide>
        <p15:guide id="9" pos="2026" userDrawn="1">
          <p15:clr>
            <a:srgbClr val="F26B43"/>
          </p15:clr>
        </p15:guide>
        <p15:guide id="10" pos="2139" userDrawn="1">
          <p15:clr>
            <a:srgbClr val="F26B43"/>
          </p15:clr>
        </p15:guide>
        <p15:guide id="11" pos="2593" userDrawn="1">
          <p15:clr>
            <a:srgbClr val="F26B43"/>
          </p15:clr>
        </p15:guide>
        <p15:guide id="12" pos="2736" userDrawn="1">
          <p15:clr>
            <a:srgbClr val="F26B43"/>
          </p15:clr>
        </p15:guide>
        <p15:guide id="13" pos="3182" userDrawn="1">
          <p15:clr>
            <a:srgbClr val="F26B43"/>
          </p15:clr>
        </p15:guide>
        <p15:guide id="14" pos="3318" userDrawn="1">
          <p15:clr>
            <a:srgbClr val="F26B43"/>
          </p15:clr>
        </p15:guide>
        <p15:guide id="15" pos="3772" userDrawn="1">
          <p15:clr>
            <a:srgbClr val="F26B43"/>
          </p15:clr>
        </p15:guide>
        <p15:guide id="16" pos="3908" userDrawn="1">
          <p15:clr>
            <a:srgbClr val="F26B43"/>
          </p15:clr>
        </p15:guide>
        <p15:guide id="17" pos="4362" userDrawn="1">
          <p15:clr>
            <a:srgbClr val="F26B43"/>
          </p15:clr>
        </p15:guide>
        <p15:guide id="18" pos="4498" userDrawn="1">
          <p15:clr>
            <a:srgbClr val="F26B43"/>
          </p15:clr>
        </p15:guide>
        <p15:guide id="19" pos="4951" userDrawn="1">
          <p15:clr>
            <a:srgbClr val="F26B43"/>
          </p15:clr>
        </p15:guide>
        <p15:guide id="20" pos="5087" userDrawn="1">
          <p15:clr>
            <a:srgbClr val="F26B43"/>
          </p15:clr>
        </p15:guide>
        <p15:guide id="21" pos="5541" userDrawn="1">
          <p15:clr>
            <a:srgbClr val="F26B43"/>
          </p15:clr>
        </p15:guide>
        <p15:guide id="22" pos="5654" userDrawn="1">
          <p15:clr>
            <a:srgbClr val="F26B43"/>
          </p15:clr>
        </p15:guide>
        <p15:guide id="23" pos="6120" userDrawn="1">
          <p15:clr>
            <a:srgbClr val="F26B43"/>
          </p15:clr>
        </p15:guide>
        <p15:guide id="24" pos="6244" userDrawn="1">
          <p15:clr>
            <a:srgbClr val="F26B43"/>
          </p15:clr>
        </p15:guide>
        <p15:guide id="25" pos="6698" userDrawn="1">
          <p15:clr>
            <a:srgbClr val="F26B43"/>
          </p15:clr>
        </p15:guide>
        <p15:guide id="26" pos="6834" userDrawn="1">
          <p15:clr>
            <a:srgbClr val="F26B43"/>
          </p15:clr>
        </p15:guide>
        <p15:guide id="27" orient="horz" pos="2160" userDrawn="1">
          <p15:clr>
            <a:srgbClr val="F26B43"/>
          </p15:clr>
        </p15:guide>
        <p15:guide id="28" orient="horz" pos="4065" userDrawn="1">
          <p15:clr>
            <a:srgbClr val="F26B43"/>
          </p15:clr>
        </p15:guide>
        <p15:guide id="29" orient="horz" pos="3816" userDrawn="1">
          <p15:clr>
            <a:srgbClr val="F26B43"/>
          </p15:clr>
        </p15:guide>
        <p15:guide id="30" orient="horz" pos="663" userDrawn="1">
          <p15:clr>
            <a:srgbClr val="F26B43"/>
          </p15:clr>
        </p15:guide>
        <p15:guide id="31" orient="horz" pos="550" userDrawn="1">
          <p15:clr>
            <a:srgbClr val="F26B43"/>
          </p15:clr>
        </p15:guide>
        <p15:guide id="32" orient="horz" pos="2341" userDrawn="1">
          <p15:clr>
            <a:srgbClr val="F26B43"/>
          </p15:clr>
        </p15:guide>
        <p15:guide id="33" orient="horz" pos="1888" userDrawn="1">
          <p15:clr>
            <a:srgbClr val="F26B43"/>
          </p15:clr>
        </p15:guide>
        <p15:guide id="34" orient="horz" pos="3680" userDrawn="1">
          <p15:clr>
            <a:srgbClr val="F26B43"/>
          </p15:clr>
        </p15:guide>
        <p15:guide id="35" orient="horz" pos="109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hyperlink" Target="https://leserlich.info/leserlich-und-lesbar" TargetMode="Externa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6.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image" Target="../media/image17.jpg"/><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image" Target="../media/image19.jpg"/><Relationship Id="rId1" Type="http://schemas.openxmlformats.org/officeDocument/2006/relationships/slideLayout" Target="../slideLayouts/slideLayout13.xml"/><Relationship Id="rId4" Type="http://schemas.openxmlformats.org/officeDocument/2006/relationships/image" Target="../media/image18.jpg"/></Relationships>
</file>

<file path=ppt/slides/_rels/slide18.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image" Target="../media/image19.jpg"/><Relationship Id="rId1" Type="http://schemas.openxmlformats.org/officeDocument/2006/relationships/slideLayout" Target="../slideLayouts/slideLayout15.xml"/><Relationship Id="rId5" Type="http://schemas.openxmlformats.org/officeDocument/2006/relationships/image" Target="../media/image20.jpg"/><Relationship Id="rId4" Type="http://schemas.openxmlformats.org/officeDocument/2006/relationships/image" Target="../media/image18.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23.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32.xml"/></Relationships>
</file>

<file path=ppt/slides/_rels/slide24.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1.jp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43.xml"/></Relationships>
</file>

<file path=ppt/slides/_rels/slide26.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image" Target="../media/image24.jpeg"/><Relationship Id="rId1" Type="http://schemas.openxmlformats.org/officeDocument/2006/relationships/slideLayout" Target="../slideLayouts/slideLayout45.xml"/><Relationship Id="rId4" Type="http://schemas.openxmlformats.org/officeDocument/2006/relationships/image" Target="../media/image25.jpg"/></Relationships>
</file>

<file path=ppt/slides/_rels/slide27.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6.jpg"/><Relationship Id="rId1" Type="http://schemas.openxmlformats.org/officeDocument/2006/relationships/slideLayout" Target="../slideLayouts/slideLayout46.xml"/><Relationship Id="rId5" Type="http://schemas.openxmlformats.org/officeDocument/2006/relationships/image" Target="../media/image29.jpg"/><Relationship Id="rId4" Type="http://schemas.openxmlformats.org/officeDocument/2006/relationships/image" Target="../media/image28.jpeg"/></Relationships>
</file>

<file path=ppt/slides/_rels/slide28.xml.rels><?xml version="1.0" encoding="UTF-8" standalone="yes"?>
<Relationships xmlns="http://schemas.openxmlformats.org/package/2006/relationships"><Relationship Id="rId2" Type="http://schemas.openxmlformats.org/officeDocument/2006/relationships/image" Target="../media/image30.jpg"/><Relationship Id="rId1" Type="http://schemas.openxmlformats.org/officeDocument/2006/relationships/slideLayout" Target="../slideLayouts/slideLayout39.xml"/></Relationships>
</file>

<file path=ppt/slides/_rels/slide2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17.xml"/><Relationship Id="rId4" Type="http://schemas.openxmlformats.org/officeDocument/2006/relationships/image" Target="../media/image33.png"/></Relationships>
</file>

<file path=ppt/slides/_rels/slide30.xml.rels><?xml version="1.0" encoding="UTF-8" standalone="yes"?>
<Relationships xmlns="http://schemas.openxmlformats.org/package/2006/relationships"><Relationship Id="rId13" Type="http://schemas.openxmlformats.org/officeDocument/2006/relationships/image" Target="../media/image44.svg"/><Relationship Id="rId18" Type="http://schemas.openxmlformats.org/officeDocument/2006/relationships/image" Target="../media/image49.svg"/><Relationship Id="rId26" Type="http://schemas.openxmlformats.org/officeDocument/2006/relationships/image" Target="../media/image57.svg"/><Relationship Id="rId39" Type="http://schemas.openxmlformats.org/officeDocument/2006/relationships/image" Target="../media/image70.svg"/><Relationship Id="rId21" Type="http://schemas.openxmlformats.org/officeDocument/2006/relationships/image" Target="../media/image52.svg"/><Relationship Id="rId34" Type="http://schemas.openxmlformats.org/officeDocument/2006/relationships/image" Target="../media/image65.svg"/><Relationship Id="rId42" Type="http://schemas.openxmlformats.org/officeDocument/2006/relationships/image" Target="../media/image73.svg"/><Relationship Id="rId47" Type="http://schemas.openxmlformats.org/officeDocument/2006/relationships/image" Target="../media/image78.svg"/><Relationship Id="rId50" Type="http://schemas.openxmlformats.org/officeDocument/2006/relationships/image" Target="../media/image81.svg"/><Relationship Id="rId7" Type="http://schemas.openxmlformats.org/officeDocument/2006/relationships/image" Target="../media/image38.svg"/><Relationship Id="rId2" Type="http://schemas.openxmlformats.org/officeDocument/2006/relationships/notesSlide" Target="../notesSlides/notesSlide1.xml"/><Relationship Id="rId16" Type="http://schemas.openxmlformats.org/officeDocument/2006/relationships/image" Target="../media/image47.svg"/><Relationship Id="rId29" Type="http://schemas.openxmlformats.org/officeDocument/2006/relationships/image" Target="../media/image60.svg"/><Relationship Id="rId11" Type="http://schemas.openxmlformats.org/officeDocument/2006/relationships/image" Target="../media/image42.svg"/><Relationship Id="rId24" Type="http://schemas.openxmlformats.org/officeDocument/2006/relationships/image" Target="../media/image55.svg"/><Relationship Id="rId32" Type="http://schemas.openxmlformats.org/officeDocument/2006/relationships/image" Target="../media/image63.svg"/><Relationship Id="rId37" Type="http://schemas.openxmlformats.org/officeDocument/2006/relationships/image" Target="../media/image68.svg"/><Relationship Id="rId40" Type="http://schemas.openxmlformats.org/officeDocument/2006/relationships/image" Target="../media/image71.svg"/><Relationship Id="rId45" Type="http://schemas.openxmlformats.org/officeDocument/2006/relationships/image" Target="../media/image76.svg"/><Relationship Id="rId5" Type="http://schemas.openxmlformats.org/officeDocument/2006/relationships/image" Target="../media/image36.svg"/><Relationship Id="rId15" Type="http://schemas.openxmlformats.org/officeDocument/2006/relationships/image" Target="../media/image46.svg"/><Relationship Id="rId23" Type="http://schemas.openxmlformats.org/officeDocument/2006/relationships/image" Target="../media/image54.svg"/><Relationship Id="rId28" Type="http://schemas.openxmlformats.org/officeDocument/2006/relationships/image" Target="../media/image59.svg"/><Relationship Id="rId36" Type="http://schemas.openxmlformats.org/officeDocument/2006/relationships/image" Target="../media/image67.svg"/><Relationship Id="rId49" Type="http://schemas.openxmlformats.org/officeDocument/2006/relationships/image" Target="../media/image80.svg"/><Relationship Id="rId10" Type="http://schemas.openxmlformats.org/officeDocument/2006/relationships/image" Target="../media/image41.svg"/><Relationship Id="rId19" Type="http://schemas.openxmlformats.org/officeDocument/2006/relationships/image" Target="../media/image50.svg"/><Relationship Id="rId31" Type="http://schemas.openxmlformats.org/officeDocument/2006/relationships/image" Target="../media/image62.svg"/><Relationship Id="rId44" Type="http://schemas.openxmlformats.org/officeDocument/2006/relationships/image" Target="../media/image75.svg"/><Relationship Id="rId4" Type="http://schemas.openxmlformats.org/officeDocument/2006/relationships/image" Target="../media/image35.svg"/><Relationship Id="rId9" Type="http://schemas.openxmlformats.org/officeDocument/2006/relationships/image" Target="../media/image40.svg"/><Relationship Id="rId14" Type="http://schemas.openxmlformats.org/officeDocument/2006/relationships/image" Target="../media/image45.svg"/><Relationship Id="rId22" Type="http://schemas.openxmlformats.org/officeDocument/2006/relationships/image" Target="../media/image53.svg"/><Relationship Id="rId27" Type="http://schemas.openxmlformats.org/officeDocument/2006/relationships/image" Target="../media/image58.svg"/><Relationship Id="rId30" Type="http://schemas.openxmlformats.org/officeDocument/2006/relationships/image" Target="../media/image61.svg"/><Relationship Id="rId35" Type="http://schemas.openxmlformats.org/officeDocument/2006/relationships/image" Target="../media/image66.svg"/><Relationship Id="rId43" Type="http://schemas.openxmlformats.org/officeDocument/2006/relationships/image" Target="../media/image74.svg"/><Relationship Id="rId48" Type="http://schemas.openxmlformats.org/officeDocument/2006/relationships/image" Target="../media/image79.svg"/><Relationship Id="rId8" Type="http://schemas.openxmlformats.org/officeDocument/2006/relationships/image" Target="../media/image39.svg"/><Relationship Id="rId3" Type="http://schemas.openxmlformats.org/officeDocument/2006/relationships/image" Target="../media/image34.svg"/><Relationship Id="rId12" Type="http://schemas.openxmlformats.org/officeDocument/2006/relationships/image" Target="../media/image43.svg"/><Relationship Id="rId17" Type="http://schemas.openxmlformats.org/officeDocument/2006/relationships/image" Target="../media/image48.svg"/><Relationship Id="rId25" Type="http://schemas.openxmlformats.org/officeDocument/2006/relationships/image" Target="../media/image56.svg"/><Relationship Id="rId33" Type="http://schemas.openxmlformats.org/officeDocument/2006/relationships/image" Target="../media/image64.svg"/><Relationship Id="rId38" Type="http://schemas.openxmlformats.org/officeDocument/2006/relationships/image" Target="../media/image69.svg"/><Relationship Id="rId46" Type="http://schemas.openxmlformats.org/officeDocument/2006/relationships/image" Target="../media/image77.svg"/><Relationship Id="rId20" Type="http://schemas.openxmlformats.org/officeDocument/2006/relationships/image" Target="../media/image51.svg"/><Relationship Id="rId41" Type="http://schemas.openxmlformats.org/officeDocument/2006/relationships/image" Target="../media/image72.svg"/><Relationship Id="rId1" Type="http://schemas.openxmlformats.org/officeDocument/2006/relationships/slideLayout" Target="../slideLayouts/slideLayout17.xml"/><Relationship Id="rId6" Type="http://schemas.openxmlformats.org/officeDocument/2006/relationships/image" Target="../media/image37.svg"/></Relationships>
</file>

<file path=ppt/slides/_rels/slide31.xml.rels><?xml version="1.0" encoding="UTF-8" standalone="yes"?>
<Relationships xmlns="http://schemas.openxmlformats.org/package/2006/relationships"><Relationship Id="rId26" Type="http://schemas.openxmlformats.org/officeDocument/2006/relationships/image" Target="../media/image105.svg"/><Relationship Id="rId21" Type="http://schemas.openxmlformats.org/officeDocument/2006/relationships/image" Target="../media/image100.svg"/><Relationship Id="rId34" Type="http://schemas.openxmlformats.org/officeDocument/2006/relationships/image" Target="../media/image113.svg"/><Relationship Id="rId42" Type="http://schemas.openxmlformats.org/officeDocument/2006/relationships/image" Target="../media/image121.svg"/><Relationship Id="rId47" Type="http://schemas.openxmlformats.org/officeDocument/2006/relationships/image" Target="../media/image126.svg"/><Relationship Id="rId50" Type="http://schemas.openxmlformats.org/officeDocument/2006/relationships/image" Target="../media/image129.svg"/><Relationship Id="rId55" Type="http://schemas.openxmlformats.org/officeDocument/2006/relationships/image" Target="../media/image134.svg"/><Relationship Id="rId63" Type="http://schemas.openxmlformats.org/officeDocument/2006/relationships/image" Target="../media/image142.svg"/><Relationship Id="rId7" Type="http://schemas.openxmlformats.org/officeDocument/2006/relationships/image" Target="../media/image86.svg"/><Relationship Id="rId2" Type="http://schemas.openxmlformats.org/officeDocument/2006/relationships/notesSlide" Target="../notesSlides/notesSlide2.xml"/><Relationship Id="rId16" Type="http://schemas.openxmlformats.org/officeDocument/2006/relationships/image" Target="../media/image95.svg"/><Relationship Id="rId29" Type="http://schemas.openxmlformats.org/officeDocument/2006/relationships/image" Target="../media/image108.svg"/><Relationship Id="rId11" Type="http://schemas.openxmlformats.org/officeDocument/2006/relationships/image" Target="../media/image90.svg"/><Relationship Id="rId24" Type="http://schemas.openxmlformats.org/officeDocument/2006/relationships/image" Target="../media/image103.svg"/><Relationship Id="rId32" Type="http://schemas.openxmlformats.org/officeDocument/2006/relationships/image" Target="../media/image111.svg"/><Relationship Id="rId37" Type="http://schemas.openxmlformats.org/officeDocument/2006/relationships/image" Target="../media/image116.svg"/><Relationship Id="rId40" Type="http://schemas.openxmlformats.org/officeDocument/2006/relationships/image" Target="../media/image119.svg"/><Relationship Id="rId45" Type="http://schemas.openxmlformats.org/officeDocument/2006/relationships/image" Target="../media/image124.svg"/><Relationship Id="rId53" Type="http://schemas.openxmlformats.org/officeDocument/2006/relationships/image" Target="../media/image132.svg"/><Relationship Id="rId58" Type="http://schemas.openxmlformats.org/officeDocument/2006/relationships/image" Target="../media/image137.svg"/><Relationship Id="rId5" Type="http://schemas.openxmlformats.org/officeDocument/2006/relationships/image" Target="../media/image84.wmf"/><Relationship Id="rId61" Type="http://schemas.openxmlformats.org/officeDocument/2006/relationships/image" Target="../media/image140.svg"/><Relationship Id="rId19" Type="http://schemas.openxmlformats.org/officeDocument/2006/relationships/image" Target="../media/image98.svg"/><Relationship Id="rId14" Type="http://schemas.openxmlformats.org/officeDocument/2006/relationships/image" Target="../media/image93.svg"/><Relationship Id="rId22" Type="http://schemas.openxmlformats.org/officeDocument/2006/relationships/image" Target="../media/image101.svg"/><Relationship Id="rId27" Type="http://schemas.openxmlformats.org/officeDocument/2006/relationships/image" Target="../media/image106.svg"/><Relationship Id="rId30" Type="http://schemas.openxmlformats.org/officeDocument/2006/relationships/image" Target="../media/image109.svg"/><Relationship Id="rId35" Type="http://schemas.openxmlformats.org/officeDocument/2006/relationships/image" Target="../media/image114.svg"/><Relationship Id="rId43" Type="http://schemas.openxmlformats.org/officeDocument/2006/relationships/image" Target="../media/image122.svg"/><Relationship Id="rId48" Type="http://schemas.openxmlformats.org/officeDocument/2006/relationships/image" Target="../media/image127.svg"/><Relationship Id="rId56" Type="http://schemas.openxmlformats.org/officeDocument/2006/relationships/image" Target="../media/image135.svg"/><Relationship Id="rId64" Type="http://schemas.openxmlformats.org/officeDocument/2006/relationships/image" Target="../media/image143.svg"/><Relationship Id="rId8" Type="http://schemas.openxmlformats.org/officeDocument/2006/relationships/image" Target="../media/image87.svg"/><Relationship Id="rId51" Type="http://schemas.openxmlformats.org/officeDocument/2006/relationships/image" Target="../media/image130.svg"/><Relationship Id="rId3" Type="http://schemas.openxmlformats.org/officeDocument/2006/relationships/image" Target="../media/image82.wmf"/><Relationship Id="rId12" Type="http://schemas.openxmlformats.org/officeDocument/2006/relationships/image" Target="../media/image91.svg"/><Relationship Id="rId17" Type="http://schemas.openxmlformats.org/officeDocument/2006/relationships/image" Target="../media/image96.svg"/><Relationship Id="rId25" Type="http://schemas.openxmlformats.org/officeDocument/2006/relationships/image" Target="../media/image104.svg"/><Relationship Id="rId33" Type="http://schemas.openxmlformats.org/officeDocument/2006/relationships/image" Target="../media/image112.svg"/><Relationship Id="rId38" Type="http://schemas.openxmlformats.org/officeDocument/2006/relationships/image" Target="../media/image117.svg"/><Relationship Id="rId46" Type="http://schemas.openxmlformats.org/officeDocument/2006/relationships/image" Target="../media/image125.svg"/><Relationship Id="rId59" Type="http://schemas.openxmlformats.org/officeDocument/2006/relationships/image" Target="../media/image138.svg"/><Relationship Id="rId20" Type="http://schemas.openxmlformats.org/officeDocument/2006/relationships/image" Target="../media/image99.svg"/><Relationship Id="rId41" Type="http://schemas.openxmlformats.org/officeDocument/2006/relationships/image" Target="../media/image120.svg"/><Relationship Id="rId54" Type="http://schemas.openxmlformats.org/officeDocument/2006/relationships/image" Target="../media/image133.svg"/><Relationship Id="rId62" Type="http://schemas.openxmlformats.org/officeDocument/2006/relationships/image" Target="../media/image141.svg"/><Relationship Id="rId1" Type="http://schemas.openxmlformats.org/officeDocument/2006/relationships/slideLayout" Target="../slideLayouts/slideLayout17.xml"/><Relationship Id="rId6" Type="http://schemas.openxmlformats.org/officeDocument/2006/relationships/image" Target="../media/image85.svg"/><Relationship Id="rId15" Type="http://schemas.openxmlformats.org/officeDocument/2006/relationships/image" Target="../media/image94.svg"/><Relationship Id="rId23" Type="http://schemas.openxmlformats.org/officeDocument/2006/relationships/image" Target="../media/image102.svg"/><Relationship Id="rId28" Type="http://schemas.openxmlformats.org/officeDocument/2006/relationships/image" Target="../media/image107.svg"/><Relationship Id="rId36" Type="http://schemas.openxmlformats.org/officeDocument/2006/relationships/image" Target="../media/image115.svg"/><Relationship Id="rId49" Type="http://schemas.openxmlformats.org/officeDocument/2006/relationships/image" Target="../media/image128.svg"/><Relationship Id="rId57" Type="http://schemas.openxmlformats.org/officeDocument/2006/relationships/image" Target="../media/image136.svg"/><Relationship Id="rId10" Type="http://schemas.openxmlformats.org/officeDocument/2006/relationships/image" Target="../media/image89.svg"/><Relationship Id="rId31" Type="http://schemas.openxmlformats.org/officeDocument/2006/relationships/image" Target="../media/image110.svg"/><Relationship Id="rId44" Type="http://schemas.openxmlformats.org/officeDocument/2006/relationships/image" Target="../media/image123.svg"/><Relationship Id="rId52" Type="http://schemas.openxmlformats.org/officeDocument/2006/relationships/image" Target="../media/image131.svg"/><Relationship Id="rId60" Type="http://schemas.openxmlformats.org/officeDocument/2006/relationships/image" Target="../media/image139.svg"/><Relationship Id="rId65" Type="http://schemas.openxmlformats.org/officeDocument/2006/relationships/image" Target="../media/image144.svg"/><Relationship Id="rId4" Type="http://schemas.openxmlformats.org/officeDocument/2006/relationships/image" Target="../media/image83.wmf"/><Relationship Id="rId9" Type="http://schemas.openxmlformats.org/officeDocument/2006/relationships/image" Target="../media/image88.svg"/><Relationship Id="rId13" Type="http://schemas.openxmlformats.org/officeDocument/2006/relationships/image" Target="../media/image92.svg"/><Relationship Id="rId18" Type="http://schemas.openxmlformats.org/officeDocument/2006/relationships/image" Target="../media/image97.svg"/><Relationship Id="rId39" Type="http://schemas.openxmlformats.org/officeDocument/2006/relationships/image" Target="../media/image118.svg"/></Relationships>
</file>

<file path=ppt/slides/_rels/slide32.xml.rels><?xml version="1.0" encoding="UTF-8" standalone="yes"?>
<Relationships xmlns="http://schemas.openxmlformats.org/package/2006/relationships"><Relationship Id="rId26" Type="http://schemas.openxmlformats.org/officeDocument/2006/relationships/image" Target="../media/image168.svg"/><Relationship Id="rId21" Type="http://schemas.openxmlformats.org/officeDocument/2006/relationships/image" Target="../media/image163.svg"/><Relationship Id="rId42" Type="http://schemas.openxmlformats.org/officeDocument/2006/relationships/image" Target="../media/image184.svg"/><Relationship Id="rId47" Type="http://schemas.openxmlformats.org/officeDocument/2006/relationships/image" Target="../media/image189.svg"/><Relationship Id="rId63" Type="http://schemas.openxmlformats.org/officeDocument/2006/relationships/image" Target="../media/image205.svg"/><Relationship Id="rId68" Type="http://schemas.openxmlformats.org/officeDocument/2006/relationships/image" Target="../media/image210.svg"/><Relationship Id="rId2" Type="http://schemas.openxmlformats.org/officeDocument/2006/relationships/notesSlide" Target="../notesSlides/notesSlide3.xml"/><Relationship Id="rId16" Type="http://schemas.openxmlformats.org/officeDocument/2006/relationships/image" Target="../media/image158.svg"/><Relationship Id="rId29" Type="http://schemas.openxmlformats.org/officeDocument/2006/relationships/image" Target="../media/image171.svg"/><Relationship Id="rId11" Type="http://schemas.openxmlformats.org/officeDocument/2006/relationships/image" Target="../media/image153.svg"/><Relationship Id="rId24" Type="http://schemas.openxmlformats.org/officeDocument/2006/relationships/image" Target="../media/image166.svg"/><Relationship Id="rId32" Type="http://schemas.openxmlformats.org/officeDocument/2006/relationships/image" Target="../media/image174.svg"/><Relationship Id="rId37" Type="http://schemas.openxmlformats.org/officeDocument/2006/relationships/image" Target="../media/image179.svg"/><Relationship Id="rId40" Type="http://schemas.openxmlformats.org/officeDocument/2006/relationships/image" Target="../media/image182.svg"/><Relationship Id="rId45" Type="http://schemas.openxmlformats.org/officeDocument/2006/relationships/image" Target="../media/image187.svg"/><Relationship Id="rId53" Type="http://schemas.openxmlformats.org/officeDocument/2006/relationships/image" Target="../media/image195.svg"/><Relationship Id="rId58" Type="http://schemas.openxmlformats.org/officeDocument/2006/relationships/image" Target="../media/image200.svg"/><Relationship Id="rId66" Type="http://schemas.openxmlformats.org/officeDocument/2006/relationships/image" Target="../media/image208.svg"/><Relationship Id="rId74" Type="http://schemas.openxmlformats.org/officeDocument/2006/relationships/image" Target="../media/image216.svg"/><Relationship Id="rId5" Type="http://schemas.openxmlformats.org/officeDocument/2006/relationships/image" Target="../media/image147.svg"/><Relationship Id="rId61" Type="http://schemas.openxmlformats.org/officeDocument/2006/relationships/image" Target="../media/image203.svg"/><Relationship Id="rId19" Type="http://schemas.openxmlformats.org/officeDocument/2006/relationships/image" Target="../media/image161.svg"/><Relationship Id="rId14" Type="http://schemas.openxmlformats.org/officeDocument/2006/relationships/image" Target="../media/image156.svg"/><Relationship Id="rId22" Type="http://schemas.openxmlformats.org/officeDocument/2006/relationships/image" Target="../media/image164.svg"/><Relationship Id="rId27" Type="http://schemas.openxmlformats.org/officeDocument/2006/relationships/image" Target="../media/image169.svg"/><Relationship Id="rId30" Type="http://schemas.openxmlformats.org/officeDocument/2006/relationships/image" Target="../media/image172.svg"/><Relationship Id="rId35" Type="http://schemas.openxmlformats.org/officeDocument/2006/relationships/image" Target="../media/image177.svg"/><Relationship Id="rId43" Type="http://schemas.openxmlformats.org/officeDocument/2006/relationships/image" Target="../media/image185.svg"/><Relationship Id="rId48" Type="http://schemas.openxmlformats.org/officeDocument/2006/relationships/image" Target="../media/image190.svg"/><Relationship Id="rId56" Type="http://schemas.openxmlformats.org/officeDocument/2006/relationships/image" Target="../media/image198.svg"/><Relationship Id="rId64" Type="http://schemas.openxmlformats.org/officeDocument/2006/relationships/image" Target="../media/image206.svg"/><Relationship Id="rId69" Type="http://schemas.openxmlformats.org/officeDocument/2006/relationships/image" Target="../media/image211.svg"/><Relationship Id="rId8" Type="http://schemas.openxmlformats.org/officeDocument/2006/relationships/image" Target="../media/image150.svg"/><Relationship Id="rId51" Type="http://schemas.openxmlformats.org/officeDocument/2006/relationships/image" Target="../media/image193.svg"/><Relationship Id="rId72" Type="http://schemas.openxmlformats.org/officeDocument/2006/relationships/image" Target="../media/image214.svg"/><Relationship Id="rId3" Type="http://schemas.openxmlformats.org/officeDocument/2006/relationships/image" Target="../media/image145.svg"/><Relationship Id="rId12" Type="http://schemas.openxmlformats.org/officeDocument/2006/relationships/image" Target="../media/image154.svg"/><Relationship Id="rId17" Type="http://schemas.openxmlformats.org/officeDocument/2006/relationships/image" Target="../media/image159.svg"/><Relationship Id="rId25" Type="http://schemas.openxmlformats.org/officeDocument/2006/relationships/image" Target="../media/image167.svg"/><Relationship Id="rId33" Type="http://schemas.openxmlformats.org/officeDocument/2006/relationships/image" Target="../media/image175.svg"/><Relationship Id="rId38" Type="http://schemas.openxmlformats.org/officeDocument/2006/relationships/image" Target="../media/image180.svg"/><Relationship Id="rId46" Type="http://schemas.openxmlformats.org/officeDocument/2006/relationships/image" Target="../media/image188.svg"/><Relationship Id="rId59" Type="http://schemas.openxmlformats.org/officeDocument/2006/relationships/image" Target="../media/image201.svg"/><Relationship Id="rId67" Type="http://schemas.openxmlformats.org/officeDocument/2006/relationships/image" Target="../media/image209.svg"/><Relationship Id="rId20" Type="http://schemas.openxmlformats.org/officeDocument/2006/relationships/image" Target="../media/image162.svg"/><Relationship Id="rId41" Type="http://schemas.openxmlformats.org/officeDocument/2006/relationships/image" Target="../media/image183.svg"/><Relationship Id="rId54" Type="http://schemas.openxmlformats.org/officeDocument/2006/relationships/image" Target="../media/image196.svg"/><Relationship Id="rId62" Type="http://schemas.openxmlformats.org/officeDocument/2006/relationships/image" Target="../media/image204.svg"/><Relationship Id="rId70" Type="http://schemas.openxmlformats.org/officeDocument/2006/relationships/image" Target="../media/image212.svg"/><Relationship Id="rId75" Type="http://schemas.openxmlformats.org/officeDocument/2006/relationships/image" Target="../media/image217.svg"/><Relationship Id="rId1" Type="http://schemas.openxmlformats.org/officeDocument/2006/relationships/slideLayout" Target="../slideLayouts/slideLayout17.xml"/><Relationship Id="rId6" Type="http://schemas.openxmlformats.org/officeDocument/2006/relationships/image" Target="../media/image148.svg"/><Relationship Id="rId15" Type="http://schemas.openxmlformats.org/officeDocument/2006/relationships/image" Target="../media/image157.svg"/><Relationship Id="rId23" Type="http://schemas.openxmlformats.org/officeDocument/2006/relationships/image" Target="../media/image165.svg"/><Relationship Id="rId28" Type="http://schemas.openxmlformats.org/officeDocument/2006/relationships/image" Target="../media/image170.svg"/><Relationship Id="rId36" Type="http://schemas.openxmlformats.org/officeDocument/2006/relationships/image" Target="../media/image178.svg"/><Relationship Id="rId49" Type="http://schemas.openxmlformats.org/officeDocument/2006/relationships/image" Target="../media/image191.svg"/><Relationship Id="rId57" Type="http://schemas.openxmlformats.org/officeDocument/2006/relationships/image" Target="../media/image199.svg"/><Relationship Id="rId10" Type="http://schemas.openxmlformats.org/officeDocument/2006/relationships/image" Target="../media/image152.svg"/><Relationship Id="rId31" Type="http://schemas.openxmlformats.org/officeDocument/2006/relationships/image" Target="../media/image173.svg"/><Relationship Id="rId44" Type="http://schemas.openxmlformats.org/officeDocument/2006/relationships/image" Target="../media/image186.svg"/><Relationship Id="rId52" Type="http://schemas.openxmlformats.org/officeDocument/2006/relationships/image" Target="../media/image194.svg"/><Relationship Id="rId60" Type="http://schemas.openxmlformats.org/officeDocument/2006/relationships/image" Target="../media/image202.svg"/><Relationship Id="rId65" Type="http://schemas.openxmlformats.org/officeDocument/2006/relationships/image" Target="../media/image207.svg"/><Relationship Id="rId73" Type="http://schemas.openxmlformats.org/officeDocument/2006/relationships/image" Target="../media/image215.svg"/><Relationship Id="rId4" Type="http://schemas.openxmlformats.org/officeDocument/2006/relationships/image" Target="../media/image146.svg"/><Relationship Id="rId9" Type="http://schemas.openxmlformats.org/officeDocument/2006/relationships/image" Target="../media/image151.svg"/><Relationship Id="rId13" Type="http://schemas.openxmlformats.org/officeDocument/2006/relationships/image" Target="../media/image155.svg"/><Relationship Id="rId18" Type="http://schemas.openxmlformats.org/officeDocument/2006/relationships/image" Target="../media/image160.svg"/><Relationship Id="rId39" Type="http://schemas.openxmlformats.org/officeDocument/2006/relationships/image" Target="../media/image181.svg"/><Relationship Id="rId34" Type="http://schemas.openxmlformats.org/officeDocument/2006/relationships/image" Target="../media/image176.svg"/><Relationship Id="rId50" Type="http://schemas.openxmlformats.org/officeDocument/2006/relationships/image" Target="../media/image192.svg"/><Relationship Id="rId55" Type="http://schemas.openxmlformats.org/officeDocument/2006/relationships/image" Target="../media/image197.svg"/><Relationship Id="rId76" Type="http://schemas.openxmlformats.org/officeDocument/2006/relationships/image" Target="../media/image218.svg"/><Relationship Id="rId7" Type="http://schemas.openxmlformats.org/officeDocument/2006/relationships/image" Target="../media/image149.svg"/><Relationship Id="rId71" Type="http://schemas.openxmlformats.org/officeDocument/2006/relationships/image" Target="../media/image213.svg"/></Relationships>
</file>

<file path=ppt/slides/_rels/slide33.xml.rels><?xml version="1.0" encoding="UTF-8" standalone="yes"?>
<Relationships xmlns="http://schemas.openxmlformats.org/package/2006/relationships"><Relationship Id="rId13" Type="http://schemas.openxmlformats.org/officeDocument/2006/relationships/image" Target="../media/image229.svg"/><Relationship Id="rId18" Type="http://schemas.openxmlformats.org/officeDocument/2006/relationships/image" Target="../media/image234.svg"/><Relationship Id="rId26" Type="http://schemas.openxmlformats.org/officeDocument/2006/relationships/image" Target="../media/image242.svg"/><Relationship Id="rId39" Type="http://schemas.openxmlformats.org/officeDocument/2006/relationships/image" Target="../media/image255.svg"/><Relationship Id="rId21" Type="http://schemas.openxmlformats.org/officeDocument/2006/relationships/image" Target="../media/image237.svg"/><Relationship Id="rId34" Type="http://schemas.openxmlformats.org/officeDocument/2006/relationships/image" Target="../media/image250.svg"/><Relationship Id="rId42" Type="http://schemas.openxmlformats.org/officeDocument/2006/relationships/image" Target="../media/image258.svg"/><Relationship Id="rId47" Type="http://schemas.openxmlformats.org/officeDocument/2006/relationships/image" Target="../media/image263.svg"/><Relationship Id="rId50" Type="http://schemas.openxmlformats.org/officeDocument/2006/relationships/image" Target="../media/image266.svg"/><Relationship Id="rId7" Type="http://schemas.openxmlformats.org/officeDocument/2006/relationships/image" Target="../media/image223.svg"/><Relationship Id="rId2" Type="http://schemas.openxmlformats.org/officeDocument/2006/relationships/notesSlide" Target="../notesSlides/notesSlide4.xml"/><Relationship Id="rId16" Type="http://schemas.openxmlformats.org/officeDocument/2006/relationships/image" Target="../media/image232.svg"/><Relationship Id="rId29" Type="http://schemas.openxmlformats.org/officeDocument/2006/relationships/image" Target="../media/image245.svg"/><Relationship Id="rId11" Type="http://schemas.openxmlformats.org/officeDocument/2006/relationships/image" Target="../media/image227.svg"/><Relationship Id="rId24" Type="http://schemas.openxmlformats.org/officeDocument/2006/relationships/image" Target="../media/image240.svg"/><Relationship Id="rId32" Type="http://schemas.openxmlformats.org/officeDocument/2006/relationships/image" Target="../media/image248.svg"/><Relationship Id="rId37" Type="http://schemas.openxmlformats.org/officeDocument/2006/relationships/image" Target="../media/image253.svg"/><Relationship Id="rId40" Type="http://schemas.openxmlformats.org/officeDocument/2006/relationships/image" Target="../media/image256.svg"/><Relationship Id="rId45" Type="http://schemas.openxmlformats.org/officeDocument/2006/relationships/image" Target="../media/image261.svg"/><Relationship Id="rId5" Type="http://schemas.openxmlformats.org/officeDocument/2006/relationships/image" Target="../media/image221.svg"/><Relationship Id="rId15" Type="http://schemas.openxmlformats.org/officeDocument/2006/relationships/image" Target="../media/image231.svg"/><Relationship Id="rId23" Type="http://schemas.openxmlformats.org/officeDocument/2006/relationships/image" Target="../media/image239.svg"/><Relationship Id="rId28" Type="http://schemas.openxmlformats.org/officeDocument/2006/relationships/image" Target="../media/image244.svg"/><Relationship Id="rId36" Type="http://schemas.openxmlformats.org/officeDocument/2006/relationships/image" Target="../media/image252.svg"/><Relationship Id="rId49" Type="http://schemas.openxmlformats.org/officeDocument/2006/relationships/image" Target="../media/image265.svg"/><Relationship Id="rId10" Type="http://schemas.openxmlformats.org/officeDocument/2006/relationships/image" Target="../media/image226.svg"/><Relationship Id="rId19" Type="http://schemas.openxmlformats.org/officeDocument/2006/relationships/image" Target="../media/image235.svg"/><Relationship Id="rId31" Type="http://schemas.openxmlformats.org/officeDocument/2006/relationships/image" Target="../media/image247.svg"/><Relationship Id="rId44" Type="http://schemas.openxmlformats.org/officeDocument/2006/relationships/image" Target="../media/image260.svg"/><Relationship Id="rId4" Type="http://schemas.openxmlformats.org/officeDocument/2006/relationships/image" Target="../media/image220.svg"/><Relationship Id="rId9" Type="http://schemas.openxmlformats.org/officeDocument/2006/relationships/image" Target="../media/image225.svg"/><Relationship Id="rId14" Type="http://schemas.openxmlformats.org/officeDocument/2006/relationships/image" Target="../media/image230.svg"/><Relationship Id="rId22" Type="http://schemas.openxmlformats.org/officeDocument/2006/relationships/image" Target="../media/image238.svg"/><Relationship Id="rId27" Type="http://schemas.openxmlformats.org/officeDocument/2006/relationships/image" Target="../media/image243.svg"/><Relationship Id="rId30" Type="http://schemas.openxmlformats.org/officeDocument/2006/relationships/image" Target="../media/image246.svg"/><Relationship Id="rId35" Type="http://schemas.openxmlformats.org/officeDocument/2006/relationships/image" Target="../media/image251.svg"/><Relationship Id="rId43" Type="http://schemas.openxmlformats.org/officeDocument/2006/relationships/image" Target="../media/image259.svg"/><Relationship Id="rId48" Type="http://schemas.openxmlformats.org/officeDocument/2006/relationships/image" Target="../media/image264.svg"/><Relationship Id="rId8" Type="http://schemas.openxmlformats.org/officeDocument/2006/relationships/image" Target="../media/image224.svg"/><Relationship Id="rId3" Type="http://schemas.openxmlformats.org/officeDocument/2006/relationships/image" Target="../media/image219.svg"/><Relationship Id="rId12" Type="http://schemas.openxmlformats.org/officeDocument/2006/relationships/image" Target="../media/image228.svg"/><Relationship Id="rId17" Type="http://schemas.openxmlformats.org/officeDocument/2006/relationships/image" Target="../media/image233.svg"/><Relationship Id="rId25" Type="http://schemas.openxmlformats.org/officeDocument/2006/relationships/image" Target="../media/image241.svg"/><Relationship Id="rId33" Type="http://schemas.openxmlformats.org/officeDocument/2006/relationships/image" Target="../media/image249.svg"/><Relationship Id="rId38" Type="http://schemas.openxmlformats.org/officeDocument/2006/relationships/image" Target="../media/image254.svg"/><Relationship Id="rId46" Type="http://schemas.openxmlformats.org/officeDocument/2006/relationships/image" Target="../media/image262.svg"/><Relationship Id="rId20" Type="http://schemas.openxmlformats.org/officeDocument/2006/relationships/image" Target="../media/image236.svg"/><Relationship Id="rId41" Type="http://schemas.openxmlformats.org/officeDocument/2006/relationships/image" Target="../media/image257.svg"/><Relationship Id="rId1" Type="http://schemas.openxmlformats.org/officeDocument/2006/relationships/slideLayout" Target="../slideLayouts/slideLayout17.xml"/><Relationship Id="rId6" Type="http://schemas.openxmlformats.org/officeDocument/2006/relationships/image" Target="../media/image222.svg"/></Relationships>
</file>

<file path=ppt/slides/_rels/slide34.xml.rels><?xml version="1.0" encoding="UTF-8" standalone="yes"?>
<Relationships xmlns="http://schemas.openxmlformats.org/package/2006/relationships"><Relationship Id="rId26" Type="http://schemas.openxmlformats.org/officeDocument/2006/relationships/image" Target="../media/image290.svg"/><Relationship Id="rId21" Type="http://schemas.openxmlformats.org/officeDocument/2006/relationships/image" Target="../media/image285.svg"/><Relationship Id="rId42" Type="http://schemas.openxmlformats.org/officeDocument/2006/relationships/image" Target="../media/image306.svg"/><Relationship Id="rId47" Type="http://schemas.openxmlformats.org/officeDocument/2006/relationships/image" Target="../media/image311.svg"/><Relationship Id="rId63" Type="http://schemas.openxmlformats.org/officeDocument/2006/relationships/image" Target="../media/image327.svg"/><Relationship Id="rId68" Type="http://schemas.openxmlformats.org/officeDocument/2006/relationships/image" Target="../media/image332.svg"/><Relationship Id="rId2" Type="http://schemas.openxmlformats.org/officeDocument/2006/relationships/notesSlide" Target="../notesSlides/notesSlide5.xml"/><Relationship Id="rId16" Type="http://schemas.openxmlformats.org/officeDocument/2006/relationships/image" Target="../media/image280.svg"/><Relationship Id="rId29" Type="http://schemas.openxmlformats.org/officeDocument/2006/relationships/image" Target="../media/image293.svg"/><Relationship Id="rId11" Type="http://schemas.openxmlformats.org/officeDocument/2006/relationships/image" Target="../media/image275.svg"/><Relationship Id="rId24" Type="http://schemas.openxmlformats.org/officeDocument/2006/relationships/image" Target="../media/image288.svg"/><Relationship Id="rId32" Type="http://schemas.openxmlformats.org/officeDocument/2006/relationships/image" Target="../media/image296.svg"/><Relationship Id="rId37" Type="http://schemas.openxmlformats.org/officeDocument/2006/relationships/image" Target="../media/image301.svg"/><Relationship Id="rId40" Type="http://schemas.openxmlformats.org/officeDocument/2006/relationships/image" Target="../media/image304.svg"/><Relationship Id="rId45" Type="http://schemas.openxmlformats.org/officeDocument/2006/relationships/image" Target="../media/image309.svg"/><Relationship Id="rId53" Type="http://schemas.openxmlformats.org/officeDocument/2006/relationships/image" Target="../media/image317.svg"/><Relationship Id="rId58" Type="http://schemas.openxmlformats.org/officeDocument/2006/relationships/image" Target="../media/image322.svg"/><Relationship Id="rId66" Type="http://schemas.openxmlformats.org/officeDocument/2006/relationships/image" Target="../media/image330.svg"/><Relationship Id="rId5" Type="http://schemas.openxmlformats.org/officeDocument/2006/relationships/image" Target="../media/image269.svg"/><Relationship Id="rId61" Type="http://schemas.openxmlformats.org/officeDocument/2006/relationships/image" Target="../media/image325.svg"/><Relationship Id="rId19" Type="http://schemas.openxmlformats.org/officeDocument/2006/relationships/image" Target="../media/image283.svg"/><Relationship Id="rId14" Type="http://schemas.openxmlformats.org/officeDocument/2006/relationships/image" Target="../media/image278.svg"/><Relationship Id="rId22" Type="http://schemas.openxmlformats.org/officeDocument/2006/relationships/image" Target="../media/image286.svg"/><Relationship Id="rId27" Type="http://schemas.openxmlformats.org/officeDocument/2006/relationships/image" Target="../media/image291.svg"/><Relationship Id="rId30" Type="http://schemas.openxmlformats.org/officeDocument/2006/relationships/image" Target="../media/image294.svg"/><Relationship Id="rId35" Type="http://schemas.openxmlformats.org/officeDocument/2006/relationships/image" Target="../media/image299.svg"/><Relationship Id="rId43" Type="http://schemas.openxmlformats.org/officeDocument/2006/relationships/image" Target="../media/image307.svg"/><Relationship Id="rId48" Type="http://schemas.openxmlformats.org/officeDocument/2006/relationships/image" Target="../media/image312.svg"/><Relationship Id="rId56" Type="http://schemas.openxmlformats.org/officeDocument/2006/relationships/image" Target="../media/image320.svg"/><Relationship Id="rId64" Type="http://schemas.openxmlformats.org/officeDocument/2006/relationships/image" Target="../media/image328.svg"/><Relationship Id="rId69" Type="http://schemas.openxmlformats.org/officeDocument/2006/relationships/image" Target="../media/image333.svg"/><Relationship Id="rId8" Type="http://schemas.openxmlformats.org/officeDocument/2006/relationships/image" Target="../media/image272.svg"/><Relationship Id="rId51" Type="http://schemas.openxmlformats.org/officeDocument/2006/relationships/image" Target="../media/image315.svg"/><Relationship Id="rId72" Type="http://schemas.openxmlformats.org/officeDocument/2006/relationships/image" Target="../media/image336.svg"/><Relationship Id="rId3" Type="http://schemas.openxmlformats.org/officeDocument/2006/relationships/image" Target="../media/image267.svg"/><Relationship Id="rId12" Type="http://schemas.openxmlformats.org/officeDocument/2006/relationships/image" Target="../media/image276.svg"/><Relationship Id="rId17" Type="http://schemas.openxmlformats.org/officeDocument/2006/relationships/image" Target="../media/image281.svg"/><Relationship Id="rId25" Type="http://schemas.openxmlformats.org/officeDocument/2006/relationships/image" Target="../media/image289.svg"/><Relationship Id="rId33" Type="http://schemas.openxmlformats.org/officeDocument/2006/relationships/image" Target="../media/image297.svg"/><Relationship Id="rId38" Type="http://schemas.openxmlformats.org/officeDocument/2006/relationships/image" Target="../media/image302.svg"/><Relationship Id="rId46" Type="http://schemas.openxmlformats.org/officeDocument/2006/relationships/image" Target="../media/image310.svg"/><Relationship Id="rId59" Type="http://schemas.openxmlformats.org/officeDocument/2006/relationships/image" Target="../media/image323.svg"/><Relationship Id="rId67" Type="http://schemas.openxmlformats.org/officeDocument/2006/relationships/image" Target="../media/image331.svg"/><Relationship Id="rId20" Type="http://schemas.openxmlformats.org/officeDocument/2006/relationships/image" Target="../media/image284.svg"/><Relationship Id="rId41" Type="http://schemas.openxmlformats.org/officeDocument/2006/relationships/image" Target="../media/image305.svg"/><Relationship Id="rId54" Type="http://schemas.openxmlformats.org/officeDocument/2006/relationships/image" Target="../media/image318.svg"/><Relationship Id="rId62" Type="http://schemas.openxmlformats.org/officeDocument/2006/relationships/image" Target="../media/image326.svg"/><Relationship Id="rId70" Type="http://schemas.openxmlformats.org/officeDocument/2006/relationships/image" Target="../media/image334.svg"/><Relationship Id="rId1" Type="http://schemas.openxmlformats.org/officeDocument/2006/relationships/slideLayout" Target="../slideLayouts/slideLayout17.xml"/><Relationship Id="rId6" Type="http://schemas.openxmlformats.org/officeDocument/2006/relationships/image" Target="../media/image270.svg"/><Relationship Id="rId15" Type="http://schemas.openxmlformats.org/officeDocument/2006/relationships/image" Target="../media/image279.svg"/><Relationship Id="rId23" Type="http://schemas.openxmlformats.org/officeDocument/2006/relationships/image" Target="../media/image287.svg"/><Relationship Id="rId28" Type="http://schemas.openxmlformats.org/officeDocument/2006/relationships/image" Target="../media/image292.svg"/><Relationship Id="rId36" Type="http://schemas.openxmlformats.org/officeDocument/2006/relationships/image" Target="../media/image300.svg"/><Relationship Id="rId49" Type="http://schemas.openxmlformats.org/officeDocument/2006/relationships/image" Target="../media/image313.svg"/><Relationship Id="rId57" Type="http://schemas.openxmlformats.org/officeDocument/2006/relationships/image" Target="../media/image321.svg"/><Relationship Id="rId10" Type="http://schemas.openxmlformats.org/officeDocument/2006/relationships/image" Target="../media/image274.svg"/><Relationship Id="rId31" Type="http://schemas.openxmlformats.org/officeDocument/2006/relationships/image" Target="../media/image295.svg"/><Relationship Id="rId44" Type="http://schemas.openxmlformats.org/officeDocument/2006/relationships/image" Target="../media/image308.svg"/><Relationship Id="rId52" Type="http://schemas.openxmlformats.org/officeDocument/2006/relationships/image" Target="../media/image316.svg"/><Relationship Id="rId60" Type="http://schemas.openxmlformats.org/officeDocument/2006/relationships/image" Target="../media/image324.svg"/><Relationship Id="rId65" Type="http://schemas.openxmlformats.org/officeDocument/2006/relationships/image" Target="../media/image329.svg"/><Relationship Id="rId73" Type="http://schemas.openxmlformats.org/officeDocument/2006/relationships/image" Target="../media/image337.svg"/><Relationship Id="rId4" Type="http://schemas.openxmlformats.org/officeDocument/2006/relationships/image" Target="../media/image268.svg"/><Relationship Id="rId9" Type="http://schemas.openxmlformats.org/officeDocument/2006/relationships/image" Target="../media/image273.svg"/><Relationship Id="rId13" Type="http://schemas.openxmlformats.org/officeDocument/2006/relationships/image" Target="../media/image277.svg"/><Relationship Id="rId18" Type="http://schemas.openxmlformats.org/officeDocument/2006/relationships/image" Target="../media/image282.svg"/><Relationship Id="rId39" Type="http://schemas.openxmlformats.org/officeDocument/2006/relationships/image" Target="../media/image303.svg"/><Relationship Id="rId34" Type="http://schemas.openxmlformats.org/officeDocument/2006/relationships/image" Target="../media/image298.svg"/><Relationship Id="rId50" Type="http://schemas.openxmlformats.org/officeDocument/2006/relationships/image" Target="../media/image314.svg"/><Relationship Id="rId55" Type="http://schemas.openxmlformats.org/officeDocument/2006/relationships/image" Target="../media/image319.svg"/><Relationship Id="rId7" Type="http://schemas.openxmlformats.org/officeDocument/2006/relationships/image" Target="../media/image271.svg"/><Relationship Id="rId71" Type="http://schemas.openxmlformats.org/officeDocument/2006/relationships/image" Target="../media/image335.svg"/></Relationships>
</file>

<file path=ppt/slides/_rels/slide35.xml.rels><?xml version="1.0" encoding="UTF-8" standalone="yes"?>
<Relationships xmlns="http://schemas.openxmlformats.org/package/2006/relationships"><Relationship Id="rId26" Type="http://schemas.openxmlformats.org/officeDocument/2006/relationships/image" Target="../media/image362.svg"/><Relationship Id="rId21" Type="http://schemas.openxmlformats.org/officeDocument/2006/relationships/image" Target="../media/image357.svg"/><Relationship Id="rId42" Type="http://schemas.openxmlformats.org/officeDocument/2006/relationships/image" Target="../media/image378.svg"/><Relationship Id="rId47" Type="http://schemas.openxmlformats.org/officeDocument/2006/relationships/image" Target="../media/image383.svg"/><Relationship Id="rId63" Type="http://schemas.openxmlformats.org/officeDocument/2006/relationships/image" Target="../media/image399.svg"/><Relationship Id="rId68" Type="http://schemas.openxmlformats.org/officeDocument/2006/relationships/image" Target="../media/image404.svg"/><Relationship Id="rId84" Type="http://schemas.openxmlformats.org/officeDocument/2006/relationships/image" Target="../media/image420.svg"/><Relationship Id="rId16" Type="http://schemas.openxmlformats.org/officeDocument/2006/relationships/image" Target="../media/image352.svg"/><Relationship Id="rId11" Type="http://schemas.openxmlformats.org/officeDocument/2006/relationships/image" Target="../media/image347.svg"/><Relationship Id="rId32" Type="http://schemas.openxmlformats.org/officeDocument/2006/relationships/image" Target="../media/image368.svg"/><Relationship Id="rId37" Type="http://schemas.openxmlformats.org/officeDocument/2006/relationships/image" Target="../media/image373.svg"/><Relationship Id="rId53" Type="http://schemas.openxmlformats.org/officeDocument/2006/relationships/image" Target="../media/image389.svg"/><Relationship Id="rId58" Type="http://schemas.openxmlformats.org/officeDocument/2006/relationships/image" Target="../media/image394.svg"/><Relationship Id="rId74" Type="http://schemas.openxmlformats.org/officeDocument/2006/relationships/image" Target="../media/image410.svg"/><Relationship Id="rId79" Type="http://schemas.openxmlformats.org/officeDocument/2006/relationships/image" Target="../media/image415.svg"/><Relationship Id="rId5" Type="http://schemas.openxmlformats.org/officeDocument/2006/relationships/image" Target="../media/image341.svg"/><Relationship Id="rId19" Type="http://schemas.openxmlformats.org/officeDocument/2006/relationships/image" Target="../media/image355.svg"/><Relationship Id="rId14" Type="http://schemas.openxmlformats.org/officeDocument/2006/relationships/image" Target="../media/image350.svg"/><Relationship Id="rId22" Type="http://schemas.openxmlformats.org/officeDocument/2006/relationships/image" Target="../media/image358.svg"/><Relationship Id="rId27" Type="http://schemas.openxmlformats.org/officeDocument/2006/relationships/image" Target="../media/image363.svg"/><Relationship Id="rId30" Type="http://schemas.openxmlformats.org/officeDocument/2006/relationships/image" Target="../media/image366.svg"/><Relationship Id="rId35" Type="http://schemas.openxmlformats.org/officeDocument/2006/relationships/image" Target="../media/image371.svg"/><Relationship Id="rId43" Type="http://schemas.openxmlformats.org/officeDocument/2006/relationships/image" Target="../media/image379.svg"/><Relationship Id="rId48" Type="http://schemas.openxmlformats.org/officeDocument/2006/relationships/image" Target="../media/image384.svg"/><Relationship Id="rId56" Type="http://schemas.openxmlformats.org/officeDocument/2006/relationships/image" Target="../media/image392.svg"/><Relationship Id="rId64" Type="http://schemas.openxmlformats.org/officeDocument/2006/relationships/image" Target="../media/image400.svg"/><Relationship Id="rId69" Type="http://schemas.openxmlformats.org/officeDocument/2006/relationships/image" Target="../media/image405.svg"/><Relationship Id="rId77" Type="http://schemas.openxmlformats.org/officeDocument/2006/relationships/image" Target="../media/image413.svg"/><Relationship Id="rId8" Type="http://schemas.openxmlformats.org/officeDocument/2006/relationships/image" Target="../media/image344.svg"/><Relationship Id="rId51" Type="http://schemas.openxmlformats.org/officeDocument/2006/relationships/image" Target="../media/image387.svg"/><Relationship Id="rId72" Type="http://schemas.openxmlformats.org/officeDocument/2006/relationships/image" Target="../media/image408.svg"/><Relationship Id="rId80" Type="http://schemas.openxmlformats.org/officeDocument/2006/relationships/image" Target="../media/image416.svg"/><Relationship Id="rId85" Type="http://schemas.openxmlformats.org/officeDocument/2006/relationships/image" Target="../media/image421.svg"/><Relationship Id="rId3" Type="http://schemas.openxmlformats.org/officeDocument/2006/relationships/image" Target="../media/image339.svg"/><Relationship Id="rId12" Type="http://schemas.openxmlformats.org/officeDocument/2006/relationships/image" Target="../media/image348.svg"/><Relationship Id="rId17" Type="http://schemas.openxmlformats.org/officeDocument/2006/relationships/image" Target="../media/image353.svg"/><Relationship Id="rId25" Type="http://schemas.openxmlformats.org/officeDocument/2006/relationships/image" Target="../media/image361.svg"/><Relationship Id="rId33" Type="http://schemas.openxmlformats.org/officeDocument/2006/relationships/image" Target="../media/image369.svg"/><Relationship Id="rId38" Type="http://schemas.openxmlformats.org/officeDocument/2006/relationships/image" Target="../media/image374.svg"/><Relationship Id="rId46" Type="http://schemas.openxmlformats.org/officeDocument/2006/relationships/image" Target="../media/image382.svg"/><Relationship Id="rId59" Type="http://schemas.openxmlformats.org/officeDocument/2006/relationships/image" Target="../media/image395.svg"/><Relationship Id="rId67" Type="http://schemas.openxmlformats.org/officeDocument/2006/relationships/image" Target="../media/image403.svg"/><Relationship Id="rId20" Type="http://schemas.openxmlformats.org/officeDocument/2006/relationships/image" Target="../media/image356.svg"/><Relationship Id="rId41" Type="http://schemas.openxmlformats.org/officeDocument/2006/relationships/image" Target="../media/image377.svg"/><Relationship Id="rId54" Type="http://schemas.openxmlformats.org/officeDocument/2006/relationships/image" Target="../media/image390.svg"/><Relationship Id="rId62" Type="http://schemas.openxmlformats.org/officeDocument/2006/relationships/image" Target="../media/image398.svg"/><Relationship Id="rId70" Type="http://schemas.openxmlformats.org/officeDocument/2006/relationships/image" Target="../media/image406.svg"/><Relationship Id="rId75" Type="http://schemas.openxmlformats.org/officeDocument/2006/relationships/image" Target="../media/image411.svg"/><Relationship Id="rId83" Type="http://schemas.openxmlformats.org/officeDocument/2006/relationships/image" Target="../media/image419.svg"/><Relationship Id="rId1" Type="http://schemas.openxmlformats.org/officeDocument/2006/relationships/slideLayout" Target="../slideLayouts/slideLayout17.xml"/><Relationship Id="rId6" Type="http://schemas.openxmlformats.org/officeDocument/2006/relationships/image" Target="../media/image342.svg"/><Relationship Id="rId15" Type="http://schemas.openxmlformats.org/officeDocument/2006/relationships/image" Target="../media/image351.svg"/><Relationship Id="rId23" Type="http://schemas.openxmlformats.org/officeDocument/2006/relationships/image" Target="../media/image359.svg"/><Relationship Id="rId28" Type="http://schemas.openxmlformats.org/officeDocument/2006/relationships/image" Target="../media/image364.svg"/><Relationship Id="rId36" Type="http://schemas.openxmlformats.org/officeDocument/2006/relationships/image" Target="../media/image372.svg"/><Relationship Id="rId49" Type="http://schemas.openxmlformats.org/officeDocument/2006/relationships/image" Target="../media/image385.svg"/><Relationship Id="rId57" Type="http://schemas.openxmlformats.org/officeDocument/2006/relationships/image" Target="../media/image393.svg"/><Relationship Id="rId10" Type="http://schemas.openxmlformats.org/officeDocument/2006/relationships/image" Target="../media/image346.svg"/><Relationship Id="rId31" Type="http://schemas.openxmlformats.org/officeDocument/2006/relationships/image" Target="../media/image367.svg"/><Relationship Id="rId44" Type="http://schemas.openxmlformats.org/officeDocument/2006/relationships/image" Target="../media/image380.svg"/><Relationship Id="rId52" Type="http://schemas.openxmlformats.org/officeDocument/2006/relationships/image" Target="../media/image388.svg"/><Relationship Id="rId60" Type="http://schemas.openxmlformats.org/officeDocument/2006/relationships/image" Target="../media/image396.svg"/><Relationship Id="rId65" Type="http://schemas.openxmlformats.org/officeDocument/2006/relationships/image" Target="../media/image401.svg"/><Relationship Id="rId73" Type="http://schemas.openxmlformats.org/officeDocument/2006/relationships/image" Target="../media/image409.svg"/><Relationship Id="rId78" Type="http://schemas.openxmlformats.org/officeDocument/2006/relationships/image" Target="../media/image414.svg"/><Relationship Id="rId81" Type="http://schemas.openxmlformats.org/officeDocument/2006/relationships/image" Target="../media/image417.svg"/><Relationship Id="rId4" Type="http://schemas.openxmlformats.org/officeDocument/2006/relationships/image" Target="../media/image340.svg"/><Relationship Id="rId9" Type="http://schemas.openxmlformats.org/officeDocument/2006/relationships/image" Target="../media/image345.svg"/><Relationship Id="rId13" Type="http://schemas.openxmlformats.org/officeDocument/2006/relationships/image" Target="../media/image349.svg"/><Relationship Id="rId18" Type="http://schemas.openxmlformats.org/officeDocument/2006/relationships/image" Target="../media/image354.svg"/><Relationship Id="rId39" Type="http://schemas.openxmlformats.org/officeDocument/2006/relationships/image" Target="../media/image375.svg"/><Relationship Id="rId34" Type="http://schemas.openxmlformats.org/officeDocument/2006/relationships/image" Target="../media/image370.svg"/><Relationship Id="rId50" Type="http://schemas.openxmlformats.org/officeDocument/2006/relationships/image" Target="../media/image386.svg"/><Relationship Id="rId55" Type="http://schemas.openxmlformats.org/officeDocument/2006/relationships/image" Target="../media/image391.svg"/><Relationship Id="rId76" Type="http://schemas.openxmlformats.org/officeDocument/2006/relationships/image" Target="../media/image412.svg"/><Relationship Id="rId7" Type="http://schemas.openxmlformats.org/officeDocument/2006/relationships/image" Target="../media/image343.svg"/><Relationship Id="rId71" Type="http://schemas.openxmlformats.org/officeDocument/2006/relationships/image" Target="../media/image407.svg"/><Relationship Id="rId2" Type="http://schemas.openxmlformats.org/officeDocument/2006/relationships/image" Target="../media/image338.svg"/><Relationship Id="rId29" Type="http://schemas.openxmlformats.org/officeDocument/2006/relationships/image" Target="../media/image365.svg"/><Relationship Id="rId24" Type="http://schemas.openxmlformats.org/officeDocument/2006/relationships/image" Target="../media/image360.svg"/><Relationship Id="rId40" Type="http://schemas.openxmlformats.org/officeDocument/2006/relationships/image" Target="../media/image376.svg"/><Relationship Id="rId45" Type="http://schemas.openxmlformats.org/officeDocument/2006/relationships/image" Target="../media/image381.svg"/><Relationship Id="rId66" Type="http://schemas.openxmlformats.org/officeDocument/2006/relationships/image" Target="../media/image402.svg"/><Relationship Id="rId61" Type="http://schemas.openxmlformats.org/officeDocument/2006/relationships/image" Target="../media/image397.svg"/><Relationship Id="rId82" Type="http://schemas.openxmlformats.org/officeDocument/2006/relationships/image" Target="../media/image418.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1392127-A6D4-4DE7-B042-2AE843D73193}"/>
              </a:ext>
            </a:extLst>
          </p:cNvPr>
          <p:cNvSpPr>
            <a:spLocks noGrp="1"/>
          </p:cNvSpPr>
          <p:nvPr>
            <p:ph type="ctrTitle"/>
          </p:nvPr>
        </p:nvSpPr>
        <p:spPr>
          <a:xfrm>
            <a:off x="609600" y="3429000"/>
            <a:ext cx="10972800" cy="2196295"/>
          </a:xfrm>
        </p:spPr>
        <p:txBody>
          <a:bodyPr/>
          <a:lstStyle/>
          <a:p>
            <a:r>
              <a:rPr lang="de-DE" dirty="0"/>
              <a:t>Teilthema Ihrer Gruppe</a:t>
            </a:r>
          </a:p>
        </p:txBody>
      </p:sp>
      <p:sp>
        <p:nvSpPr>
          <p:cNvPr id="3" name="Untertitel 2">
            <a:extLst>
              <a:ext uri="{FF2B5EF4-FFF2-40B4-BE49-F238E27FC236}">
                <a16:creationId xmlns:a16="http://schemas.microsoft.com/office/drawing/2014/main" id="{691F6330-C39B-4485-AD3C-BF8578A251E4}"/>
              </a:ext>
            </a:extLst>
          </p:cNvPr>
          <p:cNvSpPr>
            <a:spLocks noGrp="1"/>
          </p:cNvSpPr>
          <p:nvPr>
            <p:ph type="subTitle" idx="1"/>
          </p:nvPr>
        </p:nvSpPr>
        <p:spPr>
          <a:xfrm>
            <a:off x="609600" y="1736725"/>
            <a:ext cx="10972800" cy="1387475"/>
          </a:xfrm>
        </p:spPr>
        <p:txBody>
          <a:bodyPr/>
          <a:lstStyle/>
          <a:p>
            <a:r>
              <a:rPr lang="de-DE" dirty="0"/>
              <a:t>Name, Vorname; Name, Vorname (Gruppe Nr. ???)</a:t>
            </a:r>
          </a:p>
          <a:p>
            <a:r>
              <a:rPr lang="de-DE" dirty="0"/>
              <a:t>Professur für Automatisierungstechnik</a:t>
            </a:r>
          </a:p>
          <a:p>
            <a:r>
              <a:rPr lang="de-DE" dirty="0"/>
              <a:t>Zwischenpräsentation/Verteidigung im Oberseminar Automatisierungstechnik in SS2026</a:t>
            </a:r>
          </a:p>
        </p:txBody>
      </p:sp>
    </p:spTree>
    <p:extLst>
      <p:ext uri="{BB962C8B-B14F-4D97-AF65-F5344CB8AC3E}">
        <p14:creationId xmlns:p14="http://schemas.microsoft.com/office/powerpoint/2010/main" val="22133605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C85FC11-7D54-D1C3-1393-4B81AEA4443B}"/>
              </a:ext>
            </a:extLst>
          </p:cNvPr>
          <p:cNvSpPr>
            <a:spLocks noGrp="1"/>
          </p:cNvSpPr>
          <p:nvPr>
            <p:ph type="title"/>
          </p:nvPr>
        </p:nvSpPr>
        <p:spPr/>
        <p:txBody>
          <a:bodyPr/>
          <a:lstStyle/>
          <a:p>
            <a:r>
              <a:rPr lang="de-DE" dirty="0"/>
              <a:t>OSAT-Hinweise</a:t>
            </a:r>
          </a:p>
        </p:txBody>
      </p:sp>
      <p:sp>
        <p:nvSpPr>
          <p:cNvPr id="3" name="Inhaltsplatzhalter 2">
            <a:extLst>
              <a:ext uri="{FF2B5EF4-FFF2-40B4-BE49-F238E27FC236}">
                <a16:creationId xmlns:a16="http://schemas.microsoft.com/office/drawing/2014/main" id="{E916AFE8-E700-1C36-F96B-E178EBF4336C}"/>
              </a:ext>
            </a:extLst>
          </p:cNvPr>
          <p:cNvSpPr>
            <a:spLocks noGrp="1"/>
          </p:cNvSpPr>
          <p:nvPr>
            <p:ph idx="1"/>
          </p:nvPr>
        </p:nvSpPr>
        <p:spPr/>
        <p:txBody>
          <a:bodyPr/>
          <a:lstStyle/>
          <a:p>
            <a:pPr marL="285750" indent="-285750">
              <a:buFont typeface="Arial" panose="020B0604020202020204" pitchFamily="34" charset="0"/>
              <a:buChar char="•"/>
            </a:pPr>
            <a:r>
              <a:rPr lang="de-DE" b="0" dirty="0"/>
              <a:t>Abschließende Folien stammen aus dem Corporate Design der TU Dresden ab 2025. Beachten Sie bitte diese Vorlagen bei der Gestaltung Ihrer Folien! </a:t>
            </a:r>
          </a:p>
          <a:p>
            <a:pPr marL="285750" indent="-285750">
              <a:spcBef>
                <a:spcPts val="450"/>
              </a:spcBef>
              <a:buClr>
                <a:srgbClr val="0B2A51"/>
              </a:buClr>
              <a:buFont typeface="Arial" panose="020B0604020202020204" pitchFamily="34" charset="0"/>
              <a:buChar char="•"/>
              <a:tabLst>
                <a:tab pos="341313" algn="l"/>
                <a:tab pos="911225" algn="l"/>
                <a:tab pos="1825625" algn="l"/>
                <a:tab pos="1968500" algn="l"/>
                <a:tab pos="2740025" algn="l"/>
                <a:tab pos="3654425" algn="l"/>
                <a:tab pos="4568825" algn="l"/>
                <a:tab pos="5483225" algn="l"/>
                <a:tab pos="6397625" algn="l"/>
                <a:tab pos="7312025" algn="l"/>
                <a:tab pos="8226425" algn="l"/>
                <a:tab pos="9140825" algn="l"/>
                <a:tab pos="10055225" algn="l"/>
              </a:tabLst>
            </a:pPr>
            <a:r>
              <a:rPr lang="de-DE" b="0" dirty="0">
                <a:solidFill>
                  <a:srgbClr val="0B2A51"/>
                </a:solidFill>
              </a:rPr>
              <a:t>Verwenden Sie bitte Bilder zur anschaulichen Darstellung!</a:t>
            </a:r>
          </a:p>
          <a:p>
            <a:pPr marL="285750" indent="-285750">
              <a:spcBef>
                <a:spcPts val="450"/>
              </a:spcBef>
              <a:buClr>
                <a:srgbClr val="0B2A51"/>
              </a:buClr>
              <a:buFont typeface="Arial" panose="020B0604020202020204" pitchFamily="34" charset="0"/>
              <a:buChar char="•"/>
              <a:tabLst>
                <a:tab pos="341313" algn="l"/>
                <a:tab pos="911225" algn="l"/>
                <a:tab pos="1825625" algn="l"/>
                <a:tab pos="1968500" algn="l"/>
                <a:tab pos="2740025" algn="l"/>
                <a:tab pos="3654425" algn="l"/>
                <a:tab pos="4568825" algn="l"/>
                <a:tab pos="5483225" algn="l"/>
                <a:tab pos="6397625" algn="l"/>
                <a:tab pos="7312025" algn="l"/>
                <a:tab pos="8226425" algn="l"/>
                <a:tab pos="9140825" algn="l"/>
                <a:tab pos="10055225" algn="l"/>
              </a:tabLst>
            </a:pPr>
            <a:r>
              <a:rPr lang="de-DE" b="0" dirty="0">
                <a:solidFill>
                  <a:srgbClr val="0B2A51"/>
                </a:solidFill>
              </a:rPr>
              <a:t>Bilder aus anderen Quellen müssen referenziert werden!</a:t>
            </a:r>
          </a:p>
          <a:p>
            <a:pPr marL="285750" indent="-285750">
              <a:spcBef>
                <a:spcPts val="450"/>
              </a:spcBef>
              <a:buClr>
                <a:srgbClr val="0B2A51"/>
              </a:buClr>
              <a:buFont typeface="Arial" panose="020B0604020202020204" pitchFamily="34" charset="0"/>
              <a:buChar char="•"/>
              <a:tabLst>
                <a:tab pos="341313" algn="l"/>
                <a:tab pos="911225" algn="l"/>
                <a:tab pos="1825625" algn="l"/>
                <a:tab pos="1968500" algn="l"/>
                <a:tab pos="2740025" algn="l"/>
                <a:tab pos="3654425" algn="l"/>
                <a:tab pos="4568825" algn="l"/>
                <a:tab pos="5483225" algn="l"/>
                <a:tab pos="6397625" algn="l"/>
                <a:tab pos="7312025" algn="l"/>
                <a:tab pos="8226425" algn="l"/>
                <a:tab pos="9140825" algn="l"/>
                <a:tab pos="10055225" algn="l"/>
              </a:tabLst>
            </a:pPr>
            <a:r>
              <a:rPr lang="de-DE" b="0" dirty="0">
                <a:solidFill>
                  <a:srgbClr val="0B2A51"/>
                </a:solidFill>
              </a:rPr>
              <a:t>Wählen Sie keine zu kleine Schriftgröße! Kontrollieren Sie dies auch bei eingefügten Diagrammen! </a:t>
            </a:r>
          </a:p>
          <a:p>
            <a:pPr marL="285750" indent="-285750">
              <a:spcBef>
                <a:spcPts val="450"/>
              </a:spcBef>
              <a:buClr>
                <a:srgbClr val="0B2A51"/>
              </a:buClr>
              <a:buFont typeface="Arial" panose="020B0604020202020204" pitchFamily="34" charset="0"/>
              <a:buChar char="•"/>
              <a:tabLst>
                <a:tab pos="341313" algn="l"/>
                <a:tab pos="911225" algn="l"/>
                <a:tab pos="1825625" algn="l"/>
                <a:tab pos="1968500" algn="l"/>
                <a:tab pos="2740025" algn="l"/>
                <a:tab pos="3654425" algn="l"/>
                <a:tab pos="4568825" algn="l"/>
                <a:tab pos="5483225" algn="l"/>
                <a:tab pos="6397625" algn="l"/>
                <a:tab pos="7312025" algn="l"/>
                <a:tab pos="8226425" algn="l"/>
                <a:tab pos="9140825" algn="l"/>
                <a:tab pos="10055225" algn="l"/>
              </a:tabLst>
            </a:pPr>
            <a:r>
              <a:rPr lang="de-DE" b="0" dirty="0">
                <a:solidFill>
                  <a:srgbClr val="0B2A51"/>
                </a:solidFill>
              </a:rPr>
              <a:t>Versuchen Sie die Zeitvorgabe einzuhalten!</a:t>
            </a:r>
            <a:endParaRPr lang="de-DE" b="0" dirty="0"/>
          </a:p>
          <a:p>
            <a:endParaRPr lang="de-DE" dirty="0"/>
          </a:p>
        </p:txBody>
      </p:sp>
      <p:sp>
        <p:nvSpPr>
          <p:cNvPr id="4" name="Rechteckige Legende 4">
            <a:extLst>
              <a:ext uri="{FF2B5EF4-FFF2-40B4-BE49-F238E27FC236}">
                <a16:creationId xmlns:a16="http://schemas.microsoft.com/office/drawing/2014/main" id="{52B07C44-8F3B-816D-6627-CDAC5F81AD86}"/>
              </a:ext>
            </a:extLst>
          </p:cNvPr>
          <p:cNvSpPr/>
          <p:nvPr/>
        </p:nvSpPr>
        <p:spPr>
          <a:xfrm>
            <a:off x="5741927" y="4481735"/>
            <a:ext cx="2833884" cy="1360265"/>
          </a:xfrm>
          <a:prstGeom prst="wedgeRectCallout">
            <a:avLst>
              <a:gd name="adj1" fmla="val -129218"/>
              <a:gd name="adj2" fmla="val 81659"/>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chemeClr val="tx1"/>
                </a:solidFill>
              </a:rPr>
              <a:t>Fußzeile bitte anpassen: über Ansicht, Folienmaster,  1. Folie links </a:t>
            </a:r>
          </a:p>
        </p:txBody>
      </p:sp>
    </p:spTree>
    <p:extLst>
      <p:ext uri="{BB962C8B-B14F-4D97-AF65-F5344CB8AC3E}">
        <p14:creationId xmlns:p14="http://schemas.microsoft.com/office/powerpoint/2010/main" val="288985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14BF398-A951-2B2B-004E-89A95FB1B1E8}"/>
              </a:ext>
            </a:extLst>
          </p:cNvPr>
          <p:cNvSpPr>
            <a:spLocks noGrp="1"/>
          </p:cNvSpPr>
          <p:nvPr>
            <p:ph type="title"/>
          </p:nvPr>
        </p:nvSpPr>
        <p:spPr/>
        <p:txBody>
          <a:bodyPr/>
          <a:lstStyle/>
          <a:p>
            <a:r>
              <a:rPr lang="de-DE" dirty="0"/>
              <a:t>Analyse der Lösung</a:t>
            </a:r>
          </a:p>
        </p:txBody>
      </p:sp>
      <p:sp>
        <p:nvSpPr>
          <p:cNvPr id="3" name="Textplatzhalter 2">
            <a:extLst>
              <a:ext uri="{FF2B5EF4-FFF2-40B4-BE49-F238E27FC236}">
                <a16:creationId xmlns:a16="http://schemas.microsoft.com/office/drawing/2014/main" id="{B225B4D9-2A90-97D4-A06E-DFF997CE816A}"/>
              </a:ext>
            </a:extLst>
          </p:cNvPr>
          <p:cNvSpPr>
            <a:spLocks noGrp="1"/>
          </p:cNvSpPr>
          <p:nvPr>
            <p:ph type="body" sz="quarter" idx="10"/>
          </p:nvPr>
        </p:nvSpPr>
        <p:spPr/>
        <p:txBody>
          <a:bodyPr/>
          <a:lstStyle/>
          <a:p>
            <a:endParaRPr lang="de-DE"/>
          </a:p>
        </p:txBody>
      </p:sp>
    </p:spTree>
    <p:extLst>
      <p:ext uri="{BB962C8B-B14F-4D97-AF65-F5344CB8AC3E}">
        <p14:creationId xmlns:p14="http://schemas.microsoft.com/office/powerpoint/2010/main" val="25270266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C85FC11-7D54-D1C3-1393-4B81AEA4443B}"/>
              </a:ext>
            </a:extLst>
          </p:cNvPr>
          <p:cNvSpPr>
            <a:spLocks noGrp="1"/>
          </p:cNvSpPr>
          <p:nvPr>
            <p:ph type="title"/>
          </p:nvPr>
        </p:nvSpPr>
        <p:spPr/>
        <p:txBody>
          <a:bodyPr/>
          <a:lstStyle/>
          <a:p>
            <a:r>
              <a:rPr lang="de-DE" dirty="0"/>
              <a:t>OSAT-Hinweise</a:t>
            </a:r>
          </a:p>
        </p:txBody>
      </p:sp>
      <p:sp>
        <p:nvSpPr>
          <p:cNvPr id="3" name="Inhaltsplatzhalter 2">
            <a:extLst>
              <a:ext uri="{FF2B5EF4-FFF2-40B4-BE49-F238E27FC236}">
                <a16:creationId xmlns:a16="http://schemas.microsoft.com/office/drawing/2014/main" id="{E916AFE8-E700-1C36-F96B-E178EBF4336C}"/>
              </a:ext>
            </a:extLst>
          </p:cNvPr>
          <p:cNvSpPr>
            <a:spLocks noGrp="1"/>
          </p:cNvSpPr>
          <p:nvPr>
            <p:ph idx="1"/>
          </p:nvPr>
        </p:nvSpPr>
        <p:spPr/>
        <p:txBody>
          <a:bodyPr/>
          <a:lstStyle/>
          <a:p>
            <a:pPr marL="285750" indent="-285750">
              <a:buFont typeface="Arial" panose="020B0604020202020204" pitchFamily="34" charset="0"/>
              <a:buChar char="•"/>
            </a:pPr>
            <a:r>
              <a:rPr lang="de-DE" b="0" dirty="0"/>
              <a:t>Die Folien in diesem Abschnitt dienen zur Darstellung der Ergebnisse der Teilaufgabe „Analyse der festgelegten Lösung einer Teilaufgabe in der Navigation mobiler Roboter, Kennenlernen und ggf. Inbetriebnahme der Beispielssoftware“ in der </a:t>
            </a:r>
            <a:r>
              <a:rPr lang="de-DE" b="1" dirty="0"/>
              <a:t>Zwischenpräsentation</a:t>
            </a:r>
            <a:r>
              <a:rPr lang="de-DE" b="0" dirty="0"/>
              <a:t> aber </a:t>
            </a:r>
            <a:r>
              <a:rPr lang="de-DE" b="1" dirty="0"/>
              <a:t>können</a:t>
            </a:r>
            <a:r>
              <a:rPr lang="de-DE" b="0" dirty="0"/>
              <a:t> auch zur </a:t>
            </a:r>
            <a:r>
              <a:rPr lang="de-DE" b="1" dirty="0"/>
              <a:t>begleitenden </a:t>
            </a:r>
            <a:r>
              <a:rPr lang="de-DE" b="0" dirty="0"/>
              <a:t>Darstellung der Ergebnisse in der </a:t>
            </a:r>
            <a:r>
              <a:rPr lang="de-DE" b="1" dirty="0"/>
              <a:t>Verteidigung</a:t>
            </a:r>
            <a:r>
              <a:rPr lang="de-DE" b="0" dirty="0"/>
              <a:t> benutzt werden.</a:t>
            </a:r>
          </a:p>
          <a:p>
            <a:pPr marL="285750" indent="-285750">
              <a:buFont typeface="Arial" panose="020B0604020202020204" pitchFamily="34" charset="0"/>
              <a:buChar char="•"/>
            </a:pPr>
            <a:r>
              <a:rPr lang="de-DE" b="0" dirty="0"/>
              <a:t>Beachten Sie dabei die Fragestellungen in der Aufgabenstellung!</a:t>
            </a:r>
            <a:r>
              <a:rPr lang="de-DE" b="0" dirty="0">
                <a:solidFill>
                  <a:srgbClr val="0B2A51"/>
                </a:solidFill>
              </a:rPr>
              <a:t>!</a:t>
            </a:r>
            <a:endParaRPr lang="de-DE" b="0" dirty="0"/>
          </a:p>
          <a:p>
            <a:endParaRPr lang="de-DE" dirty="0"/>
          </a:p>
        </p:txBody>
      </p:sp>
    </p:spTree>
    <p:extLst>
      <p:ext uri="{BB962C8B-B14F-4D97-AF65-F5344CB8AC3E}">
        <p14:creationId xmlns:p14="http://schemas.microsoft.com/office/powerpoint/2010/main" val="35495136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4E173C8-A862-7773-0177-4B0B347E402F}"/>
              </a:ext>
            </a:extLst>
          </p:cNvPr>
          <p:cNvSpPr>
            <a:spLocks noGrp="1"/>
          </p:cNvSpPr>
          <p:nvPr>
            <p:ph type="title"/>
          </p:nvPr>
        </p:nvSpPr>
        <p:spPr/>
        <p:txBody>
          <a:bodyPr/>
          <a:lstStyle/>
          <a:p>
            <a:r>
              <a:rPr lang="de-DE" dirty="0"/>
              <a:t>Neuronales Netz</a:t>
            </a:r>
          </a:p>
        </p:txBody>
      </p:sp>
      <p:sp>
        <p:nvSpPr>
          <p:cNvPr id="3" name="Textplatzhalter 2">
            <a:extLst>
              <a:ext uri="{FF2B5EF4-FFF2-40B4-BE49-F238E27FC236}">
                <a16:creationId xmlns:a16="http://schemas.microsoft.com/office/drawing/2014/main" id="{ABE653CC-30B2-BEA6-5C9A-C78534BCB241}"/>
              </a:ext>
            </a:extLst>
          </p:cNvPr>
          <p:cNvSpPr>
            <a:spLocks noGrp="1"/>
          </p:cNvSpPr>
          <p:nvPr>
            <p:ph type="body" sz="quarter" idx="10"/>
          </p:nvPr>
        </p:nvSpPr>
        <p:spPr/>
        <p:txBody>
          <a:bodyPr/>
          <a:lstStyle/>
          <a:p>
            <a:endParaRPr lang="de-DE" dirty="0"/>
          </a:p>
        </p:txBody>
      </p:sp>
    </p:spTree>
    <p:extLst>
      <p:ext uri="{BB962C8B-B14F-4D97-AF65-F5344CB8AC3E}">
        <p14:creationId xmlns:p14="http://schemas.microsoft.com/office/powerpoint/2010/main" val="440763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C85FC11-7D54-D1C3-1393-4B81AEA4443B}"/>
              </a:ext>
            </a:extLst>
          </p:cNvPr>
          <p:cNvSpPr>
            <a:spLocks noGrp="1"/>
          </p:cNvSpPr>
          <p:nvPr>
            <p:ph type="title"/>
          </p:nvPr>
        </p:nvSpPr>
        <p:spPr/>
        <p:txBody>
          <a:bodyPr/>
          <a:lstStyle/>
          <a:p>
            <a:r>
              <a:rPr lang="de-DE" dirty="0"/>
              <a:t>OSAT-Hinweise</a:t>
            </a:r>
          </a:p>
        </p:txBody>
      </p:sp>
      <p:sp>
        <p:nvSpPr>
          <p:cNvPr id="3" name="Inhaltsplatzhalter 2">
            <a:extLst>
              <a:ext uri="{FF2B5EF4-FFF2-40B4-BE49-F238E27FC236}">
                <a16:creationId xmlns:a16="http://schemas.microsoft.com/office/drawing/2014/main" id="{E916AFE8-E700-1C36-F96B-E178EBF4336C}"/>
              </a:ext>
            </a:extLst>
          </p:cNvPr>
          <p:cNvSpPr>
            <a:spLocks noGrp="1"/>
          </p:cNvSpPr>
          <p:nvPr>
            <p:ph idx="1"/>
          </p:nvPr>
        </p:nvSpPr>
        <p:spPr/>
        <p:txBody>
          <a:bodyPr/>
          <a:lstStyle/>
          <a:p>
            <a:pPr marL="285750" indent="-285750">
              <a:buFont typeface="Arial" panose="020B0604020202020204" pitchFamily="34" charset="0"/>
              <a:buChar char="•"/>
            </a:pPr>
            <a:r>
              <a:rPr lang="de-DE" b="0" dirty="0"/>
              <a:t>Die Folien in diesem Abschnitt </a:t>
            </a:r>
            <a:r>
              <a:rPr lang="de-DE" b="1" dirty="0"/>
              <a:t>können </a:t>
            </a:r>
            <a:r>
              <a:rPr lang="de-DE" b="0" dirty="0"/>
              <a:t>zur </a:t>
            </a:r>
            <a:r>
              <a:rPr lang="de-DE" b="1" dirty="0"/>
              <a:t>begleitenden </a:t>
            </a:r>
            <a:r>
              <a:rPr lang="de-DE" b="0" dirty="0"/>
              <a:t>Darstellung der Ergebnisse der Teilaufgabe „Verstehen der Lösung der Navigation-Teilaufgabe mithilfe des verwendeten neuronalen Netzes“ in der </a:t>
            </a:r>
            <a:r>
              <a:rPr lang="de-DE" b="1" dirty="0"/>
              <a:t>Verteidigung</a:t>
            </a:r>
            <a:r>
              <a:rPr lang="de-DE" b="0" dirty="0"/>
              <a:t> benutzt werden.</a:t>
            </a:r>
          </a:p>
          <a:p>
            <a:pPr marL="285750" indent="-285750">
              <a:buFont typeface="Arial" panose="020B0604020202020204" pitchFamily="34" charset="0"/>
              <a:buChar char="•"/>
            </a:pPr>
            <a:r>
              <a:rPr lang="de-DE" b="0" dirty="0"/>
              <a:t>Beachten Sie dabei die Fragestellungen in der Aufgabenstellung!</a:t>
            </a:r>
            <a:r>
              <a:rPr lang="de-DE" b="0" dirty="0">
                <a:solidFill>
                  <a:srgbClr val="0B2A51"/>
                </a:solidFill>
              </a:rPr>
              <a:t>!</a:t>
            </a:r>
            <a:endParaRPr lang="de-DE" b="0" dirty="0"/>
          </a:p>
          <a:p>
            <a:endParaRPr lang="de-DE" dirty="0"/>
          </a:p>
        </p:txBody>
      </p:sp>
    </p:spTree>
    <p:extLst>
      <p:ext uri="{BB962C8B-B14F-4D97-AF65-F5344CB8AC3E}">
        <p14:creationId xmlns:p14="http://schemas.microsoft.com/office/powerpoint/2010/main" val="36768565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B7B0969-53CF-A02D-2047-4E5FD9804893}"/>
              </a:ext>
            </a:extLst>
          </p:cNvPr>
          <p:cNvSpPr>
            <a:spLocks noGrp="1"/>
          </p:cNvSpPr>
          <p:nvPr>
            <p:ph type="title"/>
          </p:nvPr>
        </p:nvSpPr>
        <p:spPr/>
        <p:txBody>
          <a:bodyPr/>
          <a:lstStyle/>
          <a:p>
            <a:r>
              <a:rPr lang="de-DE" dirty="0"/>
              <a:t>Prinzipien zur Lösung ähnlicher Aufgaben (optional)</a:t>
            </a:r>
          </a:p>
        </p:txBody>
      </p:sp>
      <p:sp>
        <p:nvSpPr>
          <p:cNvPr id="3" name="Textplatzhalter 2">
            <a:extLst>
              <a:ext uri="{FF2B5EF4-FFF2-40B4-BE49-F238E27FC236}">
                <a16:creationId xmlns:a16="http://schemas.microsoft.com/office/drawing/2014/main" id="{B0721222-9A76-F9FE-41FD-9BE616578112}"/>
              </a:ext>
            </a:extLst>
          </p:cNvPr>
          <p:cNvSpPr>
            <a:spLocks noGrp="1"/>
          </p:cNvSpPr>
          <p:nvPr>
            <p:ph type="body" sz="quarter" idx="10"/>
          </p:nvPr>
        </p:nvSpPr>
        <p:spPr/>
        <p:txBody>
          <a:bodyPr/>
          <a:lstStyle/>
          <a:p>
            <a:endParaRPr lang="de-DE"/>
          </a:p>
        </p:txBody>
      </p:sp>
    </p:spTree>
    <p:extLst>
      <p:ext uri="{BB962C8B-B14F-4D97-AF65-F5344CB8AC3E}">
        <p14:creationId xmlns:p14="http://schemas.microsoft.com/office/powerpoint/2010/main" val="26611665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C85FC11-7D54-D1C3-1393-4B81AEA4443B}"/>
              </a:ext>
            </a:extLst>
          </p:cNvPr>
          <p:cNvSpPr>
            <a:spLocks noGrp="1"/>
          </p:cNvSpPr>
          <p:nvPr>
            <p:ph type="title"/>
          </p:nvPr>
        </p:nvSpPr>
        <p:spPr/>
        <p:txBody>
          <a:bodyPr/>
          <a:lstStyle/>
          <a:p>
            <a:r>
              <a:rPr lang="de-DE" dirty="0"/>
              <a:t>OSAT-Hinweise</a:t>
            </a:r>
          </a:p>
        </p:txBody>
      </p:sp>
      <p:sp>
        <p:nvSpPr>
          <p:cNvPr id="3" name="Inhaltsplatzhalter 2">
            <a:extLst>
              <a:ext uri="{FF2B5EF4-FFF2-40B4-BE49-F238E27FC236}">
                <a16:creationId xmlns:a16="http://schemas.microsoft.com/office/drawing/2014/main" id="{E916AFE8-E700-1C36-F96B-E178EBF4336C}"/>
              </a:ext>
            </a:extLst>
          </p:cNvPr>
          <p:cNvSpPr>
            <a:spLocks noGrp="1"/>
          </p:cNvSpPr>
          <p:nvPr>
            <p:ph idx="1"/>
          </p:nvPr>
        </p:nvSpPr>
        <p:spPr/>
        <p:txBody>
          <a:bodyPr/>
          <a:lstStyle/>
          <a:p>
            <a:pPr marL="285750" indent="-285750">
              <a:buFont typeface="Arial" panose="020B0604020202020204" pitchFamily="34" charset="0"/>
              <a:buChar char="•"/>
            </a:pPr>
            <a:r>
              <a:rPr lang="de-DE" b="0" dirty="0"/>
              <a:t>Die Folien in diesem Abschnitt </a:t>
            </a:r>
            <a:r>
              <a:rPr lang="de-DE" b="1" dirty="0"/>
              <a:t>können </a:t>
            </a:r>
            <a:r>
              <a:rPr lang="de-DE" b="0" dirty="0"/>
              <a:t>zur </a:t>
            </a:r>
            <a:r>
              <a:rPr lang="de-DE" b="1" dirty="0"/>
              <a:t>begleitenden </a:t>
            </a:r>
            <a:r>
              <a:rPr lang="de-DE" b="0" dirty="0"/>
              <a:t>zur Darstellung der Ergebnisse der </a:t>
            </a:r>
            <a:r>
              <a:rPr lang="de-DE" dirty="0"/>
              <a:t>optionalen </a:t>
            </a:r>
            <a:r>
              <a:rPr lang="de-DE" b="0" dirty="0"/>
              <a:t>Teilaufgabe „Verstehen der Prinzipien zur Lösung ähnlicher Aufgaben mithilfe von neuronalen Netzen“ in der </a:t>
            </a:r>
            <a:r>
              <a:rPr lang="de-DE" b="1" dirty="0"/>
              <a:t>Verteidigung</a:t>
            </a:r>
            <a:r>
              <a:rPr lang="de-DE" b="0" dirty="0"/>
              <a:t> benutzt werden.</a:t>
            </a:r>
          </a:p>
          <a:p>
            <a:pPr marL="285750" indent="-285750">
              <a:buFont typeface="Arial" panose="020B0604020202020204" pitchFamily="34" charset="0"/>
              <a:buChar char="•"/>
            </a:pPr>
            <a:r>
              <a:rPr lang="de-DE" b="0" dirty="0"/>
              <a:t>Beachten Sie dabei die Fragestellungen in der Aufgabenstellung!</a:t>
            </a:r>
            <a:r>
              <a:rPr lang="de-DE" b="0" dirty="0">
                <a:solidFill>
                  <a:srgbClr val="0B2A51"/>
                </a:solidFill>
              </a:rPr>
              <a:t>!</a:t>
            </a:r>
            <a:endParaRPr lang="de-DE" b="0" dirty="0"/>
          </a:p>
          <a:p>
            <a:endParaRPr lang="de-DE" dirty="0"/>
          </a:p>
        </p:txBody>
      </p:sp>
    </p:spTree>
    <p:extLst>
      <p:ext uri="{BB962C8B-B14F-4D97-AF65-F5344CB8AC3E}">
        <p14:creationId xmlns:p14="http://schemas.microsoft.com/office/powerpoint/2010/main" val="25022509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F181909-CE33-A893-9C6B-60170D031E3E}"/>
              </a:ext>
            </a:extLst>
          </p:cNvPr>
          <p:cNvSpPr>
            <a:spLocks noGrp="1"/>
          </p:cNvSpPr>
          <p:nvPr>
            <p:ph type="title"/>
          </p:nvPr>
        </p:nvSpPr>
        <p:spPr/>
        <p:txBody>
          <a:bodyPr/>
          <a:lstStyle/>
          <a:p>
            <a:r>
              <a:rPr lang="de-DE" dirty="0"/>
              <a:t>Quellen</a:t>
            </a:r>
          </a:p>
        </p:txBody>
      </p:sp>
      <p:sp>
        <p:nvSpPr>
          <p:cNvPr id="3" name="Textplatzhalter 2">
            <a:extLst>
              <a:ext uri="{FF2B5EF4-FFF2-40B4-BE49-F238E27FC236}">
                <a16:creationId xmlns:a16="http://schemas.microsoft.com/office/drawing/2014/main" id="{03085309-6F8E-AE62-2B3F-56AE95D9AFCD}"/>
              </a:ext>
            </a:extLst>
          </p:cNvPr>
          <p:cNvSpPr>
            <a:spLocks noGrp="1"/>
          </p:cNvSpPr>
          <p:nvPr>
            <p:ph type="body" sz="quarter" idx="10"/>
          </p:nvPr>
        </p:nvSpPr>
        <p:spPr/>
        <p:txBody>
          <a:bodyPr/>
          <a:lstStyle/>
          <a:p>
            <a:endParaRPr lang="de-DE"/>
          </a:p>
        </p:txBody>
      </p:sp>
    </p:spTree>
    <p:extLst>
      <p:ext uri="{BB962C8B-B14F-4D97-AF65-F5344CB8AC3E}">
        <p14:creationId xmlns:p14="http://schemas.microsoft.com/office/powerpoint/2010/main" val="3206359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C85FC11-7D54-D1C3-1393-4B81AEA4443B}"/>
              </a:ext>
            </a:extLst>
          </p:cNvPr>
          <p:cNvSpPr>
            <a:spLocks noGrp="1"/>
          </p:cNvSpPr>
          <p:nvPr>
            <p:ph type="title"/>
          </p:nvPr>
        </p:nvSpPr>
        <p:spPr/>
        <p:txBody>
          <a:bodyPr/>
          <a:lstStyle/>
          <a:p>
            <a:r>
              <a:rPr lang="de-DE" dirty="0"/>
              <a:t>OSAT-Hinweise</a:t>
            </a:r>
          </a:p>
        </p:txBody>
      </p:sp>
      <p:sp>
        <p:nvSpPr>
          <p:cNvPr id="3" name="Inhaltsplatzhalter 2">
            <a:extLst>
              <a:ext uri="{FF2B5EF4-FFF2-40B4-BE49-F238E27FC236}">
                <a16:creationId xmlns:a16="http://schemas.microsoft.com/office/drawing/2014/main" id="{E916AFE8-E700-1C36-F96B-E178EBF4336C}"/>
              </a:ext>
            </a:extLst>
          </p:cNvPr>
          <p:cNvSpPr>
            <a:spLocks noGrp="1"/>
          </p:cNvSpPr>
          <p:nvPr>
            <p:ph idx="1"/>
          </p:nvPr>
        </p:nvSpPr>
        <p:spPr/>
        <p:txBody>
          <a:bodyPr/>
          <a:lstStyle/>
          <a:p>
            <a:pPr marL="285750" indent="-285750">
              <a:buFont typeface="Arial" panose="020B0604020202020204" pitchFamily="34" charset="0"/>
              <a:buChar char="•"/>
            </a:pPr>
            <a:r>
              <a:rPr lang="de-DE" b="0" dirty="0"/>
              <a:t>Die Quellenliste soll während des Vortrages nur </a:t>
            </a:r>
            <a:r>
              <a:rPr lang="de-DE" b="1" dirty="0"/>
              <a:t>kurz </a:t>
            </a:r>
            <a:r>
              <a:rPr lang="de-DE" b="0" dirty="0"/>
              <a:t>gezeigt werden!</a:t>
            </a:r>
          </a:p>
          <a:p>
            <a:endParaRPr lang="de-DE" dirty="0"/>
          </a:p>
        </p:txBody>
      </p:sp>
    </p:spTree>
    <p:extLst>
      <p:ext uri="{BB962C8B-B14F-4D97-AF65-F5344CB8AC3E}">
        <p14:creationId xmlns:p14="http://schemas.microsoft.com/office/powerpoint/2010/main" val="18564754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el 18">
            <a:extLst>
              <a:ext uri="{FF2B5EF4-FFF2-40B4-BE49-F238E27FC236}">
                <a16:creationId xmlns:a16="http://schemas.microsoft.com/office/drawing/2014/main" id="{D9C06D64-1A6C-4083-825A-6939C3E97FAE}"/>
              </a:ext>
            </a:extLst>
          </p:cNvPr>
          <p:cNvSpPr>
            <a:spLocks noGrp="1"/>
          </p:cNvSpPr>
          <p:nvPr>
            <p:ph type="title"/>
          </p:nvPr>
        </p:nvSpPr>
        <p:spPr>
          <a:xfrm>
            <a:off x="609600" y="404813"/>
            <a:ext cx="10972800" cy="647700"/>
          </a:xfrm>
        </p:spPr>
        <p:txBody>
          <a:bodyPr/>
          <a:lstStyle/>
          <a:p>
            <a:r>
              <a:rPr lang="de-DE" dirty="0"/>
              <a:t>Titel Schriftgröße 34 </a:t>
            </a:r>
            <a:r>
              <a:rPr lang="de-DE" dirty="0" err="1"/>
              <a:t>pt</a:t>
            </a:r>
            <a:endParaRPr lang="en-US" dirty="0"/>
          </a:p>
        </p:txBody>
      </p:sp>
      <p:sp>
        <p:nvSpPr>
          <p:cNvPr id="20" name="Inhaltsplatzhalter 19">
            <a:extLst>
              <a:ext uri="{FF2B5EF4-FFF2-40B4-BE49-F238E27FC236}">
                <a16:creationId xmlns:a16="http://schemas.microsoft.com/office/drawing/2014/main" id="{B6B6F4D4-0AF8-493D-AE50-AEF77EDFBC9F}"/>
              </a:ext>
            </a:extLst>
          </p:cNvPr>
          <p:cNvSpPr>
            <a:spLocks noGrp="1"/>
          </p:cNvSpPr>
          <p:nvPr>
            <p:ph idx="1"/>
          </p:nvPr>
        </p:nvSpPr>
        <p:spPr>
          <a:xfrm>
            <a:off x="609599" y="1736725"/>
            <a:ext cx="10972801" cy="4105275"/>
          </a:xfrm>
        </p:spPr>
        <p:txBody>
          <a:bodyPr/>
          <a:lstStyle/>
          <a:p>
            <a:r>
              <a:rPr lang="de-DE" dirty="0"/>
              <a:t>Mastertext Inhalt – Schriftgröße 20 </a:t>
            </a:r>
            <a:r>
              <a:rPr lang="de-DE" dirty="0" err="1"/>
              <a:t>pt</a:t>
            </a:r>
            <a:endParaRPr lang="de-DE" dirty="0"/>
          </a:p>
          <a:p>
            <a:r>
              <a:rPr lang="de-DE" dirty="0"/>
              <a:t>getestet in folgenden Settings (Lesedistanz erste bis letzte Reihe):</a:t>
            </a:r>
          </a:p>
          <a:p>
            <a:pPr lvl="2"/>
            <a:r>
              <a:rPr lang="de-DE" dirty="0"/>
              <a:t>HSZ Audimax </a:t>
            </a:r>
          </a:p>
          <a:p>
            <a:pPr lvl="2"/>
            <a:r>
              <a:rPr lang="de-DE" dirty="0"/>
              <a:t>HSZ Hörsaal 03</a:t>
            </a:r>
          </a:p>
          <a:p>
            <a:pPr lvl="2"/>
            <a:r>
              <a:rPr lang="de-DE" dirty="0"/>
              <a:t>HSZ Seminarraum E01</a:t>
            </a:r>
          </a:p>
          <a:p>
            <a:r>
              <a:rPr lang="de-DE" dirty="0"/>
              <a:t>Schriftgröße kann nach Bedarf angepasst werden auf Werte zwischen 16pt und 24pt.</a:t>
            </a:r>
          </a:p>
          <a:p>
            <a:r>
              <a:rPr lang="de-DE" dirty="0"/>
              <a:t>Normaler Lesetext (vgl. </a:t>
            </a:r>
            <a:r>
              <a:rPr lang="de-DE" dirty="0">
                <a:hlinkClick r:id="rId2"/>
              </a:rPr>
              <a:t>https://leserlich.info/leserlich-und-lesbar</a:t>
            </a:r>
            <a:r>
              <a:rPr lang="de-DE" dirty="0"/>
              <a:t>) </a:t>
            </a:r>
            <a:br>
              <a:rPr lang="de-DE" dirty="0"/>
            </a:br>
            <a:r>
              <a:rPr lang="de-DE" dirty="0"/>
              <a:t>sollte i.d.R. nicht kleiner als 16 </a:t>
            </a:r>
            <a:r>
              <a:rPr lang="de-DE" dirty="0" err="1"/>
              <a:t>pt</a:t>
            </a:r>
            <a:r>
              <a:rPr lang="de-DE" dirty="0"/>
              <a:t> sein</a:t>
            </a:r>
          </a:p>
          <a:p>
            <a:endParaRPr lang="en-US" dirty="0"/>
          </a:p>
        </p:txBody>
      </p:sp>
    </p:spTree>
    <p:extLst>
      <p:ext uri="{BB962C8B-B14F-4D97-AF65-F5344CB8AC3E}">
        <p14:creationId xmlns:p14="http://schemas.microsoft.com/office/powerpoint/2010/main" val="15777573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63E8F6C8-3424-434A-977D-2E381AC65D4A}"/>
              </a:ext>
            </a:extLst>
          </p:cNvPr>
          <p:cNvSpPr>
            <a:spLocks noGrp="1"/>
          </p:cNvSpPr>
          <p:nvPr>
            <p:ph type="title"/>
          </p:nvPr>
        </p:nvSpPr>
        <p:spPr/>
        <p:txBody>
          <a:bodyPr/>
          <a:lstStyle/>
          <a:p>
            <a:r>
              <a:rPr lang="de-DE" dirty="0"/>
              <a:t>TUD Farben</a:t>
            </a:r>
            <a:endParaRPr lang="en-US" dirty="0"/>
          </a:p>
        </p:txBody>
      </p:sp>
      <p:grpSp>
        <p:nvGrpSpPr>
          <p:cNvPr id="71" name="Gruppieren 70">
            <a:extLst>
              <a:ext uri="{FF2B5EF4-FFF2-40B4-BE49-F238E27FC236}">
                <a16:creationId xmlns:a16="http://schemas.microsoft.com/office/drawing/2014/main" id="{E5D52C39-7129-4BAC-83B2-BC7CC36C7900}"/>
              </a:ext>
            </a:extLst>
          </p:cNvPr>
          <p:cNvGrpSpPr/>
          <p:nvPr/>
        </p:nvGrpSpPr>
        <p:grpSpPr>
          <a:xfrm>
            <a:off x="609600" y="3152775"/>
            <a:ext cx="11439525" cy="1106488"/>
            <a:chOff x="609600" y="2609850"/>
            <a:chExt cx="11439525" cy="1106488"/>
          </a:xfrm>
        </p:grpSpPr>
        <p:sp>
          <p:nvSpPr>
            <p:cNvPr id="10" name="Rechteck 9">
              <a:extLst>
                <a:ext uri="{FF2B5EF4-FFF2-40B4-BE49-F238E27FC236}">
                  <a16:creationId xmlns:a16="http://schemas.microsoft.com/office/drawing/2014/main" id="{1FC3AD65-8337-40EA-88E3-B0A8EEB820D4}"/>
                </a:ext>
              </a:extLst>
            </p:cNvPr>
            <p:cNvSpPr/>
            <p:nvPr/>
          </p:nvSpPr>
          <p:spPr>
            <a:xfrm>
              <a:off x="609600" y="2609850"/>
              <a:ext cx="733425" cy="381000"/>
            </a:xfrm>
            <a:prstGeom prst="rect">
              <a:avLst/>
            </a:prstGeom>
            <a:solidFill>
              <a:srgbClr val="2F57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hteck 10">
              <a:extLst>
                <a:ext uri="{FF2B5EF4-FFF2-40B4-BE49-F238E27FC236}">
                  <a16:creationId xmlns:a16="http://schemas.microsoft.com/office/drawing/2014/main" id="{FE25C7C2-63CE-47E9-A199-B615234159FA}"/>
                </a:ext>
              </a:extLst>
            </p:cNvPr>
            <p:cNvSpPr/>
            <p:nvPr/>
          </p:nvSpPr>
          <p:spPr>
            <a:xfrm>
              <a:off x="1889522" y="2609850"/>
              <a:ext cx="733425" cy="381000"/>
            </a:xfrm>
            <a:prstGeom prst="rect">
              <a:avLst/>
            </a:prstGeom>
            <a:solidFill>
              <a:srgbClr val="7369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hteck 11">
              <a:extLst>
                <a:ext uri="{FF2B5EF4-FFF2-40B4-BE49-F238E27FC236}">
                  <a16:creationId xmlns:a16="http://schemas.microsoft.com/office/drawing/2014/main" id="{AFD7EEEF-4DC0-46B5-9B4F-E8AED738FCA3}"/>
                </a:ext>
              </a:extLst>
            </p:cNvPr>
            <p:cNvSpPr/>
            <p:nvPr/>
          </p:nvSpPr>
          <p:spPr>
            <a:xfrm>
              <a:off x="3169444" y="2609850"/>
              <a:ext cx="733425" cy="381000"/>
            </a:xfrm>
            <a:prstGeom prst="rect">
              <a:avLst/>
            </a:prstGeom>
            <a:solidFill>
              <a:srgbClr val="BC15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hteck 12">
              <a:extLst>
                <a:ext uri="{FF2B5EF4-FFF2-40B4-BE49-F238E27FC236}">
                  <a16:creationId xmlns:a16="http://schemas.microsoft.com/office/drawing/2014/main" id="{459AE714-FBEC-4415-8E6C-E4B3ADE523E9}"/>
                </a:ext>
              </a:extLst>
            </p:cNvPr>
            <p:cNvSpPr/>
            <p:nvPr/>
          </p:nvSpPr>
          <p:spPr>
            <a:xfrm>
              <a:off x="4449366" y="2609850"/>
              <a:ext cx="733425" cy="381000"/>
            </a:xfrm>
            <a:prstGeom prst="rect">
              <a:avLst/>
            </a:prstGeom>
            <a:solidFill>
              <a:srgbClr val="D20F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hteck 13">
              <a:extLst>
                <a:ext uri="{FF2B5EF4-FFF2-40B4-BE49-F238E27FC236}">
                  <a16:creationId xmlns:a16="http://schemas.microsoft.com/office/drawing/2014/main" id="{BA3EF785-ECD3-4474-B482-2F3805D7C1A5}"/>
                </a:ext>
              </a:extLst>
            </p:cNvPr>
            <p:cNvSpPr/>
            <p:nvPr/>
          </p:nvSpPr>
          <p:spPr>
            <a:xfrm>
              <a:off x="5729288" y="2609850"/>
              <a:ext cx="733425" cy="381000"/>
            </a:xfrm>
            <a:prstGeom prst="rect">
              <a:avLst/>
            </a:prstGeom>
            <a:solidFill>
              <a:srgbClr val="C85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hteck 14">
              <a:extLst>
                <a:ext uri="{FF2B5EF4-FFF2-40B4-BE49-F238E27FC236}">
                  <a16:creationId xmlns:a16="http://schemas.microsoft.com/office/drawing/2014/main" id="{84ECD5B7-3900-4884-A382-8DEB480B10F1}"/>
                </a:ext>
              </a:extLst>
            </p:cNvPr>
            <p:cNvSpPr/>
            <p:nvPr/>
          </p:nvSpPr>
          <p:spPr>
            <a:xfrm>
              <a:off x="7009210" y="2609850"/>
              <a:ext cx="733425" cy="381000"/>
            </a:xfrm>
            <a:prstGeom prst="rect">
              <a:avLst/>
            </a:prstGeom>
            <a:solidFill>
              <a:srgbClr val="FFC7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hteck 15">
              <a:extLst>
                <a:ext uri="{FF2B5EF4-FFF2-40B4-BE49-F238E27FC236}">
                  <a16:creationId xmlns:a16="http://schemas.microsoft.com/office/drawing/2014/main" id="{3DB30718-7156-48F7-887E-E8CC188CFDA7}"/>
                </a:ext>
              </a:extLst>
            </p:cNvPr>
            <p:cNvSpPr/>
            <p:nvPr/>
          </p:nvSpPr>
          <p:spPr>
            <a:xfrm>
              <a:off x="8289132" y="2609850"/>
              <a:ext cx="733425" cy="381000"/>
            </a:xfrm>
            <a:prstGeom prst="rect">
              <a:avLst/>
            </a:prstGeom>
            <a:solidFill>
              <a:srgbClr val="767A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hteck 16">
              <a:extLst>
                <a:ext uri="{FF2B5EF4-FFF2-40B4-BE49-F238E27FC236}">
                  <a16:creationId xmlns:a16="http://schemas.microsoft.com/office/drawing/2014/main" id="{D120921B-0757-4264-BF3D-1E5FDDD63614}"/>
                </a:ext>
              </a:extLst>
            </p:cNvPr>
            <p:cNvSpPr/>
            <p:nvPr/>
          </p:nvSpPr>
          <p:spPr>
            <a:xfrm>
              <a:off x="9569054" y="2609850"/>
              <a:ext cx="733425" cy="381000"/>
            </a:xfrm>
            <a:prstGeom prst="rect">
              <a:avLst/>
            </a:prstGeom>
            <a:solidFill>
              <a:srgbClr val="007D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hteck 17">
              <a:extLst>
                <a:ext uri="{FF2B5EF4-FFF2-40B4-BE49-F238E27FC236}">
                  <a16:creationId xmlns:a16="http://schemas.microsoft.com/office/drawing/2014/main" id="{25DFB171-B7F2-4262-A1ED-1DFEA8A78F62}"/>
                </a:ext>
              </a:extLst>
            </p:cNvPr>
            <p:cNvSpPr/>
            <p:nvPr/>
          </p:nvSpPr>
          <p:spPr>
            <a:xfrm>
              <a:off x="10848975" y="2609850"/>
              <a:ext cx="733425" cy="381000"/>
            </a:xfrm>
            <a:prstGeom prst="rect">
              <a:avLst/>
            </a:prstGeom>
            <a:solidFill>
              <a:srgbClr val="0A77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Textfeld 44">
              <a:extLst>
                <a:ext uri="{FF2B5EF4-FFF2-40B4-BE49-F238E27FC236}">
                  <a16:creationId xmlns:a16="http://schemas.microsoft.com/office/drawing/2014/main" id="{A0B61FC9-92DE-4BF9-8408-FD004145574F}"/>
                </a:ext>
              </a:extLst>
            </p:cNvPr>
            <p:cNvSpPr txBox="1"/>
            <p:nvPr/>
          </p:nvSpPr>
          <p:spPr>
            <a:xfrm>
              <a:off x="609600" y="3100785"/>
              <a:ext cx="1200150" cy="615553"/>
            </a:xfrm>
            <a:prstGeom prst="rect">
              <a:avLst/>
            </a:prstGeom>
            <a:noFill/>
          </p:spPr>
          <p:txBody>
            <a:bodyPr wrap="square" lIns="0" tIns="0" rIns="0" bIns="0" rtlCol="0">
              <a:spAutoFit/>
            </a:bodyPr>
            <a:lstStyle/>
            <a:p>
              <a:r>
                <a:rPr lang="en-US" sz="800" dirty="0" err="1"/>
                <a:t>Blau</a:t>
              </a:r>
              <a:r>
                <a:rPr lang="en-US" sz="800" dirty="0"/>
                <a:t> 1</a:t>
              </a:r>
            </a:p>
            <a:p>
              <a:pPr>
                <a:tabLst>
                  <a:tab pos="360000" algn="l"/>
                </a:tabLst>
              </a:pPr>
              <a:r>
                <a:rPr lang="en-US" sz="800" dirty="0"/>
                <a:t>Hex	#2F57B2</a:t>
              </a:r>
            </a:p>
            <a:p>
              <a:pPr>
                <a:tabLst>
                  <a:tab pos="360000" algn="l"/>
                </a:tabLst>
              </a:pPr>
              <a:r>
                <a:rPr lang="en-US" sz="800" dirty="0"/>
                <a:t>RGB	47 / 87 / 178</a:t>
              </a:r>
            </a:p>
            <a:p>
              <a:pPr>
                <a:tabLst>
                  <a:tab pos="360000" algn="l"/>
                </a:tabLst>
              </a:pPr>
              <a:r>
                <a:rPr lang="en-US" sz="800" dirty="0"/>
                <a:t>CMYK	90 / 50 / 0 / 0</a:t>
              </a:r>
            </a:p>
            <a:p>
              <a:pPr>
                <a:tabLst>
                  <a:tab pos="360000" algn="l"/>
                </a:tabLst>
              </a:pPr>
              <a:r>
                <a:rPr lang="en-US" sz="800" dirty="0"/>
                <a:t>NCS	3050-R90B</a:t>
              </a:r>
            </a:p>
          </p:txBody>
        </p:sp>
        <p:sp>
          <p:nvSpPr>
            <p:cNvPr id="46" name="Textfeld 45">
              <a:extLst>
                <a:ext uri="{FF2B5EF4-FFF2-40B4-BE49-F238E27FC236}">
                  <a16:creationId xmlns:a16="http://schemas.microsoft.com/office/drawing/2014/main" id="{B54B16F4-BD41-4EE8-B67B-79B4C18725B2}"/>
                </a:ext>
              </a:extLst>
            </p:cNvPr>
            <p:cNvSpPr txBox="1"/>
            <p:nvPr/>
          </p:nvSpPr>
          <p:spPr>
            <a:xfrm>
              <a:off x="1889522" y="3100785"/>
              <a:ext cx="1200150" cy="615553"/>
            </a:xfrm>
            <a:prstGeom prst="rect">
              <a:avLst/>
            </a:prstGeom>
            <a:noFill/>
          </p:spPr>
          <p:txBody>
            <a:bodyPr wrap="square" lIns="0" tIns="0" rIns="0" bIns="0" rtlCol="0">
              <a:spAutoFit/>
            </a:bodyPr>
            <a:lstStyle/>
            <a:p>
              <a:pPr>
                <a:tabLst>
                  <a:tab pos="360000" algn="l"/>
                </a:tabLst>
              </a:pPr>
              <a:r>
                <a:rPr lang="en-US" sz="800" dirty="0" err="1"/>
                <a:t>Violett</a:t>
              </a:r>
              <a:r>
                <a:rPr lang="en-US" sz="800" dirty="0"/>
                <a:t> 1</a:t>
              </a:r>
            </a:p>
            <a:p>
              <a:pPr>
                <a:tabLst>
                  <a:tab pos="360000" algn="l"/>
                </a:tabLst>
              </a:pPr>
              <a:r>
                <a:rPr lang="en-US" sz="800" dirty="0"/>
                <a:t>Hex	#7369BE</a:t>
              </a:r>
            </a:p>
            <a:p>
              <a:pPr>
                <a:tabLst>
                  <a:tab pos="360000" algn="l"/>
                </a:tabLst>
              </a:pPr>
              <a:r>
                <a:rPr lang="en-US" sz="800" dirty="0"/>
                <a:t>RGB	115 / 105 / 190</a:t>
              </a:r>
            </a:p>
            <a:p>
              <a:pPr>
                <a:tabLst>
                  <a:tab pos="360000" algn="l"/>
                </a:tabLst>
              </a:pPr>
              <a:r>
                <a:rPr lang="en-US" sz="800" dirty="0"/>
                <a:t>CMYK	64 / 62 / 0 / 0</a:t>
              </a:r>
            </a:p>
            <a:p>
              <a:pPr>
                <a:tabLst>
                  <a:tab pos="360000" algn="l"/>
                </a:tabLst>
              </a:pPr>
              <a:r>
                <a:rPr lang="en-US" sz="800" dirty="0"/>
                <a:t>NCS	2050-R60B</a:t>
              </a:r>
            </a:p>
          </p:txBody>
        </p:sp>
        <p:sp>
          <p:nvSpPr>
            <p:cNvPr id="47" name="Textfeld 46">
              <a:extLst>
                <a:ext uri="{FF2B5EF4-FFF2-40B4-BE49-F238E27FC236}">
                  <a16:creationId xmlns:a16="http://schemas.microsoft.com/office/drawing/2014/main" id="{97172466-33ED-4CC1-92DE-5502E8AB8393}"/>
                </a:ext>
              </a:extLst>
            </p:cNvPr>
            <p:cNvSpPr txBox="1"/>
            <p:nvPr/>
          </p:nvSpPr>
          <p:spPr>
            <a:xfrm>
              <a:off x="3169444" y="3100785"/>
              <a:ext cx="1200150" cy="615553"/>
            </a:xfrm>
            <a:prstGeom prst="rect">
              <a:avLst/>
            </a:prstGeom>
            <a:noFill/>
          </p:spPr>
          <p:txBody>
            <a:bodyPr wrap="square" lIns="0" tIns="0" rIns="0" bIns="0" rtlCol="0">
              <a:spAutoFit/>
            </a:bodyPr>
            <a:lstStyle/>
            <a:p>
              <a:pPr>
                <a:tabLst>
                  <a:tab pos="360000" algn="l"/>
                </a:tabLst>
              </a:pPr>
              <a:r>
                <a:rPr lang="en-US" sz="800" dirty="0"/>
                <a:t>Magenta 1</a:t>
              </a:r>
            </a:p>
            <a:p>
              <a:pPr>
                <a:tabLst>
                  <a:tab pos="360000" algn="l"/>
                </a:tabLst>
              </a:pPr>
              <a:r>
                <a:rPr lang="en-US" sz="800" dirty="0"/>
                <a:t>Hex	#BC1589</a:t>
              </a:r>
            </a:p>
            <a:p>
              <a:pPr>
                <a:tabLst>
                  <a:tab pos="360000" algn="l"/>
                </a:tabLst>
              </a:pPr>
              <a:r>
                <a:rPr lang="en-US" sz="800" dirty="0"/>
                <a:t>RGB	188 / 21 / 137</a:t>
              </a:r>
            </a:p>
            <a:p>
              <a:pPr>
                <a:tabLst>
                  <a:tab pos="360000" algn="l"/>
                </a:tabLst>
              </a:pPr>
              <a:r>
                <a:rPr lang="en-US" sz="800" dirty="0"/>
                <a:t>CMYK	30 / 96 / 0 / 0</a:t>
              </a:r>
            </a:p>
            <a:p>
              <a:pPr>
                <a:tabLst>
                  <a:tab pos="360000" algn="l"/>
                </a:tabLst>
              </a:pPr>
              <a:r>
                <a:rPr lang="en-US" sz="800" dirty="0"/>
                <a:t>NCS	2060-R40B</a:t>
              </a:r>
            </a:p>
          </p:txBody>
        </p:sp>
        <p:sp>
          <p:nvSpPr>
            <p:cNvPr id="48" name="Textfeld 47">
              <a:extLst>
                <a:ext uri="{FF2B5EF4-FFF2-40B4-BE49-F238E27FC236}">
                  <a16:creationId xmlns:a16="http://schemas.microsoft.com/office/drawing/2014/main" id="{DEE3163C-D613-4E28-9A9C-09979C7175C2}"/>
                </a:ext>
              </a:extLst>
            </p:cNvPr>
            <p:cNvSpPr txBox="1"/>
            <p:nvPr/>
          </p:nvSpPr>
          <p:spPr>
            <a:xfrm>
              <a:off x="4449366" y="3100785"/>
              <a:ext cx="1200150" cy="615553"/>
            </a:xfrm>
            <a:prstGeom prst="rect">
              <a:avLst/>
            </a:prstGeom>
            <a:noFill/>
          </p:spPr>
          <p:txBody>
            <a:bodyPr wrap="square" lIns="0" tIns="0" rIns="0" bIns="0" rtlCol="0">
              <a:spAutoFit/>
            </a:bodyPr>
            <a:lstStyle/>
            <a:p>
              <a:pPr>
                <a:tabLst>
                  <a:tab pos="360000" algn="l"/>
                </a:tabLst>
              </a:pPr>
              <a:r>
                <a:rPr lang="nn-NO" sz="800" dirty="0"/>
                <a:t>Rot 1</a:t>
              </a:r>
            </a:p>
            <a:p>
              <a:pPr>
                <a:tabLst>
                  <a:tab pos="360000" algn="l"/>
                </a:tabLst>
              </a:pPr>
              <a:r>
                <a:rPr lang="nn-NO" sz="800" dirty="0"/>
                <a:t>Hex	#D20F41</a:t>
              </a:r>
            </a:p>
            <a:p>
              <a:pPr>
                <a:tabLst>
                  <a:tab pos="360000" algn="l"/>
                </a:tabLst>
              </a:pPr>
              <a:r>
                <a:rPr lang="nn-NO" sz="800" dirty="0"/>
                <a:t>RGB	210 / 15 / 65</a:t>
              </a:r>
            </a:p>
            <a:p>
              <a:pPr>
                <a:tabLst>
                  <a:tab pos="360000" algn="l"/>
                </a:tabLst>
              </a:pPr>
              <a:r>
                <a:rPr lang="nn-NO" sz="800" dirty="0"/>
                <a:t>CMYK	0 / 100 / 60 / 0</a:t>
              </a:r>
            </a:p>
            <a:p>
              <a:pPr>
                <a:tabLst>
                  <a:tab pos="360000" algn="l"/>
                </a:tabLst>
              </a:pPr>
              <a:r>
                <a:rPr lang="nn-NO" sz="800" dirty="0"/>
                <a:t>NCS	1080-R</a:t>
              </a:r>
              <a:endParaRPr lang="en-US" sz="800" dirty="0"/>
            </a:p>
          </p:txBody>
        </p:sp>
        <p:sp>
          <p:nvSpPr>
            <p:cNvPr id="49" name="Textfeld 48">
              <a:extLst>
                <a:ext uri="{FF2B5EF4-FFF2-40B4-BE49-F238E27FC236}">
                  <a16:creationId xmlns:a16="http://schemas.microsoft.com/office/drawing/2014/main" id="{8ADAC513-C015-41BE-8F24-4F71D1D97649}"/>
                </a:ext>
              </a:extLst>
            </p:cNvPr>
            <p:cNvSpPr txBox="1"/>
            <p:nvPr/>
          </p:nvSpPr>
          <p:spPr>
            <a:xfrm>
              <a:off x="5729288" y="3100785"/>
              <a:ext cx="1200150" cy="615553"/>
            </a:xfrm>
            <a:prstGeom prst="rect">
              <a:avLst/>
            </a:prstGeom>
            <a:noFill/>
          </p:spPr>
          <p:txBody>
            <a:bodyPr wrap="square" lIns="0" tIns="0" rIns="0" bIns="0" rtlCol="0">
              <a:spAutoFit/>
            </a:bodyPr>
            <a:lstStyle/>
            <a:p>
              <a:pPr>
                <a:tabLst>
                  <a:tab pos="360000" algn="l"/>
                </a:tabLst>
              </a:pPr>
              <a:r>
                <a:rPr lang="en-US" sz="800" dirty="0"/>
                <a:t>Orange 1</a:t>
              </a:r>
            </a:p>
            <a:p>
              <a:pPr>
                <a:tabLst>
                  <a:tab pos="360000" algn="l"/>
                </a:tabLst>
              </a:pPr>
              <a:r>
                <a:rPr lang="en-US" sz="800" dirty="0"/>
                <a:t>Hex	#C85000</a:t>
              </a:r>
            </a:p>
            <a:p>
              <a:pPr>
                <a:tabLst>
                  <a:tab pos="360000" algn="l"/>
                </a:tabLst>
              </a:pPr>
              <a:r>
                <a:rPr lang="en-US" sz="800" dirty="0"/>
                <a:t>RGB	200 / 80 / 0</a:t>
              </a:r>
            </a:p>
            <a:p>
              <a:pPr>
                <a:tabLst>
                  <a:tab pos="360000" algn="l"/>
                </a:tabLst>
              </a:pPr>
              <a:r>
                <a:rPr lang="en-US" sz="800" dirty="0"/>
                <a:t>CMYK	0 / 90 / 100 / 20</a:t>
              </a:r>
            </a:p>
            <a:p>
              <a:pPr>
                <a:tabLst>
                  <a:tab pos="360000" algn="l"/>
                </a:tabLst>
              </a:pPr>
              <a:r>
                <a:rPr lang="en-US" sz="800" dirty="0"/>
                <a:t>NCS	2075-Y70R</a:t>
              </a:r>
            </a:p>
          </p:txBody>
        </p:sp>
        <p:sp>
          <p:nvSpPr>
            <p:cNvPr id="50" name="Textfeld 49">
              <a:extLst>
                <a:ext uri="{FF2B5EF4-FFF2-40B4-BE49-F238E27FC236}">
                  <a16:creationId xmlns:a16="http://schemas.microsoft.com/office/drawing/2014/main" id="{7A3F46FD-A442-404E-9C2C-744A39C9E27F}"/>
                </a:ext>
              </a:extLst>
            </p:cNvPr>
            <p:cNvSpPr txBox="1"/>
            <p:nvPr/>
          </p:nvSpPr>
          <p:spPr>
            <a:xfrm>
              <a:off x="7009210" y="3100785"/>
              <a:ext cx="1200150" cy="615553"/>
            </a:xfrm>
            <a:prstGeom prst="rect">
              <a:avLst/>
            </a:prstGeom>
            <a:noFill/>
          </p:spPr>
          <p:txBody>
            <a:bodyPr wrap="square" lIns="0" tIns="0" rIns="0" bIns="0" rtlCol="0">
              <a:spAutoFit/>
            </a:bodyPr>
            <a:lstStyle/>
            <a:p>
              <a:pPr>
                <a:tabLst>
                  <a:tab pos="360000" algn="l"/>
                </a:tabLst>
              </a:pPr>
              <a:r>
                <a:rPr lang="en-US" sz="800" dirty="0"/>
                <a:t>Gelb 1</a:t>
              </a:r>
            </a:p>
            <a:p>
              <a:pPr>
                <a:tabLst>
                  <a:tab pos="360000" algn="l"/>
                </a:tabLst>
              </a:pPr>
              <a:r>
                <a:rPr lang="en-US" sz="800" dirty="0"/>
                <a:t>Hex	#FFC700</a:t>
              </a:r>
            </a:p>
            <a:p>
              <a:pPr>
                <a:tabLst>
                  <a:tab pos="360000" algn="l"/>
                </a:tabLst>
              </a:pPr>
              <a:r>
                <a:rPr lang="en-US" sz="800" dirty="0"/>
                <a:t>RGB	255 / 199 / 0</a:t>
              </a:r>
            </a:p>
            <a:p>
              <a:pPr>
                <a:tabLst>
                  <a:tab pos="360000" algn="l"/>
                </a:tabLst>
              </a:pPr>
              <a:r>
                <a:rPr lang="en-US" sz="800" dirty="0"/>
                <a:t>CMYK	0 / 25 / 100 / 0</a:t>
              </a:r>
            </a:p>
            <a:p>
              <a:pPr>
                <a:tabLst>
                  <a:tab pos="360000" algn="l"/>
                </a:tabLst>
              </a:pPr>
              <a:r>
                <a:rPr lang="en-US" sz="800" dirty="0"/>
                <a:t>NCS	0580-Y10R</a:t>
              </a:r>
            </a:p>
          </p:txBody>
        </p:sp>
        <p:sp>
          <p:nvSpPr>
            <p:cNvPr id="51" name="Textfeld 50">
              <a:extLst>
                <a:ext uri="{FF2B5EF4-FFF2-40B4-BE49-F238E27FC236}">
                  <a16:creationId xmlns:a16="http://schemas.microsoft.com/office/drawing/2014/main" id="{E249D392-89A6-4E56-B61E-6A07B539BA89}"/>
                </a:ext>
              </a:extLst>
            </p:cNvPr>
            <p:cNvSpPr txBox="1"/>
            <p:nvPr/>
          </p:nvSpPr>
          <p:spPr>
            <a:xfrm>
              <a:off x="8289132" y="3100785"/>
              <a:ext cx="1200150" cy="615553"/>
            </a:xfrm>
            <a:prstGeom prst="rect">
              <a:avLst/>
            </a:prstGeom>
            <a:noFill/>
          </p:spPr>
          <p:txBody>
            <a:bodyPr wrap="square" lIns="0" tIns="0" rIns="0" bIns="0" rtlCol="0">
              <a:spAutoFit/>
            </a:bodyPr>
            <a:lstStyle/>
            <a:p>
              <a:pPr>
                <a:tabLst>
                  <a:tab pos="360000" algn="l"/>
                </a:tabLst>
              </a:pPr>
              <a:r>
                <a:rPr lang="en-US" sz="800" dirty="0" err="1"/>
                <a:t>Oliv</a:t>
              </a:r>
              <a:r>
                <a:rPr lang="en-US" sz="800" dirty="0"/>
                <a:t> 1</a:t>
              </a:r>
            </a:p>
            <a:p>
              <a:pPr>
                <a:tabLst>
                  <a:tab pos="360000" algn="l"/>
                </a:tabLst>
              </a:pPr>
              <a:r>
                <a:rPr lang="en-US" sz="800" dirty="0"/>
                <a:t>Hex	#767A23</a:t>
              </a:r>
            </a:p>
            <a:p>
              <a:pPr>
                <a:tabLst>
                  <a:tab pos="360000" algn="l"/>
                </a:tabLst>
              </a:pPr>
              <a:r>
                <a:rPr lang="en-US" sz="800" dirty="0"/>
                <a:t>RGB	118 / 122 / 35</a:t>
              </a:r>
            </a:p>
            <a:p>
              <a:pPr>
                <a:tabLst>
                  <a:tab pos="360000" algn="l"/>
                </a:tabLst>
              </a:pPr>
              <a:r>
                <a:rPr lang="en-US" sz="800" dirty="0"/>
                <a:t>CMYK	50 / 35 / 100 / 22</a:t>
              </a:r>
            </a:p>
            <a:p>
              <a:pPr>
                <a:tabLst>
                  <a:tab pos="360000" algn="l"/>
                </a:tabLst>
              </a:pPr>
              <a:r>
                <a:rPr lang="en-US" sz="800" dirty="0"/>
                <a:t>NCS	4040-G80Y</a:t>
              </a:r>
            </a:p>
          </p:txBody>
        </p:sp>
        <p:sp>
          <p:nvSpPr>
            <p:cNvPr id="52" name="Textfeld 51">
              <a:extLst>
                <a:ext uri="{FF2B5EF4-FFF2-40B4-BE49-F238E27FC236}">
                  <a16:creationId xmlns:a16="http://schemas.microsoft.com/office/drawing/2014/main" id="{D1588A47-C981-46CA-9716-0258B0E95FBD}"/>
                </a:ext>
              </a:extLst>
            </p:cNvPr>
            <p:cNvSpPr txBox="1"/>
            <p:nvPr/>
          </p:nvSpPr>
          <p:spPr>
            <a:xfrm>
              <a:off x="9569054" y="3100785"/>
              <a:ext cx="1200150" cy="615553"/>
            </a:xfrm>
            <a:prstGeom prst="rect">
              <a:avLst/>
            </a:prstGeom>
            <a:noFill/>
          </p:spPr>
          <p:txBody>
            <a:bodyPr wrap="square" lIns="0" tIns="0" rIns="0" bIns="0" rtlCol="0">
              <a:spAutoFit/>
            </a:bodyPr>
            <a:lstStyle/>
            <a:p>
              <a:pPr>
                <a:tabLst>
                  <a:tab pos="360000" algn="l"/>
                </a:tabLst>
              </a:pPr>
              <a:r>
                <a:rPr lang="en-US" sz="800" dirty="0" err="1"/>
                <a:t>Grün</a:t>
              </a:r>
              <a:r>
                <a:rPr lang="en-US" sz="800" dirty="0"/>
                <a:t> 1</a:t>
              </a:r>
            </a:p>
            <a:p>
              <a:pPr>
                <a:tabLst>
                  <a:tab pos="360000" algn="l"/>
                </a:tabLst>
              </a:pPr>
              <a:r>
                <a:rPr lang="en-US" sz="800" dirty="0"/>
                <a:t>Hex	#007D4B</a:t>
              </a:r>
            </a:p>
            <a:p>
              <a:pPr>
                <a:tabLst>
                  <a:tab pos="360000" algn="l"/>
                </a:tabLst>
              </a:pPr>
              <a:r>
                <a:rPr lang="en-US" sz="800" dirty="0"/>
                <a:t>RGB	0 / 125 / 75</a:t>
              </a:r>
            </a:p>
            <a:p>
              <a:pPr>
                <a:tabLst>
                  <a:tab pos="360000" algn="l"/>
                </a:tabLst>
              </a:pPr>
              <a:r>
                <a:rPr lang="en-US" sz="800" dirty="0"/>
                <a:t>CMYK	90 / 0 / 80 / 15</a:t>
              </a:r>
            </a:p>
            <a:p>
              <a:pPr>
                <a:tabLst>
                  <a:tab pos="360000" algn="l"/>
                </a:tabLst>
              </a:pPr>
              <a:r>
                <a:rPr lang="en-US" sz="800" dirty="0"/>
                <a:t>NCS	3050-G</a:t>
              </a:r>
            </a:p>
          </p:txBody>
        </p:sp>
        <p:sp>
          <p:nvSpPr>
            <p:cNvPr id="53" name="Textfeld 52">
              <a:extLst>
                <a:ext uri="{FF2B5EF4-FFF2-40B4-BE49-F238E27FC236}">
                  <a16:creationId xmlns:a16="http://schemas.microsoft.com/office/drawing/2014/main" id="{17B21D9B-AEC8-4E96-8A67-3F7A3E453047}"/>
                </a:ext>
              </a:extLst>
            </p:cNvPr>
            <p:cNvSpPr txBox="1"/>
            <p:nvPr/>
          </p:nvSpPr>
          <p:spPr>
            <a:xfrm>
              <a:off x="10848975" y="3100785"/>
              <a:ext cx="1200150" cy="615553"/>
            </a:xfrm>
            <a:prstGeom prst="rect">
              <a:avLst/>
            </a:prstGeom>
            <a:noFill/>
          </p:spPr>
          <p:txBody>
            <a:bodyPr wrap="square" lIns="0" tIns="0" rIns="0" bIns="0" rtlCol="0">
              <a:spAutoFit/>
            </a:bodyPr>
            <a:lstStyle/>
            <a:p>
              <a:pPr>
                <a:tabLst>
                  <a:tab pos="360000" algn="l"/>
                </a:tabLst>
              </a:pPr>
              <a:r>
                <a:rPr lang="en-US" sz="800" dirty="0" err="1"/>
                <a:t>Türkis</a:t>
              </a:r>
              <a:r>
                <a:rPr lang="en-US" sz="800" dirty="0"/>
                <a:t> 1</a:t>
              </a:r>
            </a:p>
            <a:p>
              <a:pPr>
                <a:tabLst>
                  <a:tab pos="360000" algn="l"/>
                </a:tabLst>
              </a:pPr>
              <a:r>
                <a:rPr lang="en-US" sz="800" dirty="0"/>
                <a:t>Hex	#0A777F</a:t>
              </a:r>
            </a:p>
            <a:p>
              <a:pPr>
                <a:tabLst>
                  <a:tab pos="360000" algn="l"/>
                </a:tabLst>
              </a:pPr>
              <a:r>
                <a:rPr lang="en-US" sz="800" dirty="0"/>
                <a:t>RGB	10 / 119 / 127</a:t>
              </a:r>
            </a:p>
            <a:p>
              <a:pPr>
                <a:tabLst>
                  <a:tab pos="360000" algn="l"/>
                </a:tabLst>
              </a:pPr>
              <a:r>
                <a:rPr lang="en-US" sz="800" dirty="0"/>
                <a:t>CMYK	100 / 10 / 30 / 40</a:t>
              </a:r>
            </a:p>
            <a:p>
              <a:pPr>
                <a:tabLst>
                  <a:tab pos="360000" algn="l"/>
                </a:tabLst>
              </a:pPr>
              <a:r>
                <a:rPr lang="en-US" sz="800" dirty="0"/>
                <a:t>NCS	3060-B10G</a:t>
              </a:r>
            </a:p>
          </p:txBody>
        </p:sp>
      </p:grpSp>
      <p:grpSp>
        <p:nvGrpSpPr>
          <p:cNvPr id="63" name="Gruppieren 62">
            <a:extLst>
              <a:ext uri="{FF2B5EF4-FFF2-40B4-BE49-F238E27FC236}">
                <a16:creationId xmlns:a16="http://schemas.microsoft.com/office/drawing/2014/main" id="{0D2C28E4-D483-4DB7-9ED4-146FA2DA7A26}"/>
              </a:ext>
            </a:extLst>
          </p:cNvPr>
          <p:cNvGrpSpPr/>
          <p:nvPr/>
        </p:nvGrpSpPr>
        <p:grpSpPr>
          <a:xfrm>
            <a:off x="596900" y="4681538"/>
            <a:ext cx="11452225" cy="1120775"/>
            <a:chOff x="596900" y="4138613"/>
            <a:chExt cx="11452225" cy="1120775"/>
          </a:xfrm>
        </p:grpSpPr>
        <p:sp>
          <p:nvSpPr>
            <p:cNvPr id="19" name="Rechteck 18">
              <a:extLst>
                <a:ext uri="{FF2B5EF4-FFF2-40B4-BE49-F238E27FC236}">
                  <a16:creationId xmlns:a16="http://schemas.microsoft.com/office/drawing/2014/main" id="{C03525DC-6B00-499C-A028-67779E2A1795}"/>
                </a:ext>
              </a:extLst>
            </p:cNvPr>
            <p:cNvSpPr/>
            <p:nvPr/>
          </p:nvSpPr>
          <p:spPr>
            <a:xfrm>
              <a:off x="596900" y="4138613"/>
              <a:ext cx="733425" cy="381000"/>
            </a:xfrm>
            <a:prstGeom prst="rect">
              <a:avLst/>
            </a:prstGeom>
            <a:solidFill>
              <a:srgbClr val="97C6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hteck 19">
              <a:extLst>
                <a:ext uri="{FF2B5EF4-FFF2-40B4-BE49-F238E27FC236}">
                  <a16:creationId xmlns:a16="http://schemas.microsoft.com/office/drawing/2014/main" id="{7AD4994E-0655-4410-90DA-75EB1594F8A6}"/>
                </a:ext>
              </a:extLst>
            </p:cNvPr>
            <p:cNvSpPr/>
            <p:nvPr/>
          </p:nvSpPr>
          <p:spPr>
            <a:xfrm>
              <a:off x="1878409" y="4138613"/>
              <a:ext cx="733425" cy="381000"/>
            </a:xfrm>
            <a:prstGeom prst="rect">
              <a:avLst/>
            </a:prstGeom>
            <a:solidFill>
              <a:srgbClr val="C8C8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hteck 20">
              <a:extLst>
                <a:ext uri="{FF2B5EF4-FFF2-40B4-BE49-F238E27FC236}">
                  <a16:creationId xmlns:a16="http://schemas.microsoft.com/office/drawing/2014/main" id="{71E777B2-6E6B-40FC-A9D7-346217FF6FE6}"/>
                </a:ext>
              </a:extLst>
            </p:cNvPr>
            <p:cNvSpPr/>
            <p:nvPr/>
          </p:nvSpPr>
          <p:spPr>
            <a:xfrm>
              <a:off x="3159918" y="4138613"/>
              <a:ext cx="733425" cy="381000"/>
            </a:xfrm>
            <a:prstGeom prst="rect">
              <a:avLst/>
            </a:prstGeom>
            <a:solidFill>
              <a:srgbClr val="FFB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hteck 21">
              <a:extLst>
                <a:ext uri="{FF2B5EF4-FFF2-40B4-BE49-F238E27FC236}">
                  <a16:creationId xmlns:a16="http://schemas.microsoft.com/office/drawing/2014/main" id="{1C8F898A-1C62-42E9-8192-36E04C8F0EE0}"/>
                </a:ext>
              </a:extLst>
            </p:cNvPr>
            <p:cNvSpPr/>
            <p:nvPr/>
          </p:nvSpPr>
          <p:spPr>
            <a:xfrm>
              <a:off x="4441427" y="4138613"/>
              <a:ext cx="733425" cy="381000"/>
            </a:xfrm>
            <a:prstGeom prst="rect">
              <a:avLst/>
            </a:prstGeom>
            <a:solidFill>
              <a:srgbClr val="FFAA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hteck 22">
              <a:extLst>
                <a:ext uri="{FF2B5EF4-FFF2-40B4-BE49-F238E27FC236}">
                  <a16:creationId xmlns:a16="http://schemas.microsoft.com/office/drawing/2014/main" id="{C9445892-E2B6-4CB0-B2AC-9B9033502294}"/>
                </a:ext>
              </a:extLst>
            </p:cNvPr>
            <p:cNvSpPr/>
            <p:nvPr/>
          </p:nvSpPr>
          <p:spPr>
            <a:xfrm>
              <a:off x="5722936" y="4138613"/>
              <a:ext cx="733425" cy="381000"/>
            </a:xfrm>
            <a:prstGeom prst="rect">
              <a:avLst/>
            </a:prstGeom>
            <a:solidFill>
              <a:srgbClr val="FFBE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hteck 23">
              <a:extLst>
                <a:ext uri="{FF2B5EF4-FFF2-40B4-BE49-F238E27FC236}">
                  <a16:creationId xmlns:a16="http://schemas.microsoft.com/office/drawing/2014/main" id="{8F867D91-C7AB-4064-9152-940A22934B92}"/>
                </a:ext>
              </a:extLst>
            </p:cNvPr>
            <p:cNvSpPr/>
            <p:nvPr/>
          </p:nvSpPr>
          <p:spPr>
            <a:xfrm>
              <a:off x="7004445" y="4138613"/>
              <a:ext cx="733425" cy="381000"/>
            </a:xfrm>
            <a:prstGeom prst="rect">
              <a:avLst/>
            </a:prstGeom>
            <a:solidFill>
              <a:srgbClr val="FFE48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hteck 24">
              <a:extLst>
                <a:ext uri="{FF2B5EF4-FFF2-40B4-BE49-F238E27FC236}">
                  <a16:creationId xmlns:a16="http://schemas.microsoft.com/office/drawing/2014/main" id="{4F98B275-7272-42A4-BE21-CF6574D92787}"/>
                </a:ext>
              </a:extLst>
            </p:cNvPr>
            <p:cNvSpPr/>
            <p:nvPr/>
          </p:nvSpPr>
          <p:spPr>
            <a:xfrm>
              <a:off x="8285954" y="4138613"/>
              <a:ext cx="733425" cy="381000"/>
            </a:xfrm>
            <a:prstGeom prst="rect">
              <a:avLst/>
            </a:prstGeom>
            <a:solidFill>
              <a:srgbClr val="D2DC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Rechteck 25">
              <a:extLst>
                <a:ext uri="{FF2B5EF4-FFF2-40B4-BE49-F238E27FC236}">
                  <a16:creationId xmlns:a16="http://schemas.microsoft.com/office/drawing/2014/main" id="{CC35FD80-87D7-40D1-828C-CBB0CFA5E700}"/>
                </a:ext>
              </a:extLst>
            </p:cNvPr>
            <p:cNvSpPr/>
            <p:nvPr/>
          </p:nvSpPr>
          <p:spPr>
            <a:xfrm>
              <a:off x="9567463" y="4138613"/>
              <a:ext cx="733425" cy="381000"/>
            </a:xfrm>
            <a:prstGeom prst="rect">
              <a:avLst/>
            </a:prstGeom>
            <a:solidFill>
              <a:srgbClr val="8CE6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hteck 26">
              <a:extLst>
                <a:ext uri="{FF2B5EF4-FFF2-40B4-BE49-F238E27FC236}">
                  <a16:creationId xmlns:a16="http://schemas.microsoft.com/office/drawing/2014/main" id="{290DCA2F-F522-4203-A40A-363C1B073648}"/>
                </a:ext>
              </a:extLst>
            </p:cNvPr>
            <p:cNvSpPr/>
            <p:nvPr/>
          </p:nvSpPr>
          <p:spPr>
            <a:xfrm>
              <a:off x="10848975" y="4138613"/>
              <a:ext cx="733425" cy="381000"/>
            </a:xfrm>
            <a:prstGeom prst="rect">
              <a:avLst/>
            </a:prstGeom>
            <a:solidFill>
              <a:srgbClr val="8CE6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Textfeld 53">
              <a:extLst>
                <a:ext uri="{FF2B5EF4-FFF2-40B4-BE49-F238E27FC236}">
                  <a16:creationId xmlns:a16="http://schemas.microsoft.com/office/drawing/2014/main" id="{EE5E6E0E-9E7E-4985-B2BB-6B0229531741}"/>
                </a:ext>
              </a:extLst>
            </p:cNvPr>
            <p:cNvSpPr txBox="1"/>
            <p:nvPr/>
          </p:nvSpPr>
          <p:spPr>
            <a:xfrm>
              <a:off x="609600" y="4643835"/>
              <a:ext cx="1200150" cy="615553"/>
            </a:xfrm>
            <a:prstGeom prst="rect">
              <a:avLst/>
            </a:prstGeom>
            <a:noFill/>
          </p:spPr>
          <p:txBody>
            <a:bodyPr wrap="square" lIns="0" tIns="0" rIns="0" bIns="0" rtlCol="0">
              <a:spAutoFit/>
            </a:bodyPr>
            <a:lstStyle/>
            <a:p>
              <a:pPr>
                <a:tabLst>
                  <a:tab pos="360000" algn="l"/>
                </a:tabLst>
              </a:pPr>
              <a:r>
                <a:rPr lang="en-US" sz="800" dirty="0" err="1"/>
                <a:t>Blau</a:t>
              </a:r>
              <a:r>
                <a:rPr lang="en-US" sz="800" dirty="0"/>
                <a:t> 2</a:t>
              </a:r>
            </a:p>
            <a:p>
              <a:pPr>
                <a:tabLst>
                  <a:tab pos="360000" algn="l"/>
                </a:tabLst>
              </a:pPr>
              <a:r>
                <a:rPr lang="en-US" sz="800" dirty="0"/>
                <a:t>Hex	#97C6FF</a:t>
              </a:r>
            </a:p>
            <a:p>
              <a:pPr>
                <a:tabLst>
                  <a:tab pos="360000" algn="l"/>
                </a:tabLst>
              </a:pPr>
              <a:r>
                <a:rPr lang="en-US" sz="800" dirty="0"/>
                <a:t>RGB	151 / 198 / 255</a:t>
              </a:r>
            </a:p>
            <a:p>
              <a:pPr>
                <a:tabLst>
                  <a:tab pos="360000" algn="l"/>
                </a:tabLst>
              </a:pPr>
              <a:r>
                <a:rPr lang="en-US" sz="800" dirty="0"/>
                <a:t>CMYK	43 / 15 / 0 / 0</a:t>
              </a:r>
            </a:p>
            <a:p>
              <a:pPr>
                <a:tabLst>
                  <a:tab pos="360000" algn="l"/>
                </a:tabLst>
              </a:pPr>
              <a:r>
                <a:rPr lang="en-US" sz="800" dirty="0"/>
                <a:t>NCS	1040-R90B</a:t>
              </a:r>
            </a:p>
          </p:txBody>
        </p:sp>
        <p:sp>
          <p:nvSpPr>
            <p:cNvPr id="55" name="Textfeld 54">
              <a:extLst>
                <a:ext uri="{FF2B5EF4-FFF2-40B4-BE49-F238E27FC236}">
                  <a16:creationId xmlns:a16="http://schemas.microsoft.com/office/drawing/2014/main" id="{80A1ABE7-6E52-4F47-A7F0-403DD26EB0AC}"/>
                </a:ext>
              </a:extLst>
            </p:cNvPr>
            <p:cNvSpPr txBox="1"/>
            <p:nvPr/>
          </p:nvSpPr>
          <p:spPr>
            <a:xfrm>
              <a:off x="1889522" y="4643835"/>
              <a:ext cx="1200150" cy="615553"/>
            </a:xfrm>
            <a:prstGeom prst="rect">
              <a:avLst/>
            </a:prstGeom>
            <a:noFill/>
          </p:spPr>
          <p:txBody>
            <a:bodyPr wrap="square" lIns="0" tIns="0" rIns="0" bIns="0" rtlCol="0">
              <a:spAutoFit/>
            </a:bodyPr>
            <a:lstStyle/>
            <a:p>
              <a:pPr>
                <a:tabLst>
                  <a:tab pos="360000" algn="l"/>
                </a:tabLst>
              </a:pPr>
              <a:r>
                <a:rPr lang="en-US" sz="800" dirty="0" err="1"/>
                <a:t>Violett</a:t>
              </a:r>
              <a:r>
                <a:rPr lang="en-US" sz="800" dirty="0"/>
                <a:t> 2</a:t>
              </a:r>
            </a:p>
            <a:p>
              <a:pPr>
                <a:tabLst>
                  <a:tab pos="360000" algn="l"/>
                </a:tabLst>
              </a:pPr>
              <a:r>
                <a:rPr lang="en-US" sz="800" dirty="0"/>
                <a:t>Hex	#C8C8FF</a:t>
              </a:r>
            </a:p>
            <a:p>
              <a:pPr>
                <a:tabLst>
                  <a:tab pos="360000" algn="l"/>
                </a:tabLst>
              </a:pPr>
              <a:r>
                <a:rPr lang="en-US" sz="800" dirty="0"/>
                <a:t>RGB	200 / 200 / 255</a:t>
              </a:r>
            </a:p>
            <a:p>
              <a:pPr>
                <a:tabLst>
                  <a:tab pos="360000" algn="l"/>
                </a:tabLst>
              </a:pPr>
              <a:r>
                <a:rPr lang="en-US" sz="800" dirty="0"/>
                <a:t>CMYK	20 / 20 / 0 / 0</a:t>
              </a:r>
            </a:p>
            <a:p>
              <a:pPr>
                <a:tabLst>
                  <a:tab pos="360000" algn="l"/>
                </a:tabLst>
              </a:pPr>
              <a:r>
                <a:rPr lang="en-US" sz="800" dirty="0"/>
                <a:t>NCS	0520-R60B</a:t>
              </a:r>
            </a:p>
          </p:txBody>
        </p:sp>
        <p:sp>
          <p:nvSpPr>
            <p:cNvPr id="56" name="Textfeld 55">
              <a:extLst>
                <a:ext uri="{FF2B5EF4-FFF2-40B4-BE49-F238E27FC236}">
                  <a16:creationId xmlns:a16="http://schemas.microsoft.com/office/drawing/2014/main" id="{C505F438-4057-4F6D-844A-D28EFD633C30}"/>
                </a:ext>
              </a:extLst>
            </p:cNvPr>
            <p:cNvSpPr txBox="1"/>
            <p:nvPr/>
          </p:nvSpPr>
          <p:spPr>
            <a:xfrm>
              <a:off x="3169444" y="4643835"/>
              <a:ext cx="1200150" cy="615553"/>
            </a:xfrm>
            <a:prstGeom prst="rect">
              <a:avLst/>
            </a:prstGeom>
            <a:noFill/>
          </p:spPr>
          <p:txBody>
            <a:bodyPr wrap="square" lIns="0" tIns="0" rIns="0" bIns="0" rtlCol="0">
              <a:spAutoFit/>
            </a:bodyPr>
            <a:lstStyle/>
            <a:p>
              <a:pPr>
                <a:tabLst>
                  <a:tab pos="360000" algn="l"/>
                </a:tabLst>
              </a:pPr>
              <a:r>
                <a:rPr lang="en-US" sz="800" dirty="0"/>
                <a:t>Magenta 2</a:t>
              </a:r>
            </a:p>
            <a:p>
              <a:pPr>
                <a:tabLst>
                  <a:tab pos="360000" algn="l"/>
                </a:tabLst>
              </a:pPr>
              <a:r>
                <a:rPr lang="en-US" sz="800" dirty="0"/>
                <a:t>Hex	#FFB9FF</a:t>
              </a:r>
            </a:p>
            <a:p>
              <a:pPr>
                <a:tabLst>
                  <a:tab pos="360000" algn="l"/>
                </a:tabLst>
              </a:pPr>
              <a:r>
                <a:rPr lang="en-US" sz="800" dirty="0"/>
                <a:t>RGB	255 / 185 / 255</a:t>
              </a:r>
            </a:p>
            <a:p>
              <a:pPr>
                <a:tabLst>
                  <a:tab pos="360000" algn="l"/>
                </a:tabLst>
              </a:pPr>
              <a:r>
                <a:rPr lang="en-US" sz="800" dirty="0"/>
                <a:t>CMYK	0 / 30 / 0 / 0</a:t>
              </a:r>
            </a:p>
            <a:p>
              <a:pPr>
                <a:tabLst>
                  <a:tab pos="360000" algn="l"/>
                </a:tabLst>
              </a:pPr>
              <a:r>
                <a:rPr lang="en-US" sz="800" dirty="0"/>
                <a:t>NCS	0520-R40B</a:t>
              </a:r>
            </a:p>
          </p:txBody>
        </p:sp>
        <p:sp>
          <p:nvSpPr>
            <p:cNvPr id="57" name="Textfeld 56">
              <a:extLst>
                <a:ext uri="{FF2B5EF4-FFF2-40B4-BE49-F238E27FC236}">
                  <a16:creationId xmlns:a16="http://schemas.microsoft.com/office/drawing/2014/main" id="{5B307C51-B940-4DA7-83B6-413E2C00CBE4}"/>
                </a:ext>
              </a:extLst>
            </p:cNvPr>
            <p:cNvSpPr txBox="1"/>
            <p:nvPr/>
          </p:nvSpPr>
          <p:spPr>
            <a:xfrm>
              <a:off x="4449366" y="4643835"/>
              <a:ext cx="1200150" cy="615553"/>
            </a:xfrm>
            <a:prstGeom prst="rect">
              <a:avLst/>
            </a:prstGeom>
            <a:noFill/>
          </p:spPr>
          <p:txBody>
            <a:bodyPr wrap="square" lIns="0" tIns="0" rIns="0" bIns="0" rtlCol="0">
              <a:spAutoFit/>
            </a:bodyPr>
            <a:lstStyle/>
            <a:p>
              <a:pPr>
                <a:tabLst>
                  <a:tab pos="360000" algn="l"/>
                </a:tabLst>
              </a:pPr>
              <a:r>
                <a:rPr lang="nn-NO" sz="800" dirty="0"/>
                <a:t>Rot 2</a:t>
              </a:r>
            </a:p>
            <a:p>
              <a:pPr>
                <a:tabLst>
                  <a:tab pos="360000" algn="l"/>
                </a:tabLst>
              </a:pPr>
              <a:r>
                <a:rPr lang="nn-NO" sz="800" dirty="0"/>
                <a:t>Hex	#FFAAA5</a:t>
              </a:r>
            </a:p>
            <a:p>
              <a:pPr>
                <a:tabLst>
                  <a:tab pos="360000" algn="l"/>
                </a:tabLst>
              </a:pPr>
              <a:r>
                <a:rPr lang="nn-NO" sz="800" dirty="0"/>
                <a:t>RGB	255 / 170 / 165</a:t>
              </a:r>
            </a:p>
            <a:p>
              <a:pPr>
                <a:tabLst>
                  <a:tab pos="360000" algn="l"/>
                </a:tabLst>
              </a:pPr>
              <a:r>
                <a:rPr lang="nn-NO" sz="800" dirty="0"/>
                <a:t>CMYK	0 / 44 / 27 / 0</a:t>
              </a:r>
            </a:p>
            <a:p>
              <a:pPr>
                <a:tabLst>
                  <a:tab pos="360000" algn="l"/>
                </a:tabLst>
              </a:pPr>
              <a:r>
                <a:rPr lang="nn-NO" sz="800" dirty="0"/>
                <a:t>NCS	1030-R</a:t>
              </a:r>
              <a:endParaRPr lang="en-US" sz="800" dirty="0"/>
            </a:p>
          </p:txBody>
        </p:sp>
        <p:sp>
          <p:nvSpPr>
            <p:cNvPr id="58" name="Textfeld 57">
              <a:extLst>
                <a:ext uri="{FF2B5EF4-FFF2-40B4-BE49-F238E27FC236}">
                  <a16:creationId xmlns:a16="http://schemas.microsoft.com/office/drawing/2014/main" id="{294D7D7D-934A-40BA-8D37-C0F89A574BFA}"/>
                </a:ext>
              </a:extLst>
            </p:cNvPr>
            <p:cNvSpPr txBox="1"/>
            <p:nvPr/>
          </p:nvSpPr>
          <p:spPr>
            <a:xfrm>
              <a:off x="5729288" y="4643835"/>
              <a:ext cx="1200150" cy="615553"/>
            </a:xfrm>
            <a:prstGeom prst="rect">
              <a:avLst/>
            </a:prstGeom>
            <a:noFill/>
          </p:spPr>
          <p:txBody>
            <a:bodyPr wrap="square" lIns="0" tIns="0" rIns="0" bIns="0" rtlCol="0">
              <a:spAutoFit/>
            </a:bodyPr>
            <a:lstStyle/>
            <a:p>
              <a:pPr>
                <a:tabLst>
                  <a:tab pos="360000" algn="l"/>
                </a:tabLst>
              </a:pPr>
              <a:r>
                <a:rPr lang="fr-FR" sz="800" dirty="0"/>
                <a:t>Orange 2</a:t>
              </a:r>
            </a:p>
            <a:p>
              <a:pPr>
                <a:tabLst>
                  <a:tab pos="360000" algn="l"/>
                </a:tabLst>
              </a:pPr>
              <a:r>
                <a:rPr lang="fr-FR" sz="800" dirty="0" err="1"/>
                <a:t>Hex</a:t>
              </a:r>
              <a:r>
                <a:rPr lang="fr-FR" sz="800" dirty="0"/>
                <a:t>	#FFBE78</a:t>
              </a:r>
            </a:p>
            <a:p>
              <a:pPr>
                <a:tabLst>
                  <a:tab pos="360000" algn="l"/>
                </a:tabLst>
              </a:pPr>
              <a:r>
                <a:rPr lang="fr-FR" sz="800" dirty="0"/>
                <a:t>RGB	255 / 190 / 120</a:t>
              </a:r>
            </a:p>
            <a:p>
              <a:pPr>
                <a:tabLst>
                  <a:tab pos="360000" algn="l"/>
                </a:tabLst>
              </a:pPr>
              <a:r>
                <a:rPr lang="fr-FR" sz="800" dirty="0"/>
                <a:t>CMYK	0 / 30 / 55 / 0</a:t>
              </a:r>
            </a:p>
            <a:p>
              <a:pPr>
                <a:tabLst>
                  <a:tab pos="360000" algn="l"/>
                </a:tabLst>
              </a:pPr>
              <a:r>
                <a:rPr lang="fr-FR" sz="800" dirty="0"/>
                <a:t>NCS	1030-Y30R</a:t>
              </a:r>
              <a:endParaRPr lang="en-US" sz="800" dirty="0"/>
            </a:p>
          </p:txBody>
        </p:sp>
        <p:sp>
          <p:nvSpPr>
            <p:cNvPr id="59" name="Textfeld 58">
              <a:extLst>
                <a:ext uri="{FF2B5EF4-FFF2-40B4-BE49-F238E27FC236}">
                  <a16:creationId xmlns:a16="http://schemas.microsoft.com/office/drawing/2014/main" id="{97181276-56DF-49BC-AE2D-384C0E6A3CAA}"/>
                </a:ext>
              </a:extLst>
            </p:cNvPr>
            <p:cNvSpPr txBox="1"/>
            <p:nvPr/>
          </p:nvSpPr>
          <p:spPr>
            <a:xfrm>
              <a:off x="7009210" y="4643835"/>
              <a:ext cx="1200150" cy="615553"/>
            </a:xfrm>
            <a:prstGeom prst="rect">
              <a:avLst/>
            </a:prstGeom>
            <a:noFill/>
          </p:spPr>
          <p:txBody>
            <a:bodyPr wrap="square" lIns="0" tIns="0" rIns="0" bIns="0" rtlCol="0">
              <a:spAutoFit/>
            </a:bodyPr>
            <a:lstStyle/>
            <a:p>
              <a:pPr>
                <a:tabLst>
                  <a:tab pos="360000" algn="l"/>
                </a:tabLst>
              </a:pPr>
              <a:r>
                <a:rPr lang="en-US" sz="800" dirty="0"/>
                <a:t>Gelb 2</a:t>
              </a:r>
            </a:p>
            <a:p>
              <a:pPr>
                <a:tabLst>
                  <a:tab pos="360000" algn="l"/>
                </a:tabLst>
              </a:pPr>
              <a:r>
                <a:rPr lang="en-US" sz="800" dirty="0"/>
                <a:t>Hex	#FFE483</a:t>
              </a:r>
            </a:p>
            <a:p>
              <a:pPr>
                <a:tabLst>
                  <a:tab pos="360000" algn="l"/>
                </a:tabLst>
              </a:pPr>
              <a:r>
                <a:rPr lang="en-US" sz="800" dirty="0"/>
                <a:t>RGB	255 / 228 / 131</a:t>
              </a:r>
            </a:p>
            <a:p>
              <a:pPr>
                <a:tabLst>
                  <a:tab pos="360000" algn="l"/>
                </a:tabLst>
              </a:pPr>
              <a:r>
                <a:rPr lang="en-US" sz="800" dirty="0"/>
                <a:t>CMYK	0 / 5 / 50 / 0</a:t>
              </a:r>
            </a:p>
            <a:p>
              <a:pPr>
                <a:tabLst>
                  <a:tab pos="360000" algn="l"/>
                </a:tabLst>
              </a:pPr>
              <a:r>
                <a:rPr lang="en-US" sz="800" dirty="0"/>
                <a:t>NCS	0530-G90Y</a:t>
              </a:r>
            </a:p>
          </p:txBody>
        </p:sp>
        <p:sp>
          <p:nvSpPr>
            <p:cNvPr id="60" name="Textfeld 59">
              <a:extLst>
                <a:ext uri="{FF2B5EF4-FFF2-40B4-BE49-F238E27FC236}">
                  <a16:creationId xmlns:a16="http://schemas.microsoft.com/office/drawing/2014/main" id="{5A50BECD-151A-450E-9B17-40F5A8A51F52}"/>
                </a:ext>
              </a:extLst>
            </p:cNvPr>
            <p:cNvSpPr txBox="1"/>
            <p:nvPr/>
          </p:nvSpPr>
          <p:spPr>
            <a:xfrm>
              <a:off x="8289132" y="4643835"/>
              <a:ext cx="1200150" cy="615553"/>
            </a:xfrm>
            <a:prstGeom prst="rect">
              <a:avLst/>
            </a:prstGeom>
            <a:noFill/>
          </p:spPr>
          <p:txBody>
            <a:bodyPr wrap="square" lIns="0" tIns="0" rIns="0" bIns="0" rtlCol="0">
              <a:spAutoFit/>
            </a:bodyPr>
            <a:lstStyle/>
            <a:p>
              <a:pPr>
                <a:tabLst>
                  <a:tab pos="360000" algn="l"/>
                </a:tabLst>
              </a:pPr>
              <a:r>
                <a:rPr lang="en-US" sz="800" dirty="0" err="1"/>
                <a:t>Oliv</a:t>
              </a:r>
              <a:r>
                <a:rPr lang="en-US" sz="800" dirty="0"/>
                <a:t> 2</a:t>
              </a:r>
            </a:p>
            <a:p>
              <a:pPr>
                <a:tabLst>
                  <a:tab pos="360000" algn="l"/>
                </a:tabLst>
              </a:pPr>
              <a:r>
                <a:rPr lang="en-US" sz="800" dirty="0"/>
                <a:t>Hex	#D2DC46</a:t>
              </a:r>
            </a:p>
            <a:p>
              <a:pPr>
                <a:tabLst>
                  <a:tab pos="360000" algn="l"/>
                </a:tabLst>
              </a:pPr>
              <a:r>
                <a:rPr lang="en-US" sz="800" dirty="0"/>
                <a:t>RGB	210 / 220 / 70</a:t>
              </a:r>
            </a:p>
            <a:p>
              <a:pPr>
                <a:tabLst>
                  <a:tab pos="360000" algn="l"/>
                </a:tabLst>
              </a:pPr>
              <a:r>
                <a:rPr lang="en-US" sz="800" dirty="0"/>
                <a:t>CMYK	25 / 0 / 81 / 0</a:t>
              </a:r>
            </a:p>
            <a:p>
              <a:pPr>
                <a:tabLst>
                  <a:tab pos="360000" algn="l"/>
                </a:tabLst>
              </a:pPr>
              <a:r>
                <a:rPr lang="en-US" sz="800" dirty="0"/>
                <a:t>NCS	0550-G60Y</a:t>
              </a:r>
            </a:p>
          </p:txBody>
        </p:sp>
        <p:sp>
          <p:nvSpPr>
            <p:cNvPr id="61" name="Textfeld 60">
              <a:extLst>
                <a:ext uri="{FF2B5EF4-FFF2-40B4-BE49-F238E27FC236}">
                  <a16:creationId xmlns:a16="http://schemas.microsoft.com/office/drawing/2014/main" id="{65C35EB2-9EF4-42C9-89FA-56F3DF910281}"/>
                </a:ext>
              </a:extLst>
            </p:cNvPr>
            <p:cNvSpPr txBox="1"/>
            <p:nvPr/>
          </p:nvSpPr>
          <p:spPr>
            <a:xfrm>
              <a:off x="9569054" y="4643835"/>
              <a:ext cx="1200150" cy="615553"/>
            </a:xfrm>
            <a:prstGeom prst="rect">
              <a:avLst/>
            </a:prstGeom>
            <a:noFill/>
          </p:spPr>
          <p:txBody>
            <a:bodyPr wrap="square" lIns="0" tIns="0" rIns="0" bIns="0" rtlCol="0">
              <a:spAutoFit/>
            </a:bodyPr>
            <a:lstStyle/>
            <a:p>
              <a:pPr>
                <a:tabLst>
                  <a:tab pos="360000" algn="l"/>
                </a:tabLst>
              </a:pPr>
              <a:r>
                <a:rPr lang="en-US" sz="800" dirty="0" err="1"/>
                <a:t>Grün</a:t>
              </a:r>
              <a:r>
                <a:rPr lang="en-US" sz="800" dirty="0"/>
                <a:t> 2</a:t>
              </a:r>
            </a:p>
            <a:p>
              <a:pPr>
                <a:tabLst>
                  <a:tab pos="360000" algn="l"/>
                </a:tabLst>
              </a:pPr>
              <a:r>
                <a:rPr lang="en-US" sz="800" dirty="0"/>
                <a:t>Hex	#8CE6AA</a:t>
              </a:r>
            </a:p>
            <a:p>
              <a:pPr>
                <a:tabLst>
                  <a:tab pos="360000" algn="l"/>
                </a:tabLst>
              </a:pPr>
              <a:r>
                <a:rPr lang="en-US" sz="800" dirty="0"/>
                <a:t>RGB	140 / 230 / 170</a:t>
              </a:r>
            </a:p>
            <a:p>
              <a:pPr>
                <a:tabLst>
                  <a:tab pos="360000" algn="l"/>
                </a:tabLst>
              </a:pPr>
              <a:r>
                <a:rPr lang="en-US" sz="800" dirty="0"/>
                <a:t>CMYK	45 / 0 / 45 / 0</a:t>
              </a:r>
            </a:p>
            <a:p>
              <a:pPr>
                <a:tabLst>
                  <a:tab pos="360000" algn="l"/>
                </a:tabLst>
              </a:pPr>
              <a:r>
                <a:rPr lang="en-US" sz="800" dirty="0"/>
                <a:t>NCS	2030-G10Y</a:t>
              </a:r>
            </a:p>
          </p:txBody>
        </p:sp>
        <p:sp>
          <p:nvSpPr>
            <p:cNvPr id="62" name="Textfeld 61">
              <a:extLst>
                <a:ext uri="{FF2B5EF4-FFF2-40B4-BE49-F238E27FC236}">
                  <a16:creationId xmlns:a16="http://schemas.microsoft.com/office/drawing/2014/main" id="{18C8F522-3AA0-4E8D-B9C7-00BEB2991CB9}"/>
                </a:ext>
              </a:extLst>
            </p:cNvPr>
            <p:cNvSpPr txBox="1"/>
            <p:nvPr/>
          </p:nvSpPr>
          <p:spPr>
            <a:xfrm>
              <a:off x="10848975" y="4643835"/>
              <a:ext cx="1200150" cy="615553"/>
            </a:xfrm>
            <a:prstGeom prst="rect">
              <a:avLst/>
            </a:prstGeom>
            <a:noFill/>
          </p:spPr>
          <p:txBody>
            <a:bodyPr wrap="square" lIns="0" tIns="0" rIns="0" bIns="0" rtlCol="0">
              <a:spAutoFit/>
            </a:bodyPr>
            <a:lstStyle/>
            <a:p>
              <a:pPr>
                <a:tabLst>
                  <a:tab pos="360000" algn="l"/>
                </a:tabLst>
              </a:pPr>
              <a:r>
                <a:rPr lang="en-US" sz="800" dirty="0" err="1"/>
                <a:t>Türkis</a:t>
              </a:r>
              <a:r>
                <a:rPr lang="en-US" sz="800" dirty="0"/>
                <a:t> 2</a:t>
              </a:r>
            </a:p>
            <a:p>
              <a:pPr>
                <a:tabLst>
                  <a:tab pos="360000" algn="l"/>
                </a:tabLst>
              </a:pPr>
              <a:r>
                <a:rPr lang="en-US" sz="800" dirty="0"/>
                <a:t>Hex	#8CE6D7</a:t>
              </a:r>
            </a:p>
            <a:p>
              <a:pPr>
                <a:tabLst>
                  <a:tab pos="360000" algn="l"/>
                </a:tabLst>
              </a:pPr>
              <a:r>
                <a:rPr lang="en-US" sz="800" dirty="0"/>
                <a:t>RGB	140 / 230 / 215</a:t>
              </a:r>
            </a:p>
            <a:p>
              <a:pPr>
                <a:tabLst>
                  <a:tab pos="360000" algn="l"/>
                </a:tabLst>
              </a:pPr>
              <a:r>
                <a:rPr lang="en-US" sz="800" dirty="0"/>
                <a:t>CMYK	45 / 0 / 20 / 0</a:t>
              </a:r>
            </a:p>
            <a:p>
              <a:pPr>
                <a:tabLst>
                  <a:tab pos="360000" algn="l"/>
                </a:tabLst>
              </a:pPr>
              <a:r>
                <a:rPr lang="en-US" sz="800" dirty="0"/>
                <a:t>NCS	1030-B30G</a:t>
              </a:r>
            </a:p>
          </p:txBody>
        </p:sp>
      </p:grpSp>
      <p:grpSp>
        <p:nvGrpSpPr>
          <p:cNvPr id="72" name="Gruppieren 71">
            <a:extLst>
              <a:ext uri="{FF2B5EF4-FFF2-40B4-BE49-F238E27FC236}">
                <a16:creationId xmlns:a16="http://schemas.microsoft.com/office/drawing/2014/main" id="{398D963C-95BC-4910-AD7E-824F016E2F76}"/>
              </a:ext>
            </a:extLst>
          </p:cNvPr>
          <p:cNvGrpSpPr/>
          <p:nvPr/>
        </p:nvGrpSpPr>
        <p:grpSpPr>
          <a:xfrm>
            <a:off x="609600" y="1309688"/>
            <a:ext cx="2019146" cy="1435100"/>
            <a:chOff x="609600" y="1052513"/>
            <a:chExt cx="2019146" cy="1435100"/>
          </a:xfrm>
        </p:grpSpPr>
        <p:sp>
          <p:nvSpPr>
            <p:cNvPr id="40" name="Rechteck 39">
              <a:extLst>
                <a:ext uri="{FF2B5EF4-FFF2-40B4-BE49-F238E27FC236}">
                  <a16:creationId xmlns:a16="http://schemas.microsoft.com/office/drawing/2014/main" id="{D91D7398-5451-4E2C-940D-03ADC617B18C}"/>
                </a:ext>
              </a:extLst>
            </p:cNvPr>
            <p:cNvSpPr/>
            <p:nvPr/>
          </p:nvSpPr>
          <p:spPr>
            <a:xfrm>
              <a:off x="616346" y="1052513"/>
              <a:ext cx="2012400" cy="684212"/>
            </a:xfrm>
            <a:prstGeom prst="rect">
              <a:avLst/>
            </a:prstGeom>
            <a:solidFill>
              <a:srgbClr val="0000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Textfeld 64">
              <a:extLst>
                <a:ext uri="{FF2B5EF4-FFF2-40B4-BE49-F238E27FC236}">
                  <a16:creationId xmlns:a16="http://schemas.microsoft.com/office/drawing/2014/main" id="{FAC4F9D5-8339-4153-B67B-7ACC8E16CCE3}"/>
                </a:ext>
              </a:extLst>
            </p:cNvPr>
            <p:cNvSpPr txBox="1"/>
            <p:nvPr/>
          </p:nvSpPr>
          <p:spPr>
            <a:xfrm>
              <a:off x="609600" y="1872060"/>
              <a:ext cx="1666875" cy="615553"/>
            </a:xfrm>
            <a:prstGeom prst="rect">
              <a:avLst/>
            </a:prstGeom>
            <a:noFill/>
          </p:spPr>
          <p:txBody>
            <a:bodyPr wrap="square" lIns="0" tIns="0" rIns="0" bIns="0" rtlCol="0">
              <a:spAutoFit/>
            </a:bodyPr>
            <a:lstStyle/>
            <a:p>
              <a:pPr>
                <a:tabLst>
                  <a:tab pos="360000" algn="l"/>
                </a:tabLst>
              </a:pPr>
              <a:r>
                <a:rPr lang="en-US" sz="800" dirty="0" err="1"/>
                <a:t>Brillantblau</a:t>
              </a:r>
              <a:endParaRPr lang="en-US" sz="800" dirty="0"/>
            </a:p>
            <a:p>
              <a:pPr>
                <a:tabLst>
                  <a:tab pos="360000" algn="l"/>
                </a:tabLst>
              </a:pPr>
              <a:r>
                <a:rPr lang="en-US" sz="800" dirty="0"/>
                <a:t>Hex	#00008C</a:t>
              </a:r>
            </a:p>
            <a:p>
              <a:pPr>
                <a:tabLst>
                  <a:tab pos="360000" algn="l"/>
                </a:tabLst>
              </a:pPr>
              <a:r>
                <a:rPr lang="en-US" sz="800" dirty="0"/>
                <a:t>RGB	0 / 0 / 140</a:t>
              </a:r>
            </a:p>
            <a:p>
              <a:pPr>
                <a:tabLst>
                  <a:tab pos="360000" algn="l"/>
                </a:tabLst>
              </a:pPr>
              <a:r>
                <a:rPr lang="en-US" sz="800" dirty="0"/>
                <a:t>CMYK	100 / 80 / 5 / 0</a:t>
              </a:r>
            </a:p>
            <a:p>
              <a:pPr>
                <a:tabLst>
                  <a:tab pos="360000" algn="l"/>
                </a:tabLst>
              </a:pPr>
              <a:r>
                <a:rPr lang="en-US" sz="800" dirty="0"/>
                <a:t>NCS	3060-R80B</a:t>
              </a:r>
            </a:p>
          </p:txBody>
        </p:sp>
      </p:grpSp>
      <p:grpSp>
        <p:nvGrpSpPr>
          <p:cNvPr id="73" name="Gruppieren 72">
            <a:extLst>
              <a:ext uri="{FF2B5EF4-FFF2-40B4-BE49-F238E27FC236}">
                <a16:creationId xmlns:a16="http://schemas.microsoft.com/office/drawing/2014/main" id="{8AF3DAE7-8404-4007-AE1A-C23015BA371F}"/>
              </a:ext>
            </a:extLst>
          </p:cNvPr>
          <p:cNvGrpSpPr/>
          <p:nvPr/>
        </p:nvGrpSpPr>
        <p:grpSpPr>
          <a:xfrm>
            <a:off x="7009210" y="1309688"/>
            <a:ext cx="5039915" cy="1435100"/>
            <a:chOff x="7009210" y="1052513"/>
            <a:chExt cx="5039915" cy="1435100"/>
          </a:xfrm>
        </p:grpSpPr>
        <p:sp>
          <p:nvSpPr>
            <p:cNvPr id="41" name="Rechteck 40">
              <a:extLst>
                <a:ext uri="{FF2B5EF4-FFF2-40B4-BE49-F238E27FC236}">
                  <a16:creationId xmlns:a16="http://schemas.microsoft.com/office/drawing/2014/main" id="{0E41642A-5E53-4F23-8066-3BA82738D548}"/>
                </a:ext>
              </a:extLst>
            </p:cNvPr>
            <p:cNvSpPr/>
            <p:nvPr/>
          </p:nvSpPr>
          <p:spPr>
            <a:xfrm>
              <a:off x="7009210" y="1052513"/>
              <a:ext cx="733425" cy="684212"/>
            </a:xfrm>
            <a:prstGeom prst="rect">
              <a:avLst/>
            </a:prstGeom>
            <a:solidFill>
              <a:srgbClr val="0000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hteck 41">
              <a:extLst>
                <a:ext uri="{FF2B5EF4-FFF2-40B4-BE49-F238E27FC236}">
                  <a16:creationId xmlns:a16="http://schemas.microsoft.com/office/drawing/2014/main" id="{76482F71-2A0A-4B23-80EB-0CD23AF14BB6}"/>
                </a:ext>
              </a:extLst>
            </p:cNvPr>
            <p:cNvSpPr/>
            <p:nvPr/>
          </p:nvSpPr>
          <p:spPr>
            <a:xfrm>
              <a:off x="8289132" y="1052513"/>
              <a:ext cx="733425" cy="684212"/>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hteck 42">
              <a:extLst>
                <a:ext uri="{FF2B5EF4-FFF2-40B4-BE49-F238E27FC236}">
                  <a16:creationId xmlns:a16="http://schemas.microsoft.com/office/drawing/2014/main" id="{CE15FFA5-549A-417B-A278-10F761D3342D}"/>
                </a:ext>
              </a:extLst>
            </p:cNvPr>
            <p:cNvSpPr/>
            <p:nvPr/>
          </p:nvSpPr>
          <p:spPr>
            <a:xfrm>
              <a:off x="9569054" y="1052513"/>
              <a:ext cx="733425" cy="684212"/>
            </a:xfrm>
            <a:prstGeom prst="rect">
              <a:avLst/>
            </a:prstGeom>
            <a:solidFill>
              <a:srgbClr val="323F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hteck 43">
              <a:extLst>
                <a:ext uri="{FF2B5EF4-FFF2-40B4-BE49-F238E27FC236}">
                  <a16:creationId xmlns:a16="http://schemas.microsoft.com/office/drawing/2014/main" id="{BCA40B61-6453-41D0-BD2B-4309F57036C7}"/>
                </a:ext>
              </a:extLst>
            </p:cNvPr>
            <p:cNvSpPr/>
            <p:nvPr/>
          </p:nvSpPr>
          <p:spPr>
            <a:xfrm>
              <a:off x="10848975" y="1052513"/>
              <a:ext cx="733425" cy="684212"/>
            </a:xfrm>
            <a:prstGeom prst="rect">
              <a:avLst/>
            </a:prstGeom>
            <a:solidFill>
              <a:srgbClr val="FFFF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Textfeld 65">
              <a:extLst>
                <a:ext uri="{FF2B5EF4-FFF2-40B4-BE49-F238E27FC236}">
                  <a16:creationId xmlns:a16="http://schemas.microsoft.com/office/drawing/2014/main" id="{10648FA2-0E4E-49FB-9604-036D1C1DD8AC}"/>
                </a:ext>
              </a:extLst>
            </p:cNvPr>
            <p:cNvSpPr txBox="1"/>
            <p:nvPr/>
          </p:nvSpPr>
          <p:spPr>
            <a:xfrm>
              <a:off x="7009210" y="1872060"/>
              <a:ext cx="1200150" cy="615553"/>
            </a:xfrm>
            <a:prstGeom prst="rect">
              <a:avLst/>
            </a:prstGeom>
            <a:noFill/>
          </p:spPr>
          <p:txBody>
            <a:bodyPr wrap="square" lIns="0" tIns="0" rIns="0" bIns="0" rtlCol="0">
              <a:spAutoFit/>
            </a:bodyPr>
            <a:lstStyle/>
            <a:p>
              <a:pPr>
                <a:tabLst>
                  <a:tab pos="360000" algn="l"/>
                </a:tabLst>
              </a:pPr>
              <a:r>
                <a:rPr lang="en-US" sz="800" dirty="0" err="1"/>
                <a:t>Dunkelblau</a:t>
              </a:r>
              <a:endParaRPr lang="en-US" sz="800" dirty="0"/>
            </a:p>
            <a:p>
              <a:pPr>
                <a:tabLst>
                  <a:tab pos="360000" algn="l"/>
                </a:tabLst>
              </a:pPr>
              <a:r>
                <a:rPr lang="en-US" sz="800" dirty="0"/>
                <a:t>Hex	#001450</a:t>
              </a:r>
            </a:p>
            <a:p>
              <a:pPr>
                <a:tabLst>
                  <a:tab pos="360000" algn="l"/>
                </a:tabLst>
              </a:pPr>
              <a:r>
                <a:rPr lang="en-US" sz="800" dirty="0"/>
                <a:t>RGB	0 / 20 / 80</a:t>
              </a:r>
            </a:p>
            <a:p>
              <a:pPr>
                <a:tabLst>
                  <a:tab pos="360000" algn="l"/>
                </a:tabLst>
              </a:pPr>
              <a:r>
                <a:rPr lang="en-US" sz="800" dirty="0"/>
                <a:t>CMYK	100 / 70 </a:t>
              </a:r>
              <a:r>
                <a:rPr lang="en-US" sz="800"/>
                <a:t>/ 10 </a:t>
              </a:r>
              <a:r>
                <a:rPr lang="en-US" sz="800" dirty="0"/>
                <a:t>/ 60</a:t>
              </a:r>
            </a:p>
            <a:p>
              <a:pPr>
                <a:tabLst>
                  <a:tab pos="360000" algn="l"/>
                </a:tabLst>
              </a:pPr>
              <a:r>
                <a:rPr lang="en-US" sz="800" dirty="0"/>
                <a:t>NCS	7020-R70B</a:t>
              </a:r>
            </a:p>
          </p:txBody>
        </p:sp>
        <p:sp>
          <p:nvSpPr>
            <p:cNvPr id="67" name="Textfeld 66">
              <a:extLst>
                <a:ext uri="{FF2B5EF4-FFF2-40B4-BE49-F238E27FC236}">
                  <a16:creationId xmlns:a16="http://schemas.microsoft.com/office/drawing/2014/main" id="{28BF8421-3AF0-48E1-9F0C-05D94C393A78}"/>
                </a:ext>
              </a:extLst>
            </p:cNvPr>
            <p:cNvSpPr txBox="1"/>
            <p:nvPr/>
          </p:nvSpPr>
          <p:spPr>
            <a:xfrm>
              <a:off x="8289132" y="1872060"/>
              <a:ext cx="1200150" cy="615553"/>
            </a:xfrm>
            <a:prstGeom prst="rect">
              <a:avLst/>
            </a:prstGeom>
            <a:noFill/>
          </p:spPr>
          <p:txBody>
            <a:bodyPr wrap="square" lIns="0" tIns="0" rIns="0" bIns="0" rtlCol="0">
              <a:spAutoFit/>
            </a:bodyPr>
            <a:lstStyle/>
            <a:p>
              <a:pPr>
                <a:tabLst>
                  <a:tab pos="360000" algn="l"/>
                </a:tabLst>
              </a:pPr>
              <a:r>
                <a:rPr lang="nn-NO" sz="800" dirty="0"/>
                <a:t>Schwarz</a:t>
              </a:r>
            </a:p>
            <a:p>
              <a:pPr>
                <a:tabLst>
                  <a:tab pos="360000" algn="l"/>
                </a:tabLst>
              </a:pPr>
              <a:r>
                <a:rPr lang="nn-NO" sz="800" dirty="0"/>
                <a:t>Hex	#00000</a:t>
              </a:r>
            </a:p>
            <a:p>
              <a:pPr>
                <a:tabLst>
                  <a:tab pos="360000" algn="l"/>
                </a:tabLst>
              </a:pPr>
              <a:r>
                <a:rPr lang="nn-NO" sz="800" dirty="0"/>
                <a:t>RGB	0 / 0 / 0</a:t>
              </a:r>
            </a:p>
            <a:p>
              <a:pPr>
                <a:tabLst>
                  <a:tab pos="360000" algn="l"/>
                </a:tabLst>
              </a:pPr>
              <a:r>
                <a:rPr lang="nn-NO" sz="800" dirty="0"/>
                <a:t>CMYK	0 / 0 / 0 / 100</a:t>
              </a:r>
            </a:p>
            <a:p>
              <a:pPr>
                <a:tabLst>
                  <a:tab pos="360000" algn="l"/>
                </a:tabLst>
              </a:pPr>
              <a:r>
                <a:rPr lang="nn-NO" sz="800" dirty="0"/>
                <a:t>NCS	9000-N</a:t>
              </a:r>
              <a:endParaRPr lang="en-US" sz="800" dirty="0"/>
            </a:p>
          </p:txBody>
        </p:sp>
        <p:sp>
          <p:nvSpPr>
            <p:cNvPr id="68" name="Textfeld 67">
              <a:extLst>
                <a:ext uri="{FF2B5EF4-FFF2-40B4-BE49-F238E27FC236}">
                  <a16:creationId xmlns:a16="http://schemas.microsoft.com/office/drawing/2014/main" id="{FC2833BB-3657-4CB9-87DF-B812D7EC31FE}"/>
                </a:ext>
              </a:extLst>
            </p:cNvPr>
            <p:cNvSpPr txBox="1"/>
            <p:nvPr/>
          </p:nvSpPr>
          <p:spPr>
            <a:xfrm>
              <a:off x="9569054" y="1872060"/>
              <a:ext cx="1200150" cy="615553"/>
            </a:xfrm>
            <a:prstGeom prst="rect">
              <a:avLst/>
            </a:prstGeom>
            <a:noFill/>
          </p:spPr>
          <p:txBody>
            <a:bodyPr wrap="square" lIns="0" tIns="0" rIns="0" bIns="0" rtlCol="0">
              <a:spAutoFit/>
            </a:bodyPr>
            <a:lstStyle/>
            <a:p>
              <a:pPr>
                <a:tabLst>
                  <a:tab pos="360000" algn="l"/>
                </a:tabLst>
              </a:pPr>
              <a:r>
                <a:rPr lang="en-US" sz="800" dirty="0"/>
                <a:t>Grau 100%</a:t>
              </a:r>
            </a:p>
            <a:p>
              <a:pPr>
                <a:tabLst>
                  <a:tab pos="360000" algn="l"/>
                </a:tabLst>
              </a:pPr>
              <a:r>
                <a:rPr lang="en-US" sz="800" dirty="0"/>
                <a:t>Hex	#323F4B</a:t>
              </a:r>
            </a:p>
            <a:p>
              <a:pPr>
                <a:tabLst>
                  <a:tab pos="360000" algn="l"/>
                </a:tabLst>
              </a:pPr>
              <a:r>
                <a:rPr lang="en-US" sz="800" dirty="0"/>
                <a:t>RGB	50 / 63 / 75</a:t>
              </a:r>
            </a:p>
            <a:p>
              <a:pPr>
                <a:tabLst>
                  <a:tab pos="360000" algn="l"/>
                </a:tabLst>
              </a:pPr>
              <a:r>
                <a:rPr lang="en-US" sz="800" dirty="0"/>
                <a:t>CMYK	45 / 20 / 5 / 80</a:t>
              </a:r>
            </a:p>
            <a:p>
              <a:pPr>
                <a:tabLst>
                  <a:tab pos="360000" algn="l"/>
                </a:tabLst>
              </a:pPr>
              <a:r>
                <a:rPr lang="en-US" sz="800" dirty="0"/>
                <a:t>NCS	8005-R80B</a:t>
              </a:r>
            </a:p>
          </p:txBody>
        </p:sp>
        <p:sp>
          <p:nvSpPr>
            <p:cNvPr id="69" name="Textfeld 68">
              <a:extLst>
                <a:ext uri="{FF2B5EF4-FFF2-40B4-BE49-F238E27FC236}">
                  <a16:creationId xmlns:a16="http://schemas.microsoft.com/office/drawing/2014/main" id="{2D11A905-2C95-4A86-9012-FE6F990FD455}"/>
                </a:ext>
              </a:extLst>
            </p:cNvPr>
            <p:cNvSpPr txBox="1"/>
            <p:nvPr/>
          </p:nvSpPr>
          <p:spPr>
            <a:xfrm>
              <a:off x="10848975" y="1872060"/>
              <a:ext cx="1200150" cy="615553"/>
            </a:xfrm>
            <a:prstGeom prst="rect">
              <a:avLst/>
            </a:prstGeom>
            <a:noFill/>
          </p:spPr>
          <p:txBody>
            <a:bodyPr wrap="square" lIns="0" tIns="0" rIns="0" bIns="0" rtlCol="0">
              <a:spAutoFit/>
            </a:bodyPr>
            <a:lstStyle/>
            <a:p>
              <a:pPr>
                <a:tabLst>
                  <a:tab pos="360000" algn="l"/>
                </a:tabLst>
              </a:pPr>
              <a:r>
                <a:rPr lang="en-US" sz="800" dirty="0" err="1"/>
                <a:t>Weiß</a:t>
              </a:r>
              <a:endParaRPr lang="en-US" sz="800" dirty="0"/>
            </a:p>
            <a:p>
              <a:pPr>
                <a:tabLst>
                  <a:tab pos="360000" algn="l"/>
                </a:tabLst>
              </a:pPr>
              <a:r>
                <a:rPr lang="en-US" sz="800" dirty="0"/>
                <a:t>Hex	#FFFFFF</a:t>
              </a:r>
            </a:p>
            <a:p>
              <a:pPr>
                <a:tabLst>
                  <a:tab pos="360000" algn="l"/>
                </a:tabLst>
              </a:pPr>
              <a:r>
                <a:rPr lang="en-US" sz="800" dirty="0"/>
                <a:t>RGB	255 / 255 / 255</a:t>
              </a:r>
            </a:p>
            <a:p>
              <a:pPr>
                <a:tabLst>
                  <a:tab pos="360000" algn="l"/>
                </a:tabLst>
              </a:pPr>
              <a:r>
                <a:rPr lang="en-US" sz="800" dirty="0"/>
                <a:t>CMYK	0 / 0 / 0 / 0</a:t>
              </a:r>
            </a:p>
            <a:p>
              <a:pPr>
                <a:tabLst>
                  <a:tab pos="360000" algn="l"/>
                </a:tabLst>
              </a:pPr>
              <a:r>
                <a:rPr lang="en-US" sz="800" dirty="0"/>
                <a:t>NCS	0300-N</a:t>
              </a:r>
            </a:p>
          </p:txBody>
        </p:sp>
      </p:grpSp>
    </p:spTree>
    <p:extLst>
      <p:ext uri="{BB962C8B-B14F-4D97-AF65-F5344CB8AC3E}">
        <p14:creationId xmlns:p14="http://schemas.microsoft.com/office/powerpoint/2010/main" val="37504837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4CED5FB3-8332-4F4F-B270-4318C6A39658}"/>
              </a:ext>
            </a:extLst>
          </p:cNvPr>
          <p:cNvSpPr>
            <a:spLocks noGrp="1"/>
          </p:cNvSpPr>
          <p:nvPr>
            <p:ph type="title"/>
          </p:nvPr>
        </p:nvSpPr>
        <p:spPr>
          <a:xfrm>
            <a:off x="609600" y="404813"/>
            <a:ext cx="5378450" cy="647700"/>
          </a:xfrm>
        </p:spPr>
        <p:txBody>
          <a:bodyPr/>
          <a:lstStyle/>
          <a:p>
            <a:r>
              <a:rPr lang="de-DE"/>
              <a:t>Lorem ipsum dolor</a:t>
            </a:r>
            <a:endParaRPr lang="de-DE" dirty="0"/>
          </a:p>
        </p:txBody>
      </p:sp>
      <p:sp>
        <p:nvSpPr>
          <p:cNvPr id="5" name="Inhaltsplatzhalter 4">
            <a:extLst>
              <a:ext uri="{FF2B5EF4-FFF2-40B4-BE49-F238E27FC236}">
                <a16:creationId xmlns:a16="http://schemas.microsoft.com/office/drawing/2014/main" id="{AF2E3B78-94C3-457E-8B56-D385B83F6349}"/>
              </a:ext>
            </a:extLst>
          </p:cNvPr>
          <p:cNvSpPr>
            <a:spLocks noGrp="1"/>
          </p:cNvSpPr>
          <p:nvPr>
            <p:ph sz="half" idx="1"/>
          </p:nvPr>
        </p:nvSpPr>
        <p:spPr>
          <a:xfrm>
            <a:off x="609600" y="1736726"/>
            <a:ext cx="5378450" cy="3887788"/>
          </a:xfrm>
        </p:spPr>
        <p:txBody>
          <a:bodyPr/>
          <a:lstStyle/>
          <a:p>
            <a:r>
              <a:rPr lang="de-DE" dirty="0" err="1"/>
              <a:t>sit</a:t>
            </a:r>
            <a:r>
              <a:rPr lang="de-DE" dirty="0"/>
              <a:t> </a:t>
            </a:r>
            <a:r>
              <a:rPr lang="de-DE" dirty="0" err="1"/>
              <a:t>amet</a:t>
            </a:r>
            <a:r>
              <a:rPr lang="de-DE" dirty="0"/>
              <a:t>, </a:t>
            </a:r>
            <a:r>
              <a:rPr lang="de-DE" dirty="0" err="1"/>
              <a:t>consetetur</a:t>
            </a:r>
            <a:r>
              <a:rPr lang="de-DE" dirty="0"/>
              <a:t> </a:t>
            </a:r>
            <a:r>
              <a:rPr lang="de-DE" dirty="0" err="1"/>
              <a:t>sadipscing</a:t>
            </a:r>
            <a:r>
              <a:rPr lang="de-DE" dirty="0"/>
              <a:t> </a:t>
            </a:r>
            <a:r>
              <a:rPr lang="de-DE" dirty="0" err="1"/>
              <a:t>elitr</a:t>
            </a:r>
            <a:r>
              <a:rPr lang="de-DE" dirty="0"/>
              <a:t>, </a:t>
            </a:r>
          </a:p>
          <a:p>
            <a:pPr lvl="1"/>
            <a:r>
              <a:rPr lang="de-DE" dirty="0"/>
              <a:t>sed </a:t>
            </a:r>
            <a:r>
              <a:rPr lang="de-DE" dirty="0" err="1"/>
              <a:t>diam</a:t>
            </a:r>
            <a:r>
              <a:rPr lang="de-DE" dirty="0"/>
              <a:t> </a:t>
            </a:r>
            <a:r>
              <a:rPr lang="de-DE" dirty="0" err="1"/>
              <a:t>nonumy</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labore</a:t>
            </a:r>
            <a:r>
              <a:rPr lang="de-DE" dirty="0"/>
              <a:t> et </a:t>
            </a:r>
            <a:r>
              <a:rPr lang="de-DE" dirty="0" err="1"/>
              <a:t>dolore</a:t>
            </a:r>
            <a:r>
              <a:rPr lang="de-DE" dirty="0"/>
              <a:t> magna </a:t>
            </a:r>
            <a:r>
              <a:rPr lang="de-DE" dirty="0" err="1"/>
              <a:t>aliquyam</a:t>
            </a:r>
            <a:r>
              <a:rPr lang="de-DE" dirty="0"/>
              <a:t> erat, sed </a:t>
            </a:r>
            <a:r>
              <a:rPr lang="de-DE" dirty="0" err="1"/>
              <a:t>diam</a:t>
            </a:r>
            <a:r>
              <a:rPr lang="de-DE" dirty="0"/>
              <a:t> </a:t>
            </a:r>
            <a:r>
              <a:rPr lang="de-DE" dirty="0" err="1"/>
              <a:t>voluptua</a:t>
            </a:r>
            <a:r>
              <a:rPr lang="de-DE" dirty="0"/>
              <a:t>. </a:t>
            </a:r>
          </a:p>
          <a:p>
            <a:pPr lvl="2"/>
            <a:r>
              <a:rPr lang="de-DE" dirty="0"/>
              <a:t>At </a:t>
            </a:r>
            <a:r>
              <a:rPr lang="de-DE" dirty="0" err="1"/>
              <a:t>vero</a:t>
            </a:r>
            <a:r>
              <a:rPr lang="de-DE" dirty="0"/>
              <a:t> </a:t>
            </a:r>
            <a:r>
              <a:rPr lang="de-DE" dirty="0" err="1"/>
              <a:t>eos</a:t>
            </a:r>
            <a:r>
              <a:rPr lang="de-DE" dirty="0"/>
              <a:t> et </a:t>
            </a:r>
            <a:r>
              <a:rPr lang="de-DE" dirty="0" err="1"/>
              <a:t>accusam</a:t>
            </a:r>
            <a:r>
              <a:rPr lang="de-DE" dirty="0"/>
              <a:t> et </a:t>
            </a:r>
            <a:r>
              <a:rPr lang="de-DE" dirty="0" err="1"/>
              <a:t>justo</a:t>
            </a:r>
            <a:r>
              <a:rPr lang="de-DE" dirty="0"/>
              <a:t> </a:t>
            </a:r>
            <a:r>
              <a:rPr lang="de-DE" dirty="0" err="1"/>
              <a:t>duo</a:t>
            </a:r>
            <a:r>
              <a:rPr lang="de-DE" dirty="0"/>
              <a:t> </a:t>
            </a:r>
            <a:r>
              <a:rPr lang="de-DE" dirty="0" err="1"/>
              <a:t>dolores</a:t>
            </a:r>
            <a:r>
              <a:rPr lang="de-DE" dirty="0"/>
              <a:t> et </a:t>
            </a:r>
            <a:r>
              <a:rPr lang="de-DE" dirty="0" err="1"/>
              <a:t>ea</a:t>
            </a:r>
            <a:r>
              <a:rPr lang="de-DE" dirty="0"/>
              <a:t> </a:t>
            </a:r>
            <a:r>
              <a:rPr lang="de-DE" dirty="0" err="1"/>
              <a:t>rebum</a:t>
            </a:r>
            <a:r>
              <a:rPr lang="de-DE" dirty="0"/>
              <a:t>. Stet </a:t>
            </a:r>
            <a:r>
              <a:rPr lang="de-DE" dirty="0" err="1"/>
              <a:t>clita</a:t>
            </a:r>
            <a:r>
              <a:rPr lang="de-DE" dirty="0"/>
              <a:t> </a:t>
            </a:r>
            <a:r>
              <a:rPr lang="de-DE" dirty="0" err="1"/>
              <a:t>kasd</a:t>
            </a:r>
            <a:r>
              <a:rPr lang="de-DE" dirty="0"/>
              <a:t> </a:t>
            </a:r>
            <a:r>
              <a:rPr lang="de-DE" dirty="0" err="1"/>
              <a:t>gubergren</a:t>
            </a:r>
            <a:r>
              <a:rPr lang="de-DE" dirty="0"/>
              <a:t>, </a:t>
            </a:r>
          </a:p>
          <a:p>
            <a:pPr lvl="2"/>
            <a:r>
              <a:rPr lang="de-DE" dirty="0" err="1"/>
              <a:t>no</a:t>
            </a:r>
            <a:r>
              <a:rPr lang="de-DE" dirty="0"/>
              <a:t> </a:t>
            </a:r>
            <a:r>
              <a:rPr lang="de-DE" dirty="0" err="1"/>
              <a:t>sea</a:t>
            </a:r>
            <a:r>
              <a:rPr lang="de-DE" dirty="0"/>
              <a:t> </a:t>
            </a:r>
            <a:r>
              <a:rPr lang="de-DE" dirty="0" err="1"/>
              <a:t>takimata</a:t>
            </a:r>
            <a:r>
              <a:rPr lang="de-DE" dirty="0"/>
              <a:t> sanctus </a:t>
            </a:r>
            <a:r>
              <a:rPr lang="de-DE" dirty="0" err="1"/>
              <a:t>est</a:t>
            </a:r>
            <a:r>
              <a:rPr lang="de-DE" dirty="0"/>
              <a:t> </a:t>
            </a:r>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consetetur</a:t>
            </a:r>
            <a:r>
              <a:rPr lang="de-DE" dirty="0"/>
              <a:t> </a:t>
            </a:r>
            <a:r>
              <a:rPr lang="de-DE" dirty="0" err="1"/>
              <a:t>sadipscing</a:t>
            </a:r>
            <a:r>
              <a:rPr lang="de-DE" dirty="0"/>
              <a:t> </a:t>
            </a:r>
            <a:r>
              <a:rPr lang="de-DE" dirty="0" err="1"/>
              <a:t>elitr</a:t>
            </a:r>
            <a:r>
              <a:rPr lang="de-DE" dirty="0"/>
              <a:t>, </a:t>
            </a:r>
          </a:p>
          <a:p>
            <a:pPr lvl="2"/>
            <a:r>
              <a:rPr lang="de-DE" dirty="0"/>
              <a:t>sed </a:t>
            </a:r>
            <a:r>
              <a:rPr lang="de-DE" dirty="0" err="1"/>
              <a:t>diam</a:t>
            </a:r>
            <a:r>
              <a:rPr lang="de-DE" dirty="0"/>
              <a:t> </a:t>
            </a:r>
            <a:r>
              <a:rPr lang="de-DE" dirty="0" err="1"/>
              <a:t>nonumy</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sanctus </a:t>
            </a:r>
            <a:r>
              <a:rPr lang="de-DE" dirty="0" err="1"/>
              <a:t>est</a:t>
            </a:r>
            <a:r>
              <a:rPr lang="de-DE" dirty="0"/>
              <a:t> </a:t>
            </a:r>
          </a:p>
        </p:txBody>
      </p:sp>
      <p:pic>
        <p:nvPicPr>
          <p:cNvPr id="42" name="Bildplatzhalter 41">
            <a:extLst>
              <a:ext uri="{FF2B5EF4-FFF2-40B4-BE49-F238E27FC236}">
                <a16:creationId xmlns:a16="http://schemas.microsoft.com/office/drawing/2014/main" id="{1355F838-E674-44A8-A8CE-10F48B80B35F}"/>
              </a:ext>
            </a:extLst>
          </p:cNvPr>
          <p:cNvPicPr>
            <a:picLocks noGrp="1" noChangeAspect="1"/>
          </p:cNvPicPr>
          <p:nvPr>
            <p:ph type="pic" sz="quarter" idx="11"/>
          </p:nvPr>
        </p:nvPicPr>
        <p:blipFill rotWithShape="1">
          <a:blip r:embed="rId2">
            <a:extLst>
              <a:ext uri="{28A0092B-C50C-407E-A947-70E740481C1C}">
                <a14:useLocalDpi xmlns:a14="http://schemas.microsoft.com/office/drawing/2010/main" val="0"/>
              </a:ext>
            </a:extLst>
          </a:blip>
          <a:srcRect l="11399" r="11399"/>
          <a:stretch/>
        </p:blipFill>
        <p:spPr>
          <a:xfrm>
            <a:off x="6203951" y="404813"/>
            <a:ext cx="5378450" cy="5219700"/>
          </a:xfrm>
        </p:spPr>
      </p:pic>
      <p:sp>
        <p:nvSpPr>
          <p:cNvPr id="19" name="Textplatzhalter 18">
            <a:extLst>
              <a:ext uri="{FF2B5EF4-FFF2-40B4-BE49-F238E27FC236}">
                <a16:creationId xmlns:a16="http://schemas.microsoft.com/office/drawing/2014/main" id="{3394754F-D707-467F-A1D8-D73DA5031CE1}"/>
              </a:ext>
            </a:extLst>
          </p:cNvPr>
          <p:cNvSpPr>
            <a:spLocks noGrp="1"/>
          </p:cNvSpPr>
          <p:nvPr>
            <p:ph type="body" sz="quarter" idx="12"/>
          </p:nvPr>
        </p:nvSpPr>
        <p:spPr>
          <a:xfrm>
            <a:off x="6203950" y="5624513"/>
            <a:ext cx="5378449" cy="433387"/>
          </a:xfrm>
        </p:spPr>
        <p:txBody>
          <a:bodyPr/>
          <a:lstStyle/>
          <a:p>
            <a:pPr lvl="0"/>
            <a:r>
              <a:rPr lang="de-DE" dirty="0"/>
              <a:t>Bildunterschrift und © Copyright</a:t>
            </a:r>
            <a:endParaRPr lang="en-US" dirty="0"/>
          </a:p>
        </p:txBody>
      </p:sp>
    </p:spTree>
    <p:extLst>
      <p:ext uri="{BB962C8B-B14F-4D97-AF65-F5344CB8AC3E}">
        <p14:creationId xmlns:p14="http://schemas.microsoft.com/office/powerpoint/2010/main" val="21269831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4CED5FB3-8332-4F4F-B270-4318C6A39658}"/>
              </a:ext>
            </a:extLst>
          </p:cNvPr>
          <p:cNvSpPr>
            <a:spLocks noGrp="1"/>
          </p:cNvSpPr>
          <p:nvPr>
            <p:ph type="title"/>
          </p:nvPr>
        </p:nvSpPr>
        <p:spPr>
          <a:xfrm>
            <a:off x="609600" y="404813"/>
            <a:ext cx="10972800" cy="647700"/>
          </a:xfrm>
        </p:spPr>
        <p:txBody>
          <a:bodyPr/>
          <a:lstStyle/>
          <a:p>
            <a:r>
              <a:rPr lang="de-DE" dirty="0" err="1"/>
              <a:t>Lorem</a:t>
            </a:r>
            <a:r>
              <a:rPr lang="de-DE" dirty="0"/>
              <a:t> </a:t>
            </a:r>
            <a:r>
              <a:rPr lang="de-DE" dirty="0" err="1"/>
              <a:t>ipsum</a:t>
            </a:r>
            <a:r>
              <a:rPr lang="de-DE" dirty="0"/>
              <a:t> </a:t>
            </a:r>
            <a:r>
              <a:rPr lang="de-DE" dirty="0" err="1"/>
              <a:t>dolor</a:t>
            </a:r>
            <a:endParaRPr lang="de-DE" dirty="0"/>
          </a:p>
        </p:txBody>
      </p:sp>
      <p:sp>
        <p:nvSpPr>
          <p:cNvPr id="5" name="Inhaltsplatzhalter 4">
            <a:extLst>
              <a:ext uri="{FF2B5EF4-FFF2-40B4-BE49-F238E27FC236}">
                <a16:creationId xmlns:a16="http://schemas.microsoft.com/office/drawing/2014/main" id="{AF2E3B78-94C3-457E-8B56-D385B83F6349}"/>
              </a:ext>
            </a:extLst>
          </p:cNvPr>
          <p:cNvSpPr>
            <a:spLocks noGrp="1"/>
          </p:cNvSpPr>
          <p:nvPr>
            <p:ph idx="1"/>
          </p:nvPr>
        </p:nvSpPr>
        <p:spPr>
          <a:xfrm>
            <a:off x="609599" y="1736725"/>
            <a:ext cx="10972801" cy="4105275"/>
          </a:xfrm>
        </p:spPr>
        <p:txBody>
          <a:bodyPr/>
          <a:lstStyle/>
          <a:p>
            <a:r>
              <a:rPr lang="de-DE" dirty="0" err="1"/>
              <a:t>sit</a:t>
            </a:r>
            <a:r>
              <a:rPr lang="de-DE" dirty="0"/>
              <a:t> </a:t>
            </a:r>
            <a:r>
              <a:rPr lang="de-DE" dirty="0" err="1"/>
              <a:t>amet</a:t>
            </a:r>
            <a:r>
              <a:rPr lang="de-DE" dirty="0"/>
              <a:t>, </a:t>
            </a:r>
            <a:r>
              <a:rPr lang="de-DE" dirty="0" err="1"/>
              <a:t>consetetur</a:t>
            </a:r>
            <a:r>
              <a:rPr lang="de-DE" dirty="0"/>
              <a:t> </a:t>
            </a:r>
            <a:r>
              <a:rPr lang="de-DE" dirty="0" err="1"/>
              <a:t>sadipscing</a:t>
            </a:r>
            <a:r>
              <a:rPr lang="de-DE" dirty="0"/>
              <a:t> </a:t>
            </a:r>
            <a:r>
              <a:rPr lang="de-DE" dirty="0" err="1"/>
              <a:t>elitr</a:t>
            </a:r>
            <a:r>
              <a:rPr lang="de-DE" dirty="0"/>
              <a:t>, </a:t>
            </a:r>
          </a:p>
          <a:p>
            <a:pPr lvl="1"/>
            <a:r>
              <a:rPr lang="de-DE" dirty="0"/>
              <a:t>sed </a:t>
            </a:r>
            <a:r>
              <a:rPr lang="de-DE" dirty="0" err="1"/>
              <a:t>diam</a:t>
            </a:r>
            <a:r>
              <a:rPr lang="de-DE" dirty="0"/>
              <a:t> </a:t>
            </a:r>
            <a:r>
              <a:rPr lang="de-DE" dirty="0" err="1"/>
              <a:t>nonumy</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labore</a:t>
            </a:r>
            <a:r>
              <a:rPr lang="de-DE" dirty="0"/>
              <a:t> et </a:t>
            </a:r>
            <a:r>
              <a:rPr lang="de-DE" dirty="0" err="1"/>
              <a:t>dolore</a:t>
            </a:r>
            <a:r>
              <a:rPr lang="de-DE" dirty="0"/>
              <a:t> magna </a:t>
            </a:r>
            <a:r>
              <a:rPr lang="de-DE" dirty="0" err="1"/>
              <a:t>aliquyam</a:t>
            </a:r>
            <a:r>
              <a:rPr lang="de-DE" dirty="0"/>
              <a:t> erat, sed </a:t>
            </a:r>
            <a:r>
              <a:rPr lang="de-DE" dirty="0" err="1"/>
              <a:t>diam</a:t>
            </a:r>
            <a:r>
              <a:rPr lang="de-DE" dirty="0"/>
              <a:t> </a:t>
            </a:r>
            <a:r>
              <a:rPr lang="de-DE" dirty="0" err="1"/>
              <a:t>voluptua</a:t>
            </a:r>
            <a:r>
              <a:rPr lang="de-DE" dirty="0"/>
              <a:t>. </a:t>
            </a:r>
          </a:p>
          <a:p>
            <a:pPr lvl="2"/>
            <a:r>
              <a:rPr lang="de-DE" dirty="0"/>
              <a:t>At </a:t>
            </a:r>
            <a:r>
              <a:rPr lang="de-DE" dirty="0" err="1"/>
              <a:t>vero</a:t>
            </a:r>
            <a:r>
              <a:rPr lang="de-DE" dirty="0"/>
              <a:t> </a:t>
            </a:r>
            <a:r>
              <a:rPr lang="de-DE" dirty="0" err="1"/>
              <a:t>eos</a:t>
            </a:r>
            <a:r>
              <a:rPr lang="de-DE" dirty="0"/>
              <a:t> et </a:t>
            </a:r>
            <a:r>
              <a:rPr lang="de-DE" dirty="0" err="1"/>
              <a:t>accusam</a:t>
            </a:r>
            <a:r>
              <a:rPr lang="de-DE" dirty="0"/>
              <a:t> et </a:t>
            </a:r>
            <a:r>
              <a:rPr lang="de-DE" dirty="0" err="1"/>
              <a:t>justo</a:t>
            </a:r>
            <a:r>
              <a:rPr lang="de-DE" dirty="0"/>
              <a:t> </a:t>
            </a:r>
            <a:r>
              <a:rPr lang="de-DE" dirty="0" err="1"/>
              <a:t>duo</a:t>
            </a:r>
            <a:r>
              <a:rPr lang="de-DE" dirty="0"/>
              <a:t> </a:t>
            </a:r>
            <a:r>
              <a:rPr lang="de-DE" dirty="0" err="1"/>
              <a:t>dolores</a:t>
            </a:r>
            <a:r>
              <a:rPr lang="de-DE" dirty="0"/>
              <a:t> et </a:t>
            </a:r>
            <a:r>
              <a:rPr lang="de-DE" dirty="0" err="1"/>
              <a:t>ea</a:t>
            </a:r>
            <a:r>
              <a:rPr lang="de-DE" dirty="0"/>
              <a:t> </a:t>
            </a:r>
            <a:r>
              <a:rPr lang="de-DE" dirty="0" err="1"/>
              <a:t>rebum</a:t>
            </a:r>
            <a:r>
              <a:rPr lang="de-DE" dirty="0"/>
              <a:t>. Stet </a:t>
            </a:r>
            <a:r>
              <a:rPr lang="de-DE" dirty="0" err="1"/>
              <a:t>clita</a:t>
            </a:r>
            <a:r>
              <a:rPr lang="de-DE" dirty="0"/>
              <a:t> </a:t>
            </a:r>
            <a:r>
              <a:rPr lang="de-DE" dirty="0" err="1"/>
              <a:t>kasd</a:t>
            </a:r>
            <a:r>
              <a:rPr lang="de-DE" dirty="0"/>
              <a:t> </a:t>
            </a:r>
            <a:r>
              <a:rPr lang="de-DE" dirty="0" err="1"/>
              <a:t>gubergren</a:t>
            </a:r>
            <a:r>
              <a:rPr lang="de-DE" dirty="0"/>
              <a:t>, </a:t>
            </a:r>
          </a:p>
          <a:p>
            <a:pPr lvl="2"/>
            <a:r>
              <a:rPr lang="de-DE" dirty="0" err="1"/>
              <a:t>no</a:t>
            </a:r>
            <a:r>
              <a:rPr lang="de-DE" dirty="0"/>
              <a:t> </a:t>
            </a:r>
            <a:r>
              <a:rPr lang="de-DE" dirty="0" err="1"/>
              <a:t>sea</a:t>
            </a:r>
            <a:r>
              <a:rPr lang="de-DE" dirty="0"/>
              <a:t> </a:t>
            </a:r>
            <a:r>
              <a:rPr lang="de-DE" dirty="0" err="1"/>
              <a:t>takimata</a:t>
            </a:r>
            <a:r>
              <a:rPr lang="de-DE" dirty="0"/>
              <a:t> sanctus </a:t>
            </a:r>
            <a:r>
              <a:rPr lang="de-DE" dirty="0" err="1"/>
              <a:t>est</a:t>
            </a:r>
            <a:r>
              <a:rPr lang="de-DE" dirty="0"/>
              <a:t> </a:t>
            </a:r>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consetetur</a:t>
            </a:r>
            <a:r>
              <a:rPr lang="de-DE" dirty="0"/>
              <a:t> </a:t>
            </a:r>
            <a:r>
              <a:rPr lang="de-DE" dirty="0" err="1"/>
              <a:t>sadipscing</a:t>
            </a:r>
            <a:r>
              <a:rPr lang="de-DE" dirty="0"/>
              <a:t> </a:t>
            </a:r>
            <a:r>
              <a:rPr lang="de-DE" dirty="0" err="1"/>
              <a:t>elitr</a:t>
            </a:r>
            <a:r>
              <a:rPr lang="de-DE" dirty="0"/>
              <a:t>, </a:t>
            </a:r>
          </a:p>
          <a:p>
            <a:pPr lvl="2"/>
            <a:r>
              <a:rPr lang="de-DE" dirty="0"/>
              <a:t>sed </a:t>
            </a:r>
            <a:r>
              <a:rPr lang="de-DE" dirty="0" err="1"/>
              <a:t>diam</a:t>
            </a:r>
            <a:r>
              <a:rPr lang="de-DE" dirty="0"/>
              <a:t> </a:t>
            </a:r>
            <a:r>
              <a:rPr lang="de-DE" dirty="0" err="1"/>
              <a:t>nonumy</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endParaRPr lang="de-DE" dirty="0"/>
          </a:p>
        </p:txBody>
      </p:sp>
    </p:spTree>
    <p:extLst>
      <p:ext uri="{BB962C8B-B14F-4D97-AF65-F5344CB8AC3E}">
        <p14:creationId xmlns:p14="http://schemas.microsoft.com/office/powerpoint/2010/main" val="20586175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Inhaltsplatzhalter 12">
            <a:extLst>
              <a:ext uri="{FF2B5EF4-FFF2-40B4-BE49-F238E27FC236}">
                <a16:creationId xmlns:a16="http://schemas.microsoft.com/office/drawing/2014/main" id="{C5546457-86C4-47F0-82A2-5C31AB690005}"/>
              </a:ext>
            </a:extLst>
          </p:cNvPr>
          <p:cNvSpPr>
            <a:spLocks noGrp="1"/>
          </p:cNvSpPr>
          <p:nvPr>
            <p:ph type="body" sz="quarter" idx="13"/>
          </p:nvPr>
        </p:nvSpPr>
        <p:spPr>
          <a:xfrm>
            <a:off x="609600" y="873125"/>
            <a:ext cx="10972800" cy="4173438"/>
          </a:xfrm>
        </p:spPr>
        <p:txBody>
          <a:bodyPr/>
          <a:lstStyle/>
          <a:p>
            <a:r>
              <a:rPr lang="en-US" dirty="0"/>
              <a:t>Lorem ipsum dolor sit </a:t>
            </a:r>
            <a:r>
              <a:rPr lang="en-US" dirty="0" err="1"/>
              <a:t>amet</a:t>
            </a:r>
            <a:r>
              <a:rPr lang="en-US" dirty="0"/>
              <a:t>, </a:t>
            </a:r>
            <a:r>
              <a:rPr lang="en-US" dirty="0" err="1"/>
              <a:t>consetetur</a:t>
            </a:r>
            <a:r>
              <a:rPr lang="en-US" dirty="0"/>
              <a:t> </a:t>
            </a:r>
            <a:r>
              <a:rPr lang="en-US" dirty="0" err="1"/>
              <a:t>sadipscing</a:t>
            </a:r>
            <a:r>
              <a:rPr lang="en-US" dirty="0"/>
              <a:t> </a:t>
            </a:r>
            <a:r>
              <a:rPr lang="en-US" dirty="0" err="1"/>
              <a:t>elitr</a:t>
            </a:r>
            <a:r>
              <a:rPr lang="en-US" dirty="0"/>
              <a:t>, sed diam </a:t>
            </a:r>
            <a:r>
              <a:rPr lang="en-US" dirty="0" err="1"/>
              <a:t>nonumy</a:t>
            </a:r>
            <a:r>
              <a:rPr lang="en-US" dirty="0"/>
              <a:t> </a:t>
            </a:r>
            <a:r>
              <a:rPr lang="en-US" dirty="0" err="1"/>
              <a:t>eirmod</a:t>
            </a:r>
            <a:r>
              <a:rPr lang="en-US" dirty="0"/>
              <a:t> </a:t>
            </a:r>
            <a:r>
              <a:rPr lang="en-US" dirty="0" err="1"/>
              <a:t>tempor</a:t>
            </a:r>
            <a:r>
              <a:rPr lang="en-US" dirty="0"/>
              <a:t> </a:t>
            </a:r>
            <a:r>
              <a:rPr lang="en-US" dirty="0" err="1"/>
              <a:t>invidunt</a:t>
            </a:r>
            <a:r>
              <a:rPr lang="en-US" dirty="0"/>
              <a:t> </a:t>
            </a:r>
            <a:r>
              <a:rPr lang="en-US" dirty="0" err="1"/>
              <a:t>ut</a:t>
            </a:r>
            <a:r>
              <a:rPr lang="en-US" dirty="0"/>
              <a:t> labore et dolore magna </a:t>
            </a:r>
            <a:r>
              <a:rPr lang="en-US" dirty="0" err="1"/>
              <a:t>aliquyam</a:t>
            </a:r>
            <a:r>
              <a:rPr lang="en-US" dirty="0"/>
              <a:t> </a:t>
            </a:r>
            <a:r>
              <a:rPr lang="en-US" dirty="0" err="1"/>
              <a:t>erat</a:t>
            </a:r>
            <a:r>
              <a:rPr lang="en-US" dirty="0"/>
              <a:t>, sed diam </a:t>
            </a:r>
            <a:r>
              <a:rPr lang="en-US" dirty="0" err="1"/>
              <a:t>voluptua</a:t>
            </a:r>
            <a:r>
              <a:rPr lang="en-US" dirty="0"/>
              <a:t>. At </a:t>
            </a:r>
            <a:r>
              <a:rPr lang="en-US" dirty="0" err="1"/>
              <a:t>vero</a:t>
            </a:r>
            <a:r>
              <a:rPr lang="en-US" dirty="0"/>
              <a:t> </a:t>
            </a:r>
            <a:r>
              <a:rPr lang="en-US" dirty="0" err="1"/>
              <a:t>eos</a:t>
            </a:r>
            <a:r>
              <a:rPr lang="en-US" dirty="0"/>
              <a:t> et </a:t>
            </a:r>
            <a:r>
              <a:rPr lang="en-US" dirty="0" err="1"/>
              <a:t>accusam</a:t>
            </a:r>
            <a:r>
              <a:rPr lang="en-US" dirty="0"/>
              <a:t> et </a:t>
            </a:r>
            <a:r>
              <a:rPr lang="en-US" dirty="0" err="1"/>
              <a:t>justo</a:t>
            </a:r>
            <a:r>
              <a:rPr lang="en-US" dirty="0"/>
              <a:t> duo </a:t>
            </a:r>
            <a:r>
              <a:rPr lang="en-US" dirty="0" err="1"/>
              <a:t>dolores</a:t>
            </a:r>
            <a:r>
              <a:rPr lang="en-US" dirty="0"/>
              <a:t> et </a:t>
            </a:r>
            <a:r>
              <a:rPr lang="en-US" dirty="0" err="1"/>
              <a:t>ea</a:t>
            </a:r>
            <a:r>
              <a:rPr lang="en-US" dirty="0"/>
              <a:t> </a:t>
            </a:r>
            <a:r>
              <a:rPr lang="en-US" dirty="0" err="1"/>
              <a:t>rebum</a:t>
            </a:r>
            <a:r>
              <a:rPr lang="en-US" dirty="0"/>
              <a:t>. Stet </a:t>
            </a:r>
            <a:r>
              <a:rPr lang="en-US" dirty="0" err="1"/>
              <a:t>clita</a:t>
            </a:r>
            <a:r>
              <a:rPr lang="en-US" dirty="0"/>
              <a:t> </a:t>
            </a:r>
            <a:r>
              <a:rPr lang="en-US" dirty="0" err="1"/>
              <a:t>kasd</a:t>
            </a:r>
            <a:r>
              <a:rPr lang="en-US" dirty="0"/>
              <a:t> </a:t>
            </a:r>
            <a:r>
              <a:rPr lang="en-US" dirty="0" err="1"/>
              <a:t>gubergren</a:t>
            </a:r>
            <a:r>
              <a:rPr lang="en-US" dirty="0"/>
              <a:t>, no sea </a:t>
            </a:r>
            <a:r>
              <a:rPr lang="en-US" dirty="0" err="1"/>
              <a:t>takimata</a:t>
            </a:r>
            <a:r>
              <a:rPr lang="en-US" dirty="0"/>
              <a:t> </a:t>
            </a:r>
            <a:r>
              <a:rPr lang="en-US" dirty="0" err="1"/>
              <a:t>sanctus</a:t>
            </a:r>
            <a:r>
              <a:rPr lang="en-US" dirty="0"/>
              <a:t> </a:t>
            </a:r>
            <a:r>
              <a:rPr lang="en-US" dirty="0" err="1"/>
              <a:t>est</a:t>
            </a:r>
            <a:r>
              <a:rPr lang="en-US" dirty="0"/>
              <a:t> Lorem ipsum dolor sit </a:t>
            </a:r>
            <a:r>
              <a:rPr lang="en-US" dirty="0" err="1"/>
              <a:t>amet</a:t>
            </a:r>
            <a:r>
              <a:rPr lang="en-US" dirty="0"/>
              <a:t>.</a:t>
            </a:r>
          </a:p>
        </p:txBody>
      </p:sp>
      <p:sp>
        <p:nvSpPr>
          <p:cNvPr id="11" name="Textplatzhalter 10">
            <a:extLst>
              <a:ext uri="{FF2B5EF4-FFF2-40B4-BE49-F238E27FC236}">
                <a16:creationId xmlns:a16="http://schemas.microsoft.com/office/drawing/2014/main" id="{E55B0A94-2F2D-4EBC-9529-63F68BAFFDC8}"/>
              </a:ext>
            </a:extLst>
          </p:cNvPr>
          <p:cNvSpPr>
            <a:spLocks noGrp="1"/>
          </p:cNvSpPr>
          <p:nvPr>
            <p:ph type="body" sz="quarter" idx="12"/>
          </p:nvPr>
        </p:nvSpPr>
        <p:spPr>
          <a:xfrm>
            <a:off x="609600" y="5354320"/>
            <a:ext cx="10972800" cy="487680"/>
          </a:xfrm>
        </p:spPr>
        <p:txBody>
          <a:bodyPr/>
          <a:lstStyle/>
          <a:p>
            <a:r>
              <a:rPr lang="de-DE" dirty="0"/>
              <a:t>Titel Vorname Name, Funktion</a:t>
            </a:r>
            <a:endParaRPr lang="en-US" dirty="0"/>
          </a:p>
        </p:txBody>
      </p:sp>
    </p:spTree>
    <p:extLst>
      <p:ext uri="{BB962C8B-B14F-4D97-AF65-F5344CB8AC3E}">
        <p14:creationId xmlns:p14="http://schemas.microsoft.com/office/powerpoint/2010/main" val="7884090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Inhaltsplatzhalter 4">
            <a:extLst>
              <a:ext uri="{FF2B5EF4-FFF2-40B4-BE49-F238E27FC236}">
                <a16:creationId xmlns:a16="http://schemas.microsoft.com/office/drawing/2014/main" id="{AF2E3B78-94C3-457E-8B56-D385B83F6349}"/>
              </a:ext>
            </a:extLst>
          </p:cNvPr>
          <p:cNvSpPr>
            <a:spLocks noGrp="1"/>
          </p:cNvSpPr>
          <p:nvPr>
            <p:ph sz="half" idx="1"/>
          </p:nvPr>
        </p:nvSpPr>
        <p:spPr/>
        <p:txBody>
          <a:bodyPr/>
          <a:lstStyle/>
          <a:p>
            <a:r>
              <a:rPr lang="de-DE">
                <a:latin typeface="+mj-lt"/>
              </a:rPr>
              <a:t>Sit</a:t>
            </a:r>
            <a:r>
              <a:rPr lang="de-DE" dirty="0">
                <a:latin typeface="+mj-lt"/>
              </a:rPr>
              <a:t> </a:t>
            </a:r>
            <a:r>
              <a:rPr lang="de-DE" dirty="0" err="1">
                <a:latin typeface="+mj-lt"/>
              </a:rPr>
              <a:t>amet</a:t>
            </a:r>
            <a:r>
              <a:rPr lang="de-DE" dirty="0">
                <a:latin typeface="+mj-lt"/>
              </a:rPr>
              <a:t>, </a:t>
            </a:r>
            <a:r>
              <a:rPr lang="de-DE" dirty="0" err="1">
                <a:latin typeface="+mj-lt"/>
              </a:rPr>
              <a:t>consetetur</a:t>
            </a:r>
            <a:r>
              <a:rPr lang="de-DE" dirty="0">
                <a:latin typeface="+mj-lt"/>
              </a:rPr>
              <a:t> </a:t>
            </a:r>
            <a:r>
              <a:rPr lang="de-DE" dirty="0" err="1">
                <a:latin typeface="+mj-lt"/>
              </a:rPr>
              <a:t>sadipscing</a:t>
            </a:r>
            <a:r>
              <a:rPr lang="de-DE" dirty="0">
                <a:latin typeface="+mj-lt"/>
              </a:rPr>
              <a:t> </a:t>
            </a:r>
            <a:r>
              <a:rPr lang="de-DE" dirty="0" err="1">
                <a:latin typeface="+mj-lt"/>
              </a:rPr>
              <a:t>elitr</a:t>
            </a:r>
            <a:r>
              <a:rPr lang="de-DE" dirty="0">
                <a:latin typeface="+mj-lt"/>
              </a:rPr>
              <a:t>, </a:t>
            </a:r>
          </a:p>
          <a:p>
            <a:pPr lvl="2"/>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consetetur</a:t>
            </a:r>
            <a:r>
              <a:rPr lang="de-DE" dirty="0"/>
              <a:t> </a:t>
            </a:r>
            <a:r>
              <a:rPr lang="de-DE" dirty="0" err="1"/>
              <a:t>sadipscing</a:t>
            </a:r>
            <a:r>
              <a:rPr lang="de-DE" dirty="0"/>
              <a:t> </a:t>
            </a:r>
            <a:r>
              <a:rPr lang="de-DE" dirty="0" err="1"/>
              <a:t>elitr</a:t>
            </a:r>
            <a:r>
              <a:rPr lang="de-DE" dirty="0"/>
              <a:t>, sed </a:t>
            </a:r>
            <a:r>
              <a:rPr lang="de-DE" dirty="0" err="1"/>
              <a:t>diam</a:t>
            </a:r>
            <a:r>
              <a:rPr lang="de-DE" dirty="0"/>
              <a:t> </a:t>
            </a:r>
            <a:r>
              <a:rPr lang="de-DE" dirty="0" err="1"/>
              <a:t>nonumy</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labore</a:t>
            </a:r>
            <a:r>
              <a:rPr lang="de-DE" dirty="0"/>
              <a:t> </a:t>
            </a:r>
          </a:p>
          <a:p>
            <a:pPr lvl="2"/>
            <a:r>
              <a:rPr lang="de-DE" dirty="0"/>
              <a:t>et </a:t>
            </a:r>
            <a:r>
              <a:rPr lang="de-DE" dirty="0" err="1"/>
              <a:t>dolore</a:t>
            </a:r>
            <a:r>
              <a:rPr lang="de-DE" dirty="0"/>
              <a:t> magna </a:t>
            </a:r>
            <a:r>
              <a:rPr lang="de-DE" dirty="0" err="1"/>
              <a:t>aliquyam</a:t>
            </a:r>
            <a:r>
              <a:rPr lang="de-DE" dirty="0"/>
              <a:t> erat, sed </a:t>
            </a:r>
            <a:r>
              <a:rPr lang="de-DE" dirty="0" err="1"/>
              <a:t>diam</a:t>
            </a:r>
            <a:r>
              <a:rPr lang="de-DE" dirty="0"/>
              <a:t> </a:t>
            </a:r>
            <a:r>
              <a:rPr lang="de-DE" dirty="0" err="1"/>
              <a:t>voluptua</a:t>
            </a:r>
            <a:r>
              <a:rPr lang="de-DE" dirty="0"/>
              <a:t>. </a:t>
            </a:r>
          </a:p>
          <a:p>
            <a:pPr lvl="2"/>
            <a:r>
              <a:rPr lang="de-DE" dirty="0"/>
              <a:t>At </a:t>
            </a:r>
            <a:r>
              <a:rPr lang="de-DE" dirty="0" err="1"/>
              <a:t>vero</a:t>
            </a:r>
            <a:r>
              <a:rPr lang="de-DE" dirty="0"/>
              <a:t> </a:t>
            </a:r>
            <a:r>
              <a:rPr lang="de-DE" dirty="0" err="1"/>
              <a:t>eos</a:t>
            </a:r>
            <a:r>
              <a:rPr lang="de-DE" dirty="0"/>
              <a:t> et </a:t>
            </a:r>
            <a:r>
              <a:rPr lang="de-DE" dirty="0" err="1"/>
              <a:t>accusam</a:t>
            </a:r>
            <a:r>
              <a:rPr lang="de-DE" dirty="0"/>
              <a:t> et </a:t>
            </a:r>
            <a:r>
              <a:rPr lang="de-DE" dirty="0" err="1"/>
              <a:t>justo</a:t>
            </a:r>
            <a:r>
              <a:rPr lang="de-DE" dirty="0"/>
              <a:t> </a:t>
            </a:r>
            <a:r>
              <a:rPr lang="de-DE" dirty="0" err="1"/>
              <a:t>duo</a:t>
            </a:r>
            <a:r>
              <a:rPr lang="de-DE" dirty="0"/>
              <a:t> </a:t>
            </a:r>
            <a:r>
              <a:rPr lang="de-DE" dirty="0" err="1"/>
              <a:t>dolores</a:t>
            </a:r>
            <a:r>
              <a:rPr lang="de-DE" dirty="0"/>
              <a:t> et </a:t>
            </a:r>
            <a:r>
              <a:rPr lang="de-DE" dirty="0" err="1"/>
              <a:t>ea</a:t>
            </a:r>
            <a:r>
              <a:rPr lang="de-DE" dirty="0"/>
              <a:t> </a:t>
            </a:r>
            <a:r>
              <a:rPr lang="de-DE" dirty="0" err="1"/>
              <a:t>rebum</a:t>
            </a:r>
            <a:r>
              <a:rPr lang="de-DE" dirty="0"/>
              <a:t>. </a:t>
            </a:r>
          </a:p>
        </p:txBody>
      </p:sp>
      <p:pic>
        <p:nvPicPr>
          <p:cNvPr id="26" name="Bildplatzhalter 25">
            <a:extLst>
              <a:ext uri="{FF2B5EF4-FFF2-40B4-BE49-F238E27FC236}">
                <a16:creationId xmlns:a16="http://schemas.microsoft.com/office/drawing/2014/main" id="{1F8E2E8B-FA27-40D9-9909-DA6D71F184F1}"/>
              </a:ext>
            </a:extLst>
          </p:cNvPr>
          <p:cNvPicPr>
            <a:picLocks noGrp="1" noChangeAspect="1"/>
          </p:cNvPicPr>
          <p:nvPr>
            <p:ph type="pic" sz="quarter" idx="13"/>
          </p:nvPr>
        </p:nvPicPr>
        <p:blipFill rotWithShape="1">
          <a:blip r:embed="rId2">
            <a:extLst>
              <a:ext uri="{28A0092B-C50C-407E-A947-70E740481C1C}">
                <a14:useLocalDpi xmlns:a14="http://schemas.microsoft.com/office/drawing/2010/main" val="0"/>
              </a:ext>
            </a:extLst>
          </a:blip>
          <a:srcRect t="19374" b="19374"/>
          <a:stretch/>
        </p:blipFill>
        <p:spPr/>
      </p:pic>
      <p:sp>
        <p:nvSpPr>
          <p:cNvPr id="35" name="Textplatzhalter 34">
            <a:extLst>
              <a:ext uri="{FF2B5EF4-FFF2-40B4-BE49-F238E27FC236}">
                <a16:creationId xmlns:a16="http://schemas.microsoft.com/office/drawing/2014/main" id="{F25EF11C-3257-4C96-B79B-B6208A2575DA}"/>
              </a:ext>
            </a:extLst>
          </p:cNvPr>
          <p:cNvSpPr>
            <a:spLocks noGrp="1"/>
          </p:cNvSpPr>
          <p:nvPr>
            <p:ph type="body" sz="quarter" idx="15"/>
          </p:nvPr>
        </p:nvSpPr>
        <p:spPr/>
        <p:txBody>
          <a:bodyPr/>
          <a:lstStyle/>
          <a:p>
            <a:r>
              <a:rPr lang="de-DE" dirty="0">
                <a:latin typeface="Noto Serif" panose="02020502060505020204" pitchFamily="18" charset="0"/>
              </a:rPr>
              <a:t>Bildunterschrift und © Copyright</a:t>
            </a:r>
            <a:endParaRPr lang="en-US" dirty="0">
              <a:latin typeface="Noto Serif" panose="02020502060505020204" pitchFamily="18" charset="0"/>
            </a:endParaRPr>
          </a:p>
        </p:txBody>
      </p:sp>
      <p:sp>
        <p:nvSpPr>
          <p:cNvPr id="2" name="Inhaltsplatzhalter 1">
            <a:extLst>
              <a:ext uri="{FF2B5EF4-FFF2-40B4-BE49-F238E27FC236}">
                <a16:creationId xmlns:a16="http://schemas.microsoft.com/office/drawing/2014/main" id="{8CCD7AF8-9A31-461B-80E3-6A4E1EF4E8F9}"/>
              </a:ext>
            </a:extLst>
          </p:cNvPr>
          <p:cNvSpPr>
            <a:spLocks noGrp="1"/>
          </p:cNvSpPr>
          <p:nvPr>
            <p:ph sz="half" idx="2"/>
          </p:nvPr>
        </p:nvSpPr>
        <p:spPr/>
        <p:txBody>
          <a:bodyPr/>
          <a:lstStyle/>
          <a:p>
            <a:r>
              <a:rPr lang="de-DE" dirty="0">
                <a:latin typeface="+mj-lt"/>
              </a:rPr>
              <a:t>At </a:t>
            </a:r>
            <a:r>
              <a:rPr lang="de-DE" dirty="0" err="1">
                <a:latin typeface="+mj-lt"/>
              </a:rPr>
              <a:t>vero</a:t>
            </a:r>
            <a:r>
              <a:rPr lang="de-DE" dirty="0">
                <a:latin typeface="+mj-lt"/>
              </a:rPr>
              <a:t> </a:t>
            </a:r>
            <a:r>
              <a:rPr lang="de-DE" dirty="0" err="1">
                <a:latin typeface="+mj-lt"/>
              </a:rPr>
              <a:t>eos</a:t>
            </a:r>
            <a:r>
              <a:rPr lang="de-DE" dirty="0">
                <a:latin typeface="+mj-lt"/>
              </a:rPr>
              <a:t> et </a:t>
            </a:r>
            <a:r>
              <a:rPr lang="de-DE" dirty="0" err="1">
                <a:latin typeface="+mj-lt"/>
              </a:rPr>
              <a:t>accusam</a:t>
            </a:r>
            <a:r>
              <a:rPr lang="de-DE" dirty="0">
                <a:latin typeface="+mj-lt"/>
              </a:rPr>
              <a:t> et </a:t>
            </a:r>
            <a:r>
              <a:rPr lang="de-DE" dirty="0" err="1">
                <a:latin typeface="+mj-lt"/>
              </a:rPr>
              <a:t>justo</a:t>
            </a:r>
            <a:r>
              <a:rPr lang="de-DE" dirty="0">
                <a:latin typeface="+mj-lt"/>
              </a:rPr>
              <a:t> </a:t>
            </a:r>
          </a:p>
          <a:p>
            <a:pPr lvl="2"/>
            <a:r>
              <a:rPr lang="de-DE" dirty="0"/>
              <a:t>Stet </a:t>
            </a:r>
            <a:r>
              <a:rPr lang="de-DE" dirty="0" err="1"/>
              <a:t>clita</a:t>
            </a:r>
            <a:r>
              <a:rPr lang="de-DE" dirty="0"/>
              <a:t> </a:t>
            </a:r>
            <a:r>
              <a:rPr lang="de-DE" dirty="0" err="1"/>
              <a:t>kasd</a:t>
            </a:r>
            <a:r>
              <a:rPr lang="de-DE" dirty="0"/>
              <a:t> </a:t>
            </a:r>
            <a:r>
              <a:rPr lang="de-DE" dirty="0" err="1"/>
              <a:t>gubergren</a:t>
            </a:r>
            <a:r>
              <a:rPr lang="de-DE" dirty="0"/>
              <a:t>, </a:t>
            </a:r>
            <a:r>
              <a:rPr lang="de-DE" dirty="0" err="1"/>
              <a:t>no</a:t>
            </a:r>
            <a:r>
              <a:rPr lang="de-DE" dirty="0"/>
              <a:t> </a:t>
            </a:r>
            <a:r>
              <a:rPr lang="de-DE" dirty="0" err="1"/>
              <a:t>sea</a:t>
            </a:r>
            <a:r>
              <a:rPr lang="de-DE" dirty="0"/>
              <a:t> </a:t>
            </a:r>
            <a:r>
              <a:rPr lang="de-DE" dirty="0" err="1"/>
              <a:t>takimata</a:t>
            </a:r>
            <a:r>
              <a:rPr lang="de-DE" dirty="0"/>
              <a:t> sanctus </a:t>
            </a:r>
            <a:r>
              <a:rPr lang="de-DE" dirty="0" err="1"/>
              <a:t>est</a:t>
            </a:r>
            <a:r>
              <a:rPr lang="de-DE" dirty="0"/>
              <a:t> </a:t>
            </a:r>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p>
          <a:p>
            <a:pPr lvl="2"/>
            <a:r>
              <a:rPr lang="de-DE" dirty="0" err="1"/>
              <a:t>consetetur</a:t>
            </a:r>
            <a:r>
              <a:rPr lang="de-DE" dirty="0"/>
              <a:t> </a:t>
            </a:r>
            <a:r>
              <a:rPr lang="de-DE" dirty="0" err="1"/>
              <a:t>sadipscing</a:t>
            </a:r>
            <a:r>
              <a:rPr lang="de-DE" dirty="0"/>
              <a:t> </a:t>
            </a:r>
            <a:r>
              <a:rPr lang="de-DE" dirty="0" err="1"/>
              <a:t>elitr</a:t>
            </a:r>
            <a:r>
              <a:rPr lang="de-DE" dirty="0"/>
              <a:t>, sed </a:t>
            </a:r>
            <a:r>
              <a:rPr lang="de-DE" dirty="0" err="1"/>
              <a:t>diam</a:t>
            </a:r>
            <a:r>
              <a:rPr lang="de-DE" dirty="0"/>
              <a:t> </a:t>
            </a:r>
            <a:r>
              <a:rPr lang="de-DE" dirty="0" err="1"/>
              <a:t>nonumy</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p>
          <a:p>
            <a:pPr lvl="2"/>
            <a:r>
              <a:rPr lang="de-DE" dirty="0" err="1"/>
              <a:t>labore</a:t>
            </a:r>
            <a:r>
              <a:rPr lang="de-DE" dirty="0"/>
              <a:t> et </a:t>
            </a:r>
            <a:r>
              <a:rPr lang="de-DE" dirty="0" err="1"/>
              <a:t>dolore</a:t>
            </a:r>
            <a:r>
              <a:rPr lang="de-DE" dirty="0"/>
              <a:t> magna </a:t>
            </a:r>
            <a:r>
              <a:rPr lang="de-DE" dirty="0" err="1"/>
              <a:t>aliquyam</a:t>
            </a:r>
            <a:r>
              <a:rPr lang="de-DE" dirty="0"/>
              <a:t> erat, sed </a:t>
            </a:r>
            <a:r>
              <a:rPr lang="de-DE" dirty="0" err="1"/>
              <a:t>diam</a:t>
            </a:r>
            <a:r>
              <a:rPr lang="de-DE" dirty="0"/>
              <a:t> </a:t>
            </a:r>
            <a:r>
              <a:rPr lang="de-DE" dirty="0" err="1"/>
              <a:t>voluptua</a:t>
            </a:r>
            <a:r>
              <a:rPr lang="de-DE" dirty="0"/>
              <a:t>. At </a:t>
            </a:r>
            <a:r>
              <a:rPr lang="de-DE" dirty="0" err="1"/>
              <a:t>vero</a:t>
            </a:r>
            <a:r>
              <a:rPr lang="de-DE" dirty="0"/>
              <a:t> </a:t>
            </a:r>
            <a:r>
              <a:rPr lang="de-DE" dirty="0" err="1"/>
              <a:t>eos</a:t>
            </a:r>
            <a:r>
              <a:rPr lang="de-DE" dirty="0"/>
              <a:t> et </a:t>
            </a:r>
            <a:r>
              <a:rPr lang="de-DE" dirty="0" err="1"/>
              <a:t>accusam</a:t>
            </a:r>
            <a:r>
              <a:rPr lang="de-DE" dirty="0"/>
              <a:t>.</a:t>
            </a:r>
          </a:p>
        </p:txBody>
      </p:sp>
      <p:pic>
        <p:nvPicPr>
          <p:cNvPr id="36" name="Bildplatzhalter 35">
            <a:extLst>
              <a:ext uri="{FF2B5EF4-FFF2-40B4-BE49-F238E27FC236}">
                <a16:creationId xmlns:a16="http://schemas.microsoft.com/office/drawing/2014/main" id="{45ADB3EA-2064-4725-861A-7379D488D70C}"/>
              </a:ext>
            </a:extLst>
          </p:cNvPr>
          <p:cNvPicPr>
            <a:picLocks noGrp="1" noChangeAspect="1"/>
          </p:cNvPicPr>
          <p:nvPr>
            <p:ph type="pic" sz="quarter" idx="12"/>
          </p:nvPr>
        </p:nvPicPr>
        <p:blipFill rotWithShape="1">
          <a:blip r:embed="rId3">
            <a:extLst>
              <a:ext uri="{28A0092B-C50C-407E-A947-70E740481C1C}">
                <a14:useLocalDpi xmlns:a14="http://schemas.microsoft.com/office/drawing/2010/main" val="0"/>
              </a:ext>
            </a:extLst>
          </a:blip>
          <a:srcRect t="19372" b="19372"/>
          <a:stretch/>
        </p:blipFill>
        <p:spPr/>
      </p:pic>
      <p:sp>
        <p:nvSpPr>
          <p:cNvPr id="37" name="Textplatzhalter 36">
            <a:extLst>
              <a:ext uri="{FF2B5EF4-FFF2-40B4-BE49-F238E27FC236}">
                <a16:creationId xmlns:a16="http://schemas.microsoft.com/office/drawing/2014/main" id="{EA829A5C-4284-45EE-945F-45A8CFC39312}"/>
              </a:ext>
            </a:extLst>
          </p:cNvPr>
          <p:cNvSpPr>
            <a:spLocks noGrp="1"/>
          </p:cNvSpPr>
          <p:nvPr>
            <p:ph type="body" sz="quarter" idx="16"/>
          </p:nvPr>
        </p:nvSpPr>
        <p:spPr/>
        <p:txBody>
          <a:bodyPr/>
          <a:lstStyle/>
          <a:p>
            <a:r>
              <a:rPr lang="de-DE" dirty="0">
                <a:latin typeface="Noto Serif" panose="02020502060505020204" pitchFamily="18" charset="0"/>
              </a:rPr>
              <a:t>Bildunterschrift und © Copyright</a:t>
            </a:r>
            <a:endParaRPr lang="en-US" dirty="0">
              <a:latin typeface="Noto Serif" panose="02020502060505020204" pitchFamily="18" charset="0"/>
            </a:endParaRPr>
          </a:p>
        </p:txBody>
      </p:sp>
    </p:spTree>
    <p:extLst>
      <p:ext uri="{BB962C8B-B14F-4D97-AF65-F5344CB8AC3E}">
        <p14:creationId xmlns:p14="http://schemas.microsoft.com/office/powerpoint/2010/main" val="35341838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Inhaltsplatzhalter 4">
            <a:extLst>
              <a:ext uri="{FF2B5EF4-FFF2-40B4-BE49-F238E27FC236}">
                <a16:creationId xmlns:a16="http://schemas.microsoft.com/office/drawing/2014/main" id="{AF2E3B78-94C3-457E-8B56-D385B83F6349}"/>
              </a:ext>
            </a:extLst>
          </p:cNvPr>
          <p:cNvSpPr>
            <a:spLocks noGrp="1"/>
          </p:cNvSpPr>
          <p:nvPr>
            <p:ph sz="half" idx="1"/>
          </p:nvPr>
        </p:nvSpPr>
        <p:spPr>
          <a:xfrm>
            <a:off x="609600" y="404814"/>
            <a:ext cx="3506788" cy="2755076"/>
          </a:xfrm>
        </p:spPr>
        <p:txBody>
          <a:bodyPr/>
          <a:lstStyle/>
          <a:p>
            <a:r>
              <a:rPr lang="de-DE" dirty="0" err="1"/>
              <a:t>sit</a:t>
            </a:r>
            <a:r>
              <a:rPr lang="de-DE" dirty="0"/>
              <a:t> </a:t>
            </a:r>
            <a:r>
              <a:rPr lang="de-DE" dirty="0" err="1"/>
              <a:t>amet</a:t>
            </a:r>
            <a:r>
              <a:rPr lang="de-DE" dirty="0"/>
              <a:t>, </a:t>
            </a:r>
            <a:r>
              <a:rPr lang="de-DE" dirty="0" err="1"/>
              <a:t>consetetur</a:t>
            </a:r>
            <a:r>
              <a:rPr lang="de-DE" dirty="0"/>
              <a:t> </a:t>
            </a:r>
            <a:r>
              <a:rPr lang="de-DE" dirty="0" err="1"/>
              <a:t>sadipscing</a:t>
            </a:r>
            <a:r>
              <a:rPr lang="de-DE" dirty="0"/>
              <a:t> </a:t>
            </a:r>
            <a:r>
              <a:rPr lang="de-DE" dirty="0" err="1"/>
              <a:t>elitr</a:t>
            </a:r>
            <a:r>
              <a:rPr lang="de-DE" dirty="0"/>
              <a:t>, </a:t>
            </a:r>
          </a:p>
          <a:p>
            <a:pPr lvl="2"/>
            <a:r>
              <a:rPr lang="de-DE" dirty="0"/>
              <a:t>sed </a:t>
            </a:r>
            <a:r>
              <a:rPr lang="de-DE" dirty="0" err="1"/>
              <a:t>diam</a:t>
            </a:r>
            <a:r>
              <a:rPr lang="de-DE" dirty="0"/>
              <a:t> </a:t>
            </a:r>
            <a:r>
              <a:rPr lang="de-DE" dirty="0" err="1"/>
              <a:t>nonumy</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labore</a:t>
            </a:r>
            <a:r>
              <a:rPr lang="de-DE" dirty="0"/>
              <a:t> </a:t>
            </a:r>
          </a:p>
          <a:p>
            <a:pPr lvl="2"/>
            <a:r>
              <a:rPr lang="de-DE" dirty="0"/>
              <a:t>et </a:t>
            </a:r>
            <a:r>
              <a:rPr lang="de-DE" dirty="0" err="1"/>
              <a:t>dolore</a:t>
            </a:r>
            <a:r>
              <a:rPr lang="de-DE" dirty="0"/>
              <a:t> magna </a:t>
            </a:r>
            <a:r>
              <a:rPr lang="de-DE" dirty="0" err="1"/>
              <a:t>aliquyam</a:t>
            </a:r>
            <a:r>
              <a:rPr lang="de-DE" dirty="0"/>
              <a:t> erat, </a:t>
            </a:r>
          </a:p>
        </p:txBody>
      </p:sp>
      <p:pic>
        <p:nvPicPr>
          <p:cNvPr id="32" name="Bildplatzhalter 31">
            <a:extLst>
              <a:ext uri="{FF2B5EF4-FFF2-40B4-BE49-F238E27FC236}">
                <a16:creationId xmlns:a16="http://schemas.microsoft.com/office/drawing/2014/main" id="{F4580E03-0A62-4063-AB56-65C57883FC1C}"/>
              </a:ext>
            </a:extLst>
          </p:cNvPr>
          <p:cNvPicPr>
            <a:picLocks noGrp="1" noChangeAspect="1"/>
          </p:cNvPicPr>
          <p:nvPr>
            <p:ph type="pic" sz="quarter" idx="13"/>
          </p:nvPr>
        </p:nvPicPr>
        <p:blipFill rotWithShape="1">
          <a:blip r:embed="rId2">
            <a:extLst>
              <a:ext uri="{28A0092B-C50C-407E-A947-70E740481C1C}">
                <a14:useLocalDpi xmlns:a14="http://schemas.microsoft.com/office/drawing/2010/main" val="0"/>
              </a:ext>
            </a:extLst>
          </a:blip>
          <a:srcRect t="3053" b="3053"/>
          <a:stretch/>
        </p:blipFill>
        <p:spPr>
          <a:xfrm>
            <a:off x="609600" y="3429000"/>
            <a:ext cx="3506788" cy="2195513"/>
          </a:xfrm>
        </p:spPr>
      </p:pic>
      <p:sp>
        <p:nvSpPr>
          <p:cNvPr id="35" name="Textplatzhalter 34">
            <a:extLst>
              <a:ext uri="{FF2B5EF4-FFF2-40B4-BE49-F238E27FC236}">
                <a16:creationId xmlns:a16="http://schemas.microsoft.com/office/drawing/2014/main" id="{F25EF11C-3257-4C96-B79B-B6208A2575DA}"/>
              </a:ext>
            </a:extLst>
          </p:cNvPr>
          <p:cNvSpPr>
            <a:spLocks noGrp="1"/>
          </p:cNvSpPr>
          <p:nvPr>
            <p:ph type="body" sz="quarter" idx="15"/>
          </p:nvPr>
        </p:nvSpPr>
        <p:spPr>
          <a:xfrm>
            <a:off x="609601" y="5624513"/>
            <a:ext cx="3506788" cy="433387"/>
          </a:xfrm>
        </p:spPr>
        <p:txBody>
          <a:bodyPr/>
          <a:lstStyle/>
          <a:p>
            <a:r>
              <a:rPr lang="de-DE" dirty="0">
                <a:latin typeface="Noto Serif" panose="02020502060505020204" pitchFamily="18" charset="0"/>
              </a:rPr>
              <a:t>Bildunterschrift und © Copyright</a:t>
            </a:r>
            <a:endParaRPr lang="en-US" dirty="0">
              <a:latin typeface="Noto Serif" panose="02020502060505020204" pitchFamily="18" charset="0"/>
            </a:endParaRPr>
          </a:p>
        </p:txBody>
      </p:sp>
      <p:sp>
        <p:nvSpPr>
          <p:cNvPr id="2" name="Inhaltsplatzhalter 1">
            <a:extLst>
              <a:ext uri="{FF2B5EF4-FFF2-40B4-BE49-F238E27FC236}">
                <a16:creationId xmlns:a16="http://schemas.microsoft.com/office/drawing/2014/main" id="{8CCD7AF8-9A31-461B-80E3-6A4E1EF4E8F9}"/>
              </a:ext>
            </a:extLst>
          </p:cNvPr>
          <p:cNvSpPr>
            <a:spLocks noGrp="1"/>
          </p:cNvSpPr>
          <p:nvPr>
            <p:ph sz="half" idx="2"/>
          </p:nvPr>
        </p:nvSpPr>
        <p:spPr>
          <a:xfrm>
            <a:off x="4343399" y="404814"/>
            <a:ext cx="3516313" cy="2755076"/>
          </a:xfrm>
        </p:spPr>
        <p:txBody>
          <a:bodyPr/>
          <a:lstStyle/>
          <a:p>
            <a:r>
              <a:rPr lang="de-DE" dirty="0"/>
              <a:t>At </a:t>
            </a:r>
            <a:r>
              <a:rPr lang="de-DE" dirty="0" err="1"/>
              <a:t>vero</a:t>
            </a:r>
            <a:r>
              <a:rPr lang="de-DE" dirty="0"/>
              <a:t> </a:t>
            </a:r>
            <a:r>
              <a:rPr lang="de-DE" dirty="0" err="1"/>
              <a:t>eos</a:t>
            </a:r>
            <a:r>
              <a:rPr lang="de-DE" dirty="0"/>
              <a:t> et </a:t>
            </a:r>
            <a:r>
              <a:rPr lang="de-DE" dirty="0" err="1"/>
              <a:t>accusam</a:t>
            </a:r>
            <a:r>
              <a:rPr lang="de-DE" dirty="0"/>
              <a:t> et </a:t>
            </a:r>
            <a:r>
              <a:rPr lang="de-DE" dirty="0" err="1"/>
              <a:t>justo</a:t>
            </a:r>
            <a:r>
              <a:rPr lang="de-DE" dirty="0"/>
              <a:t> </a:t>
            </a:r>
          </a:p>
          <a:p>
            <a:pPr lvl="2"/>
            <a:r>
              <a:rPr lang="de-DE" dirty="0" err="1"/>
              <a:t>duo</a:t>
            </a:r>
            <a:r>
              <a:rPr lang="de-DE" dirty="0"/>
              <a:t> </a:t>
            </a:r>
            <a:r>
              <a:rPr lang="de-DE" dirty="0" err="1"/>
              <a:t>dolores</a:t>
            </a:r>
            <a:r>
              <a:rPr lang="de-DE" dirty="0"/>
              <a:t> et </a:t>
            </a:r>
            <a:r>
              <a:rPr lang="de-DE" dirty="0" err="1"/>
              <a:t>ea</a:t>
            </a:r>
            <a:r>
              <a:rPr lang="de-DE" dirty="0"/>
              <a:t> </a:t>
            </a:r>
            <a:r>
              <a:rPr lang="de-DE" dirty="0" err="1"/>
              <a:t>rebum</a:t>
            </a:r>
            <a:r>
              <a:rPr lang="de-DE" dirty="0"/>
              <a:t>. Stet </a:t>
            </a:r>
            <a:r>
              <a:rPr lang="de-DE" dirty="0" err="1"/>
              <a:t>clita</a:t>
            </a:r>
            <a:r>
              <a:rPr lang="de-DE" dirty="0"/>
              <a:t> </a:t>
            </a:r>
            <a:r>
              <a:rPr lang="de-DE" dirty="0" err="1"/>
              <a:t>kasd</a:t>
            </a:r>
            <a:r>
              <a:rPr lang="de-DE" dirty="0"/>
              <a:t> </a:t>
            </a:r>
            <a:r>
              <a:rPr lang="de-DE" dirty="0" err="1"/>
              <a:t>gubergren</a:t>
            </a:r>
            <a:r>
              <a:rPr lang="de-DE" dirty="0"/>
              <a:t>, </a:t>
            </a:r>
          </a:p>
          <a:p>
            <a:pPr lvl="2"/>
            <a:r>
              <a:rPr lang="de-DE" dirty="0" err="1"/>
              <a:t>no</a:t>
            </a:r>
            <a:r>
              <a:rPr lang="de-DE" dirty="0"/>
              <a:t> </a:t>
            </a:r>
            <a:r>
              <a:rPr lang="de-DE" dirty="0" err="1"/>
              <a:t>sea</a:t>
            </a:r>
            <a:r>
              <a:rPr lang="de-DE" dirty="0"/>
              <a:t> </a:t>
            </a:r>
            <a:r>
              <a:rPr lang="de-DE" dirty="0" err="1"/>
              <a:t>takimata</a:t>
            </a:r>
            <a:r>
              <a:rPr lang="de-DE" dirty="0"/>
              <a:t> sanctus </a:t>
            </a:r>
            <a:r>
              <a:rPr lang="de-DE" dirty="0" err="1"/>
              <a:t>est</a:t>
            </a:r>
            <a:endParaRPr lang="de-DE" dirty="0"/>
          </a:p>
        </p:txBody>
      </p:sp>
      <p:pic>
        <p:nvPicPr>
          <p:cNvPr id="26" name="Bildplatzhalter 25">
            <a:extLst>
              <a:ext uri="{FF2B5EF4-FFF2-40B4-BE49-F238E27FC236}">
                <a16:creationId xmlns:a16="http://schemas.microsoft.com/office/drawing/2014/main" id="{1F8E2E8B-FA27-40D9-9909-DA6D71F184F1}"/>
              </a:ext>
            </a:extLst>
          </p:cNvPr>
          <p:cNvPicPr>
            <a:picLocks noGrp="1" noChangeAspect="1"/>
          </p:cNvPicPr>
          <p:nvPr>
            <p:ph type="pic" sz="quarter" idx="12"/>
          </p:nvPr>
        </p:nvPicPr>
        <p:blipFill rotWithShape="1">
          <a:blip r:embed="rId3">
            <a:extLst>
              <a:ext uri="{28A0092B-C50C-407E-A947-70E740481C1C}">
                <a14:useLocalDpi xmlns:a14="http://schemas.microsoft.com/office/drawing/2010/main" val="0"/>
              </a:ext>
            </a:extLst>
          </a:blip>
          <a:srcRect t="3155" b="3155"/>
          <a:stretch/>
        </p:blipFill>
        <p:spPr>
          <a:xfrm>
            <a:off x="4343399" y="3429000"/>
            <a:ext cx="3516313" cy="2195513"/>
          </a:xfrm>
        </p:spPr>
      </p:pic>
      <p:sp>
        <p:nvSpPr>
          <p:cNvPr id="37" name="Textplatzhalter 36">
            <a:extLst>
              <a:ext uri="{FF2B5EF4-FFF2-40B4-BE49-F238E27FC236}">
                <a16:creationId xmlns:a16="http://schemas.microsoft.com/office/drawing/2014/main" id="{EA829A5C-4284-45EE-945F-45A8CFC39312}"/>
              </a:ext>
            </a:extLst>
          </p:cNvPr>
          <p:cNvSpPr>
            <a:spLocks noGrp="1"/>
          </p:cNvSpPr>
          <p:nvPr>
            <p:ph type="body" sz="quarter" idx="16"/>
          </p:nvPr>
        </p:nvSpPr>
        <p:spPr>
          <a:xfrm>
            <a:off x="4352925" y="5624513"/>
            <a:ext cx="3506788" cy="433387"/>
          </a:xfrm>
        </p:spPr>
        <p:txBody>
          <a:bodyPr/>
          <a:lstStyle/>
          <a:p>
            <a:r>
              <a:rPr lang="de-DE" dirty="0">
                <a:latin typeface="Noto Serif" panose="02020502060505020204" pitchFamily="18" charset="0"/>
              </a:rPr>
              <a:t>Bildunterschrift und © Copyright</a:t>
            </a:r>
            <a:endParaRPr lang="en-US" dirty="0">
              <a:latin typeface="Noto Serif" panose="02020502060505020204" pitchFamily="18" charset="0"/>
            </a:endParaRPr>
          </a:p>
        </p:txBody>
      </p:sp>
      <p:sp>
        <p:nvSpPr>
          <p:cNvPr id="3" name="Inhaltsplatzhalter 2">
            <a:extLst>
              <a:ext uri="{FF2B5EF4-FFF2-40B4-BE49-F238E27FC236}">
                <a16:creationId xmlns:a16="http://schemas.microsoft.com/office/drawing/2014/main" id="{BF6C4445-A37E-44B9-9B46-33D0CA51FACE}"/>
              </a:ext>
            </a:extLst>
          </p:cNvPr>
          <p:cNvSpPr>
            <a:spLocks noGrp="1"/>
          </p:cNvSpPr>
          <p:nvPr>
            <p:ph sz="quarter" idx="10"/>
          </p:nvPr>
        </p:nvSpPr>
        <p:spPr>
          <a:xfrm>
            <a:off x="8075613" y="404813"/>
            <a:ext cx="3506787" cy="2755076"/>
          </a:xfrm>
        </p:spPr>
        <p:txBody>
          <a:bodyPr/>
          <a:lstStyle/>
          <a:p>
            <a:r>
              <a:rPr lang="de-DE" dirty="0"/>
              <a:t>sed </a:t>
            </a:r>
            <a:r>
              <a:rPr lang="de-DE" dirty="0" err="1"/>
              <a:t>diam</a:t>
            </a:r>
            <a:r>
              <a:rPr lang="de-DE" dirty="0"/>
              <a:t> </a:t>
            </a:r>
            <a:r>
              <a:rPr lang="de-DE" dirty="0" err="1"/>
              <a:t>voluptua</a:t>
            </a:r>
            <a:endParaRPr lang="de-DE" dirty="0"/>
          </a:p>
          <a:p>
            <a:pPr lvl="2"/>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a:t>
            </a:r>
          </a:p>
          <a:p>
            <a:pPr lvl="2"/>
            <a:r>
              <a:rPr lang="de-DE" dirty="0" err="1"/>
              <a:t>consetetur</a:t>
            </a:r>
            <a:r>
              <a:rPr lang="de-DE" dirty="0"/>
              <a:t> </a:t>
            </a:r>
            <a:r>
              <a:rPr lang="de-DE" dirty="0" err="1"/>
              <a:t>sadipscing</a:t>
            </a:r>
            <a:r>
              <a:rPr lang="de-DE" dirty="0"/>
              <a:t> </a:t>
            </a:r>
            <a:r>
              <a:rPr lang="de-DE" dirty="0" err="1"/>
              <a:t>elitr</a:t>
            </a:r>
            <a:r>
              <a:rPr lang="de-DE" dirty="0"/>
              <a:t>, sed </a:t>
            </a:r>
            <a:r>
              <a:rPr lang="de-DE" dirty="0" err="1"/>
              <a:t>diam</a:t>
            </a:r>
            <a:r>
              <a:rPr lang="de-DE" dirty="0"/>
              <a:t> </a:t>
            </a:r>
            <a:r>
              <a:rPr lang="de-DE" dirty="0" err="1"/>
              <a:t>nonumy</a:t>
            </a:r>
            <a:r>
              <a:rPr lang="de-DE" dirty="0"/>
              <a:t> </a:t>
            </a:r>
            <a:r>
              <a:rPr lang="de-DE" dirty="0" err="1"/>
              <a:t>eirmod</a:t>
            </a:r>
            <a:endParaRPr lang="de-DE" dirty="0"/>
          </a:p>
        </p:txBody>
      </p:sp>
      <p:pic>
        <p:nvPicPr>
          <p:cNvPr id="36" name="Bildplatzhalter 35">
            <a:extLst>
              <a:ext uri="{FF2B5EF4-FFF2-40B4-BE49-F238E27FC236}">
                <a16:creationId xmlns:a16="http://schemas.microsoft.com/office/drawing/2014/main" id="{45ADB3EA-2064-4725-861A-7379D488D70C}"/>
              </a:ext>
            </a:extLst>
          </p:cNvPr>
          <p:cNvPicPr>
            <a:picLocks noGrp="1" noChangeAspect="1"/>
          </p:cNvPicPr>
          <p:nvPr>
            <p:ph type="pic" sz="quarter" idx="11"/>
          </p:nvPr>
        </p:nvPicPr>
        <p:blipFill rotWithShape="1">
          <a:blip r:embed="rId4">
            <a:extLst>
              <a:ext uri="{28A0092B-C50C-407E-A947-70E740481C1C}">
                <a14:useLocalDpi xmlns:a14="http://schemas.microsoft.com/office/drawing/2010/main" val="0"/>
              </a:ext>
            </a:extLst>
          </a:blip>
          <a:srcRect t="3026" b="3026"/>
          <a:stretch/>
        </p:blipFill>
        <p:spPr>
          <a:xfrm>
            <a:off x="8075613" y="3429000"/>
            <a:ext cx="3506787" cy="2195513"/>
          </a:xfrm>
        </p:spPr>
      </p:pic>
      <p:sp>
        <p:nvSpPr>
          <p:cNvPr id="38" name="Textplatzhalter 37">
            <a:extLst>
              <a:ext uri="{FF2B5EF4-FFF2-40B4-BE49-F238E27FC236}">
                <a16:creationId xmlns:a16="http://schemas.microsoft.com/office/drawing/2014/main" id="{B7718BA6-B5B9-4753-AB9A-5E4A4A9B3506}"/>
              </a:ext>
            </a:extLst>
          </p:cNvPr>
          <p:cNvSpPr>
            <a:spLocks noGrp="1"/>
          </p:cNvSpPr>
          <p:nvPr>
            <p:ph type="body" sz="quarter" idx="17"/>
          </p:nvPr>
        </p:nvSpPr>
        <p:spPr>
          <a:xfrm>
            <a:off x="8075612" y="5624513"/>
            <a:ext cx="3506788" cy="433387"/>
          </a:xfrm>
        </p:spPr>
        <p:txBody>
          <a:bodyPr/>
          <a:lstStyle/>
          <a:p>
            <a:r>
              <a:rPr lang="de-DE" dirty="0">
                <a:latin typeface="Noto Serif" panose="02020502060505020204" pitchFamily="18" charset="0"/>
              </a:rPr>
              <a:t>Bildunterschrift und © Copyright</a:t>
            </a:r>
            <a:endParaRPr lang="en-US" dirty="0">
              <a:latin typeface="Noto Serif" panose="02020502060505020204" pitchFamily="18" charset="0"/>
            </a:endParaRPr>
          </a:p>
        </p:txBody>
      </p:sp>
    </p:spTree>
    <p:extLst>
      <p:ext uri="{BB962C8B-B14F-4D97-AF65-F5344CB8AC3E}">
        <p14:creationId xmlns:p14="http://schemas.microsoft.com/office/powerpoint/2010/main" val="29756623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Inhaltsplatzhalter 4">
            <a:extLst>
              <a:ext uri="{FF2B5EF4-FFF2-40B4-BE49-F238E27FC236}">
                <a16:creationId xmlns:a16="http://schemas.microsoft.com/office/drawing/2014/main" id="{AF2E3B78-94C3-457E-8B56-D385B83F6349}"/>
              </a:ext>
            </a:extLst>
          </p:cNvPr>
          <p:cNvSpPr>
            <a:spLocks noGrp="1"/>
          </p:cNvSpPr>
          <p:nvPr>
            <p:ph sz="half" idx="1"/>
          </p:nvPr>
        </p:nvSpPr>
        <p:spPr/>
        <p:txBody>
          <a:bodyPr/>
          <a:lstStyle/>
          <a:p>
            <a:r>
              <a:rPr lang="de-DE" dirty="0" err="1">
                <a:latin typeface="+mj-lt"/>
              </a:rPr>
              <a:t>sit</a:t>
            </a:r>
            <a:r>
              <a:rPr lang="de-DE" dirty="0">
                <a:latin typeface="+mj-lt"/>
              </a:rPr>
              <a:t> </a:t>
            </a:r>
            <a:r>
              <a:rPr lang="de-DE" dirty="0" err="1">
                <a:latin typeface="+mj-lt"/>
              </a:rPr>
              <a:t>amet</a:t>
            </a:r>
            <a:r>
              <a:rPr lang="de-DE" dirty="0">
                <a:latin typeface="+mj-lt"/>
              </a:rPr>
              <a:t>, </a:t>
            </a:r>
            <a:r>
              <a:rPr lang="de-DE" dirty="0" err="1">
                <a:latin typeface="+mj-lt"/>
              </a:rPr>
              <a:t>consetetur</a:t>
            </a:r>
            <a:r>
              <a:rPr lang="de-DE" dirty="0">
                <a:latin typeface="+mj-lt"/>
              </a:rPr>
              <a:t> </a:t>
            </a:r>
            <a:r>
              <a:rPr lang="de-DE" dirty="0" err="1">
                <a:latin typeface="+mj-lt"/>
              </a:rPr>
              <a:t>sadipscing</a:t>
            </a:r>
            <a:r>
              <a:rPr lang="de-DE" dirty="0">
                <a:latin typeface="+mj-lt"/>
              </a:rPr>
              <a:t> </a:t>
            </a:r>
            <a:r>
              <a:rPr lang="de-DE" dirty="0" err="1">
                <a:latin typeface="+mj-lt"/>
              </a:rPr>
              <a:t>elitr</a:t>
            </a:r>
            <a:r>
              <a:rPr lang="de-DE" dirty="0">
                <a:latin typeface="+mj-lt"/>
              </a:rPr>
              <a:t> </a:t>
            </a:r>
          </a:p>
          <a:p>
            <a:pPr lvl="2"/>
            <a:r>
              <a:rPr lang="de-DE" dirty="0"/>
              <a:t>sed </a:t>
            </a:r>
            <a:r>
              <a:rPr lang="de-DE" dirty="0" err="1"/>
              <a:t>diam</a:t>
            </a:r>
            <a:r>
              <a:rPr lang="de-DE" dirty="0"/>
              <a:t> </a:t>
            </a:r>
            <a:r>
              <a:rPr lang="de-DE" dirty="0" err="1"/>
              <a:t>nonumy</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labore</a:t>
            </a:r>
            <a:r>
              <a:rPr lang="de-DE" dirty="0"/>
              <a:t> </a:t>
            </a:r>
          </a:p>
          <a:p>
            <a:pPr lvl="2"/>
            <a:r>
              <a:rPr lang="de-DE" dirty="0"/>
              <a:t>et </a:t>
            </a:r>
            <a:r>
              <a:rPr lang="de-DE" dirty="0" err="1"/>
              <a:t>dolore</a:t>
            </a:r>
            <a:r>
              <a:rPr lang="de-DE" dirty="0"/>
              <a:t> magna </a:t>
            </a:r>
            <a:r>
              <a:rPr lang="de-DE" dirty="0" err="1"/>
              <a:t>aliquyam</a:t>
            </a:r>
            <a:r>
              <a:rPr lang="de-DE" dirty="0"/>
              <a:t> erat, </a:t>
            </a:r>
          </a:p>
        </p:txBody>
      </p:sp>
      <p:pic>
        <p:nvPicPr>
          <p:cNvPr id="32" name="Bildplatzhalter 31">
            <a:extLst>
              <a:ext uri="{FF2B5EF4-FFF2-40B4-BE49-F238E27FC236}">
                <a16:creationId xmlns:a16="http://schemas.microsoft.com/office/drawing/2014/main" id="{F4580E03-0A62-4063-AB56-65C57883FC1C}"/>
              </a:ext>
            </a:extLst>
          </p:cNvPr>
          <p:cNvPicPr>
            <a:picLocks noGrp="1" noChangeAspect="1"/>
          </p:cNvPicPr>
          <p:nvPr>
            <p:ph type="pic" sz="quarter" idx="14"/>
          </p:nvPr>
        </p:nvPicPr>
        <p:blipFill rotWithShape="1">
          <a:blip r:embed="rId2">
            <a:extLst>
              <a:ext uri="{28A0092B-C50C-407E-A947-70E740481C1C}">
                <a14:useLocalDpi xmlns:a14="http://schemas.microsoft.com/office/drawing/2010/main" val="0"/>
              </a:ext>
            </a:extLst>
          </a:blip>
          <a:srcRect l="10417" r="10417"/>
          <a:stretch/>
        </p:blipFill>
        <p:spPr/>
      </p:pic>
      <p:sp>
        <p:nvSpPr>
          <p:cNvPr id="35" name="Textplatzhalter 34">
            <a:extLst>
              <a:ext uri="{FF2B5EF4-FFF2-40B4-BE49-F238E27FC236}">
                <a16:creationId xmlns:a16="http://schemas.microsoft.com/office/drawing/2014/main" id="{F25EF11C-3257-4C96-B79B-B6208A2575DA}"/>
              </a:ext>
            </a:extLst>
          </p:cNvPr>
          <p:cNvSpPr>
            <a:spLocks noGrp="1"/>
          </p:cNvSpPr>
          <p:nvPr>
            <p:ph type="body" sz="quarter" idx="17"/>
          </p:nvPr>
        </p:nvSpPr>
        <p:spPr/>
        <p:txBody>
          <a:bodyPr/>
          <a:lstStyle/>
          <a:p>
            <a:r>
              <a:rPr lang="de-DE" dirty="0">
                <a:latin typeface="Noto Serif" panose="02020502060505020204" pitchFamily="18" charset="0"/>
              </a:rPr>
              <a:t>Bildunterschrift und © Copyright</a:t>
            </a:r>
            <a:endParaRPr lang="en-US" dirty="0">
              <a:latin typeface="Noto Serif" panose="02020502060505020204" pitchFamily="18" charset="0"/>
            </a:endParaRPr>
          </a:p>
        </p:txBody>
      </p:sp>
      <p:sp>
        <p:nvSpPr>
          <p:cNvPr id="2" name="Inhaltsplatzhalter 1">
            <a:extLst>
              <a:ext uri="{FF2B5EF4-FFF2-40B4-BE49-F238E27FC236}">
                <a16:creationId xmlns:a16="http://schemas.microsoft.com/office/drawing/2014/main" id="{8CCD7AF8-9A31-461B-80E3-6A4E1EF4E8F9}"/>
              </a:ext>
            </a:extLst>
          </p:cNvPr>
          <p:cNvSpPr>
            <a:spLocks noGrp="1"/>
          </p:cNvSpPr>
          <p:nvPr>
            <p:ph sz="half" idx="2"/>
          </p:nvPr>
        </p:nvSpPr>
        <p:spPr/>
        <p:txBody>
          <a:bodyPr/>
          <a:lstStyle/>
          <a:p>
            <a:r>
              <a:rPr lang="de-DE" dirty="0">
                <a:latin typeface="+mj-lt"/>
              </a:rPr>
              <a:t>At </a:t>
            </a:r>
            <a:r>
              <a:rPr lang="de-DE" dirty="0" err="1">
                <a:latin typeface="+mj-lt"/>
              </a:rPr>
              <a:t>vero</a:t>
            </a:r>
            <a:r>
              <a:rPr lang="de-DE" dirty="0">
                <a:latin typeface="+mj-lt"/>
              </a:rPr>
              <a:t> </a:t>
            </a:r>
            <a:r>
              <a:rPr lang="de-DE" dirty="0" err="1">
                <a:latin typeface="+mj-lt"/>
              </a:rPr>
              <a:t>eos</a:t>
            </a:r>
            <a:r>
              <a:rPr lang="de-DE" dirty="0">
                <a:latin typeface="+mj-lt"/>
              </a:rPr>
              <a:t> et </a:t>
            </a:r>
            <a:r>
              <a:rPr lang="de-DE" dirty="0" err="1">
                <a:latin typeface="+mj-lt"/>
              </a:rPr>
              <a:t>accusam</a:t>
            </a:r>
            <a:r>
              <a:rPr lang="de-DE" dirty="0">
                <a:latin typeface="+mj-lt"/>
              </a:rPr>
              <a:t> et </a:t>
            </a:r>
            <a:r>
              <a:rPr lang="de-DE" dirty="0" err="1">
                <a:latin typeface="+mj-lt"/>
              </a:rPr>
              <a:t>justo</a:t>
            </a:r>
            <a:r>
              <a:rPr lang="de-DE" dirty="0">
                <a:latin typeface="+mj-lt"/>
              </a:rPr>
              <a:t> </a:t>
            </a:r>
          </a:p>
          <a:p>
            <a:pPr lvl="2"/>
            <a:r>
              <a:rPr lang="de-DE" dirty="0" err="1"/>
              <a:t>duo</a:t>
            </a:r>
            <a:r>
              <a:rPr lang="de-DE" dirty="0"/>
              <a:t> </a:t>
            </a:r>
            <a:r>
              <a:rPr lang="de-DE" dirty="0" err="1"/>
              <a:t>dolores</a:t>
            </a:r>
            <a:r>
              <a:rPr lang="de-DE" dirty="0"/>
              <a:t> et </a:t>
            </a:r>
            <a:r>
              <a:rPr lang="de-DE" dirty="0" err="1"/>
              <a:t>ea</a:t>
            </a:r>
            <a:r>
              <a:rPr lang="de-DE" dirty="0"/>
              <a:t> </a:t>
            </a:r>
            <a:r>
              <a:rPr lang="de-DE" dirty="0" err="1"/>
              <a:t>rebum</a:t>
            </a:r>
            <a:r>
              <a:rPr lang="de-DE" dirty="0"/>
              <a:t>. Stet </a:t>
            </a:r>
            <a:r>
              <a:rPr lang="de-DE" dirty="0" err="1"/>
              <a:t>clita</a:t>
            </a:r>
            <a:r>
              <a:rPr lang="de-DE" dirty="0"/>
              <a:t> </a:t>
            </a:r>
            <a:r>
              <a:rPr lang="de-DE" dirty="0" err="1"/>
              <a:t>kasd</a:t>
            </a:r>
            <a:r>
              <a:rPr lang="de-DE" dirty="0"/>
              <a:t> </a:t>
            </a:r>
            <a:r>
              <a:rPr lang="de-DE" dirty="0" err="1"/>
              <a:t>gubergren</a:t>
            </a:r>
            <a:r>
              <a:rPr lang="de-DE" dirty="0"/>
              <a:t>, </a:t>
            </a:r>
          </a:p>
          <a:p>
            <a:pPr lvl="2"/>
            <a:r>
              <a:rPr lang="de-DE" dirty="0" err="1"/>
              <a:t>no</a:t>
            </a:r>
            <a:r>
              <a:rPr lang="de-DE" dirty="0"/>
              <a:t> </a:t>
            </a:r>
            <a:r>
              <a:rPr lang="de-DE" dirty="0" err="1"/>
              <a:t>sea</a:t>
            </a:r>
            <a:r>
              <a:rPr lang="de-DE" dirty="0"/>
              <a:t> </a:t>
            </a:r>
            <a:r>
              <a:rPr lang="de-DE" dirty="0" err="1"/>
              <a:t>takimata</a:t>
            </a:r>
            <a:r>
              <a:rPr lang="de-DE" dirty="0"/>
              <a:t> sanctus </a:t>
            </a:r>
            <a:r>
              <a:rPr lang="de-DE" dirty="0" err="1"/>
              <a:t>est</a:t>
            </a:r>
            <a:endParaRPr lang="de-DE" dirty="0"/>
          </a:p>
        </p:txBody>
      </p:sp>
      <p:pic>
        <p:nvPicPr>
          <p:cNvPr id="26" name="Bildplatzhalter 25">
            <a:extLst>
              <a:ext uri="{FF2B5EF4-FFF2-40B4-BE49-F238E27FC236}">
                <a16:creationId xmlns:a16="http://schemas.microsoft.com/office/drawing/2014/main" id="{1F8E2E8B-FA27-40D9-9909-DA6D71F184F1}"/>
              </a:ext>
            </a:extLst>
          </p:cNvPr>
          <p:cNvPicPr>
            <a:picLocks noGrp="1" noChangeAspect="1"/>
          </p:cNvPicPr>
          <p:nvPr>
            <p:ph type="pic" sz="quarter" idx="13"/>
          </p:nvPr>
        </p:nvPicPr>
        <p:blipFill rotWithShape="1">
          <a:blip r:embed="rId3">
            <a:extLst>
              <a:ext uri="{28A0092B-C50C-407E-A947-70E740481C1C}">
                <a14:useLocalDpi xmlns:a14="http://schemas.microsoft.com/office/drawing/2010/main" val="0"/>
              </a:ext>
            </a:extLst>
          </a:blip>
          <a:srcRect l="10655" r="10655"/>
          <a:stretch/>
        </p:blipFill>
        <p:spPr/>
      </p:pic>
      <p:sp>
        <p:nvSpPr>
          <p:cNvPr id="37" name="Textplatzhalter 36">
            <a:extLst>
              <a:ext uri="{FF2B5EF4-FFF2-40B4-BE49-F238E27FC236}">
                <a16:creationId xmlns:a16="http://schemas.microsoft.com/office/drawing/2014/main" id="{EA829A5C-4284-45EE-945F-45A8CFC39312}"/>
              </a:ext>
            </a:extLst>
          </p:cNvPr>
          <p:cNvSpPr>
            <a:spLocks noGrp="1"/>
          </p:cNvSpPr>
          <p:nvPr>
            <p:ph type="body" sz="quarter" idx="18"/>
          </p:nvPr>
        </p:nvSpPr>
        <p:spPr/>
        <p:txBody>
          <a:bodyPr/>
          <a:lstStyle/>
          <a:p>
            <a:r>
              <a:rPr lang="de-DE" dirty="0">
                <a:latin typeface="Noto Serif" panose="02020502060505020204" pitchFamily="18" charset="0"/>
              </a:rPr>
              <a:t>Bildunterschrift und © Copyright</a:t>
            </a:r>
            <a:endParaRPr lang="en-US" dirty="0">
              <a:latin typeface="Noto Serif" panose="02020502060505020204" pitchFamily="18" charset="0"/>
            </a:endParaRPr>
          </a:p>
        </p:txBody>
      </p:sp>
      <p:sp>
        <p:nvSpPr>
          <p:cNvPr id="3" name="Inhaltsplatzhalter 2">
            <a:extLst>
              <a:ext uri="{FF2B5EF4-FFF2-40B4-BE49-F238E27FC236}">
                <a16:creationId xmlns:a16="http://schemas.microsoft.com/office/drawing/2014/main" id="{BF6C4445-A37E-44B9-9B46-33D0CA51FACE}"/>
              </a:ext>
            </a:extLst>
          </p:cNvPr>
          <p:cNvSpPr>
            <a:spLocks noGrp="1"/>
          </p:cNvSpPr>
          <p:nvPr>
            <p:ph sz="quarter" idx="10"/>
          </p:nvPr>
        </p:nvSpPr>
        <p:spPr/>
        <p:txBody>
          <a:bodyPr/>
          <a:lstStyle/>
          <a:p>
            <a:r>
              <a:rPr lang="de-DE" dirty="0">
                <a:latin typeface="+mj-lt"/>
              </a:rPr>
              <a:t>sed </a:t>
            </a:r>
            <a:r>
              <a:rPr lang="de-DE" dirty="0" err="1">
                <a:latin typeface="+mj-lt"/>
              </a:rPr>
              <a:t>diam</a:t>
            </a:r>
            <a:r>
              <a:rPr lang="de-DE" dirty="0">
                <a:latin typeface="+mj-lt"/>
              </a:rPr>
              <a:t> </a:t>
            </a:r>
            <a:br>
              <a:rPr lang="de-DE" dirty="0">
                <a:latin typeface="+mj-lt"/>
              </a:rPr>
            </a:br>
            <a:r>
              <a:rPr lang="de-DE" dirty="0" err="1">
                <a:latin typeface="+mj-lt"/>
              </a:rPr>
              <a:t>voluptua</a:t>
            </a:r>
            <a:endParaRPr lang="de-DE" dirty="0">
              <a:latin typeface="+mj-lt"/>
            </a:endParaRPr>
          </a:p>
          <a:p>
            <a:pPr lvl="2"/>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a:t>
            </a:r>
          </a:p>
          <a:p>
            <a:pPr lvl="2"/>
            <a:r>
              <a:rPr lang="de-DE" dirty="0" err="1"/>
              <a:t>consetetur</a:t>
            </a:r>
            <a:r>
              <a:rPr lang="de-DE" dirty="0"/>
              <a:t> </a:t>
            </a:r>
            <a:r>
              <a:rPr lang="de-DE" dirty="0" err="1"/>
              <a:t>sadipscing</a:t>
            </a:r>
            <a:r>
              <a:rPr lang="de-DE" dirty="0"/>
              <a:t> </a:t>
            </a:r>
            <a:r>
              <a:rPr lang="de-DE" dirty="0" err="1"/>
              <a:t>elitr</a:t>
            </a:r>
            <a:r>
              <a:rPr lang="de-DE" dirty="0"/>
              <a:t>, sed </a:t>
            </a:r>
            <a:r>
              <a:rPr lang="de-DE" dirty="0" err="1"/>
              <a:t>diam</a:t>
            </a:r>
            <a:r>
              <a:rPr lang="de-DE" dirty="0"/>
              <a:t> </a:t>
            </a:r>
            <a:r>
              <a:rPr lang="de-DE" dirty="0" err="1"/>
              <a:t>nonumy</a:t>
            </a:r>
            <a:r>
              <a:rPr lang="de-DE" dirty="0"/>
              <a:t> </a:t>
            </a:r>
            <a:r>
              <a:rPr lang="de-DE" dirty="0" err="1"/>
              <a:t>eirmod</a:t>
            </a:r>
            <a:endParaRPr lang="de-DE" dirty="0"/>
          </a:p>
        </p:txBody>
      </p:sp>
      <p:pic>
        <p:nvPicPr>
          <p:cNvPr id="36" name="Bildplatzhalter 35">
            <a:extLst>
              <a:ext uri="{FF2B5EF4-FFF2-40B4-BE49-F238E27FC236}">
                <a16:creationId xmlns:a16="http://schemas.microsoft.com/office/drawing/2014/main" id="{45ADB3EA-2064-4725-861A-7379D488D70C}"/>
              </a:ext>
            </a:extLst>
          </p:cNvPr>
          <p:cNvPicPr>
            <a:picLocks noGrp="1" noChangeAspect="1"/>
          </p:cNvPicPr>
          <p:nvPr>
            <p:ph type="pic" sz="quarter" idx="12"/>
          </p:nvPr>
        </p:nvPicPr>
        <p:blipFill rotWithShape="1">
          <a:blip r:embed="rId4">
            <a:extLst>
              <a:ext uri="{28A0092B-C50C-407E-A947-70E740481C1C}">
                <a14:useLocalDpi xmlns:a14="http://schemas.microsoft.com/office/drawing/2010/main" val="0"/>
              </a:ext>
            </a:extLst>
          </a:blip>
          <a:srcRect l="10657" r="10657"/>
          <a:stretch/>
        </p:blipFill>
        <p:spPr/>
      </p:pic>
      <p:sp>
        <p:nvSpPr>
          <p:cNvPr id="38" name="Textplatzhalter 37">
            <a:extLst>
              <a:ext uri="{FF2B5EF4-FFF2-40B4-BE49-F238E27FC236}">
                <a16:creationId xmlns:a16="http://schemas.microsoft.com/office/drawing/2014/main" id="{B7718BA6-B5B9-4753-AB9A-5E4A4A9B3506}"/>
              </a:ext>
            </a:extLst>
          </p:cNvPr>
          <p:cNvSpPr>
            <a:spLocks noGrp="1"/>
          </p:cNvSpPr>
          <p:nvPr>
            <p:ph type="body" sz="quarter" idx="19"/>
          </p:nvPr>
        </p:nvSpPr>
        <p:spPr/>
        <p:txBody>
          <a:bodyPr/>
          <a:lstStyle/>
          <a:p>
            <a:r>
              <a:rPr lang="de-DE" dirty="0">
                <a:latin typeface="Noto Serif" panose="02020502060505020204" pitchFamily="18" charset="0"/>
              </a:rPr>
              <a:t>Bildunterschrift und © Copyright</a:t>
            </a:r>
            <a:endParaRPr lang="en-US" dirty="0">
              <a:latin typeface="Noto Serif" panose="02020502060505020204" pitchFamily="18" charset="0"/>
            </a:endParaRPr>
          </a:p>
        </p:txBody>
      </p:sp>
      <p:sp>
        <p:nvSpPr>
          <p:cNvPr id="4" name="Inhaltsplatzhalter 3">
            <a:extLst>
              <a:ext uri="{FF2B5EF4-FFF2-40B4-BE49-F238E27FC236}">
                <a16:creationId xmlns:a16="http://schemas.microsoft.com/office/drawing/2014/main" id="{2FC170FB-3E0E-4F29-AC52-8A3EE3333D93}"/>
              </a:ext>
            </a:extLst>
          </p:cNvPr>
          <p:cNvSpPr>
            <a:spLocks noGrp="1"/>
          </p:cNvSpPr>
          <p:nvPr>
            <p:ph sz="quarter" idx="11"/>
          </p:nvPr>
        </p:nvSpPr>
        <p:spPr/>
        <p:txBody>
          <a:bodyPr/>
          <a:lstStyle/>
          <a:p>
            <a:r>
              <a:rPr lang="de-DE" dirty="0" err="1">
                <a:latin typeface="+mj-lt"/>
              </a:rPr>
              <a:t>consetetur</a:t>
            </a:r>
            <a:r>
              <a:rPr lang="de-DE" dirty="0">
                <a:latin typeface="+mj-lt"/>
              </a:rPr>
              <a:t> </a:t>
            </a:r>
            <a:r>
              <a:rPr lang="de-DE" dirty="0" err="1">
                <a:latin typeface="+mj-lt"/>
              </a:rPr>
              <a:t>sadipscing</a:t>
            </a:r>
            <a:r>
              <a:rPr lang="de-DE" dirty="0">
                <a:latin typeface="+mj-lt"/>
              </a:rPr>
              <a:t> </a:t>
            </a:r>
            <a:r>
              <a:rPr lang="de-DE" dirty="0" err="1">
                <a:latin typeface="+mj-lt"/>
              </a:rPr>
              <a:t>elitr</a:t>
            </a:r>
            <a:r>
              <a:rPr lang="de-DE" dirty="0">
                <a:latin typeface="+mj-lt"/>
              </a:rPr>
              <a:t> </a:t>
            </a:r>
          </a:p>
          <a:p>
            <a:pPr lvl="2"/>
            <a:r>
              <a:rPr lang="de-DE" dirty="0"/>
              <a:t>sed </a:t>
            </a:r>
            <a:r>
              <a:rPr lang="de-DE" dirty="0" err="1"/>
              <a:t>diam</a:t>
            </a:r>
            <a:r>
              <a:rPr lang="de-DE" dirty="0"/>
              <a:t> </a:t>
            </a:r>
            <a:r>
              <a:rPr lang="de-DE" dirty="0" err="1"/>
              <a:t>nonumy</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labore</a:t>
            </a:r>
            <a:r>
              <a:rPr lang="de-DE" dirty="0"/>
              <a:t> </a:t>
            </a:r>
          </a:p>
          <a:p>
            <a:pPr lvl="2"/>
            <a:r>
              <a:rPr lang="de-DE" dirty="0"/>
              <a:t>et </a:t>
            </a:r>
            <a:r>
              <a:rPr lang="de-DE" dirty="0" err="1"/>
              <a:t>dolore</a:t>
            </a:r>
            <a:r>
              <a:rPr lang="de-DE" dirty="0"/>
              <a:t> magna </a:t>
            </a:r>
            <a:r>
              <a:rPr lang="de-DE" dirty="0" err="1"/>
              <a:t>aliquyam</a:t>
            </a:r>
            <a:r>
              <a:rPr lang="de-DE" dirty="0"/>
              <a:t> erat </a:t>
            </a:r>
            <a:r>
              <a:rPr lang="de-DE" dirty="0" err="1"/>
              <a:t>takimata</a:t>
            </a:r>
            <a:endParaRPr lang="de-DE" dirty="0"/>
          </a:p>
          <a:p>
            <a:endParaRPr lang="en-US" dirty="0"/>
          </a:p>
        </p:txBody>
      </p:sp>
      <p:pic>
        <p:nvPicPr>
          <p:cNvPr id="9" name="Bildplatzhalter 8">
            <a:extLst>
              <a:ext uri="{FF2B5EF4-FFF2-40B4-BE49-F238E27FC236}">
                <a16:creationId xmlns:a16="http://schemas.microsoft.com/office/drawing/2014/main" id="{7CD0D31C-4C44-4BF2-A4C0-C53E22049C08}"/>
              </a:ext>
            </a:extLst>
          </p:cNvPr>
          <p:cNvPicPr>
            <a:picLocks noGrp="1" noChangeAspect="1"/>
          </p:cNvPicPr>
          <p:nvPr>
            <p:ph type="pic" sz="quarter" idx="15"/>
          </p:nvPr>
        </p:nvPicPr>
        <p:blipFill>
          <a:blip r:embed="rId5">
            <a:extLst>
              <a:ext uri="{28A0092B-C50C-407E-A947-70E740481C1C}">
                <a14:useLocalDpi xmlns:a14="http://schemas.microsoft.com/office/drawing/2010/main" val="0"/>
              </a:ext>
            </a:extLst>
          </a:blip>
          <a:srcRect l="5477" r="5477"/>
          <a:stretch>
            <a:fillRect/>
          </a:stretch>
        </p:blipFill>
        <p:spPr/>
      </p:pic>
      <p:sp>
        <p:nvSpPr>
          <p:cNvPr id="7" name="Textplatzhalter 6">
            <a:extLst>
              <a:ext uri="{FF2B5EF4-FFF2-40B4-BE49-F238E27FC236}">
                <a16:creationId xmlns:a16="http://schemas.microsoft.com/office/drawing/2014/main" id="{295A7FA7-C309-4F09-872E-EA5D154E5CB2}"/>
              </a:ext>
            </a:extLst>
          </p:cNvPr>
          <p:cNvSpPr>
            <a:spLocks noGrp="1"/>
          </p:cNvSpPr>
          <p:nvPr>
            <p:ph type="body" sz="quarter" idx="20"/>
          </p:nvPr>
        </p:nvSpPr>
        <p:spPr/>
        <p:txBody>
          <a:bodyPr/>
          <a:lstStyle/>
          <a:p>
            <a:endParaRPr lang="en-US"/>
          </a:p>
        </p:txBody>
      </p:sp>
    </p:spTree>
    <p:extLst>
      <p:ext uri="{BB962C8B-B14F-4D97-AF65-F5344CB8AC3E}">
        <p14:creationId xmlns:p14="http://schemas.microsoft.com/office/powerpoint/2010/main" val="26989811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el 6">
            <a:extLst>
              <a:ext uri="{FF2B5EF4-FFF2-40B4-BE49-F238E27FC236}">
                <a16:creationId xmlns:a16="http://schemas.microsoft.com/office/drawing/2014/main" id="{E44FF270-0AC6-4BBF-8040-0E8184298C5E}"/>
              </a:ext>
            </a:extLst>
          </p:cNvPr>
          <p:cNvSpPr>
            <a:spLocks noGrp="1"/>
          </p:cNvSpPr>
          <p:nvPr>
            <p:ph type="title"/>
          </p:nvPr>
        </p:nvSpPr>
        <p:spPr>
          <a:xfrm>
            <a:off x="609600" y="1052513"/>
            <a:ext cx="10972800" cy="914400"/>
          </a:xfrm>
        </p:spPr>
        <p:txBody>
          <a:bodyPr/>
          <a:lstStyle/>
          <a:p>
            <a:r>
              <a:rPr lang="de-DE" dirty="0"/>
              <a:t>Hier steht der Titel des Abschnitts</a:t>
            </a:r>
            <a:endParaRPr lang="en-US" dirty="0"/>
          </a:p>
        </p:txBody>
      </p:sp>
      <p:sp>
        <p:nvSpPr>
          <p:cNvPr id="8" name="Textplatzhalter 7">
            <a:extLst>
              <a:ext uri="{FF2B5EF4-FFF2-40B4-BE49-F238E27FC236}">
                <a16:creationId xmlns:a16="http://schemas.microsoft.com/office/drawing/2014/main" id="{2D0BF546-9218-41C0-96A6-0EC1A7A1440F}"/>
              </a:ext>
            </a:extLst>
          </p:cNvPr>
          <p:cNvSpPr>
            <a:spLocks noGrp="1"/>
          </p:cNvSpPr>
          <p:nvPr>
            <p:ph type="body" sz="quarter" idx="10"/>
          </p:nvPr>
        </p:nvSpPr>
        <p:spPr>
          <a:xfrm>
            <a:off x="609600" y="2287588"/>
            <a:ext cx="10972800" cy="1141412"/>
          </a:xfrm>
        </p:spPr>
        <p:txBody>
          <a:bodyPr/>
          <a:lstStyle/>
          <a:p>
            <a:r>
              <a:rPr lang="de-DE" dirty="0"/>
              <a:t>Hier steht ein Untertitel, der Name des Vortragenden</a:t>
            </a:r>
            <a:br>
              <a:rPr lang="de-DE" dirty="0"/>
            </a:br>
            <a:r>
              <a:rPr lang="de-DE" dirty="0"/>
              <a:t>sowie weitere Kontextinformationen</a:t>
            </a:r>
          </a:p>
          <a:p>
            <a:r>
              <a:rPr lang="de-DE" dirty="0"/>
              <a:t>Die Farben können Sie anpassen.</a:t>
            </a:r>
          </a:p>
          <a:p>
            <a:endParaRPr lang="de-DE" dirty="0"/>
          </a:p>
          <a:p>
            <a:endParaRPr lang="en-US" dirty="0"/>
          </a:p>
        </p:txBody>
      </p:sp>
    </p:spTree>
    <p:extLst>
      <p:ext uri="{BB962C8B-B14F-4D97-AF65-F5344CB8AC3E}">
        <p14:creationId xmlns:p14="http://schemas.microsoft.com/office/powerpoint/2010/main" val="3515641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224BAE2B-C2F3-45B6-B1C7-E04E9F26DB8A}"/>
              </a:ext>
            </a:extLst>
          </p:cNvPr>
          <p:cNvSpPr>
            <a:spLocks noGrp="1"/>
          </p:cNvSpPr>
          <p:nvPr>
            <p:ph type="title"/>
          </p:nvPr>
        </p:nvSpPr>
        <p:spPr>
          <a:xfrm>
            <a:off x="609599" y="1052513"/>
            <a:ext cx="7250113" cy="914400"/>
          </a:xfrm>
        </p:spPr>
        <p:txBody>
          <a:bodyPr/>
          <a:lstStyle/>
          <a:p>
            <a:r>
              <a:rPr lang="de-DE" dirty="0"/>
              <a:t>Hier steht der Titel</a:t>
            </a:r>
            <a:br>
              <a:rPr lang="de-DE" dirty="0"/>
            </a:br>
            <a:r>
              <a:rPr lang="de-DE" dirty="0"/>
              <a:t>des Abschnitts</a:t>
            </a:r>
          </a:p>
        </p:txBody>
      </p:sp>
      <p:sp>
        <p:nvSpPr>
          <p:cNvPr id="2" name="Textplatzhalter 1">
            <a:extLst>
              <a:ext uri="{FF2B5EF4-FFF2-40B4-BE49-F238E27FC236}">
                <a16:creationId xmlns:a16="http://schemas.microsoft.com/office/drawing/2014/main" id="{3AB659B2-0ACB-4277-8E90-646C66A5170A}"/>
              </a:ext>
            </a:extLst>
          </p:cNvPr>
          <p:cNvSpPr>
            <a:spLocks noGrp="1"/>
          </p:cNvSpPr>
          <p:nvPr>
            <p:ph type="body" sz="quarter" idx="10"/>
          </p:nvPr>
        </p:nvSpPr>
        <p:spPr>
          <a:xfrm>
            <a:off x="609599" y="2286952"/>
            <a:ext cx="7250113" cy="1142048"/>
          </a:xfrm>
        </p:spPr>
        <p:txBody>
          <a:bodyPr/>
          <a:lstStyle/>
          <a:p>
            <a:r>
              <a:rPr lang="de-DE" dirty="0"/>
              <a:t>Hier steht ein Untertitel, der Name des Vortragenden sowie weitere Kontextinformationen</a:t>
            </a:r>
          </a:p>
          <a:p>
            <a:r>
              <a:rPr lang="de-DE" dirty="0"/>
              <a:t>Die Farben können Sie anpassen.</a:t>
            </a:r>
          </a:p>
        </p:txBody>
      </p:sp>
    </p:spTree>
    <p:extLst>
      <p:ext uri="{BB962C8B-B14F-4D97-AF65-F5344CB8AC3E}">
        <p14:creationId xmlns:p14="http://schemas.microsoft.com/office/powerpoint/2010/main" val="19952711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224BAE2B-C2F3-45B6-B1C7-E04E9F26DB8A}"/>
              </a:ext>
            </a:extLst>
          </p:cNvPr>
          <p:cNvSpPr>
            <a:spLocks noGrp="1"/>
          </p:cNvSpPr>
          <p:nvPr>
            <p:ph type="title"/>
          </p:nvPr>
        </p:nvSpPr>
        <p:spPr>
          <a:xfrm>
            <a:off x="609600" y="1052513"/>
            <a:ext cx="4441826" cy="914400"/>
          </a:xfrm>
        </p:spPr>
        <p:txBody>
          <a:bodyPr/>
          <a:lstStyle/>
          <a:p>
            <a:r>
              <a:rPr lang="de-DE" dirty="0"/>
              <a:t>Hier steht der Titel </a:t>
            </a:r>
            <a:br>
              <a:rPr lang="de-DE" dirty="0"/>
            </a:br>
            <a:r>
              <a:rPr lang="de-DE" dirty="0"/>
              <a:t>des Abschnitts</a:t>
            </a:r>
          </a:p>
        </p:txBody>
      </p:sp>
      <p:sp>
        <p:nvSpPr>
          <p:cNvPr id="2" name="Textplatzhalter 1">
            <a:extLst>
              <a:ext uri="{FF2B5EF4-FFF2-40B4-BE49-F238E27FC236}">
                <a16:creationId xmlns:a16="http://schemas.microsoft.com/office/drawing/2014/main" id="{3AB659B2-0ACB-4277-8E90-646C66A5170A}"/>
              </a:ext>
            </a:extLst>
          </p:cNvPr>
          <p:cNvSpPr>
            <a:spLocks noGrp="1"/>
          </p:cNvSpPr>
          <p:nvPr>
            <p:ph type="body" sz="quarter" idx="10"/>
          </p:nvPr>
        </p:nvSpPr>
        <p:spPr>
          <a:xfrm>
            <a:off x="609600" y="2286952"/>
            <a:ext cx="4441826" cy="1142048"/>
          </a:xfrm>
        </p:spPr>
        <p:txBody>
          <a:bodyPr/>
          <a:lstStyle/>
          <a:p>
            <a:r>
              <a:rPr lang="de-DE" dirty="0"/>
              <a:t>Hier steht ein Untertitel, der Name des Vortragenden sowie weitere Kontextinformationen</a:t>
            </a:r>
          </a:p>
          <a:p>
            <a:r>
              <a:rPr lang="de-DE" dirty="0"/>
              <a:t>Die Farben können Sie anpassen.</a:t>
            </a:r>
          </a:p>
          <a:p>
            <a:endParaRPr lang="de-DE" dirty="0"/>
          </a:p>
        </p:txBody>
      </p:sp>
    </p:spTree>
    <p:extLst>
      <p:ext uri="{BB962C8B-B14F-4D97-AF65-F5344CB8AC3E}">
        <p14:creationId xmlns:p14="http://schemas.microsoft.com/office/powerpoint/2010/main" val="21391702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224BAE2B-C2F3-45B6-B1C7-E04E9F26DB8A}"/>
              </a:ext>
            </a:extLst>
          </p:cNvPr>
          <p:cNvSpPr>
            <a:spLocks noGrp="1"/>
          </p:cNvSpPr>
          <p:nvPr>
            <p:ph type="title"/>
          </p:nvPr>
        </p:nvSpPr>
        <p:spPr>
          <a:xfrm>
            <a:off x="609600" y="1052513"/>
            <a:ext cx="5334000" cy="914400"/>
          </a:xfrm>
        </p:spPr>
        <p:txBody>
          <a:bodyPr/>
          <a:lstStyle/>
          <a:p>
            <a:r>
              <a:rPr lang="de-DE" dirty="0"/>
              <a:t>Hier steht der Titel </a:t>
            </a:r>
            <a:br>
              <a:rPr lang="de-DE" dirty="0"/>
            </a:br>
            <a:r>
              <a:rPr lang="de-DE" dirty="0"/>
              <a:t>des Abschnitts</a:t>
            </a:r>
          </a:p>
        </p:txBody>
      </p:sp>
      <p:sp>
        <p:nvSpPr>
          <p:cNvPr id="5" name="Textplatzhalter 4">
            <a:extLst>
              <a:ext uri="{FF2B5EF4-FFF2-40B4-BE49-F238E27FC236}">
                <a16:creationId xmlns:a16="http://schemas.microsoft.com/office/drawing/2014/main" id="{DFAD263D-E08A-4234-92F9-48A8F90ECEBD}"/>
              </a:ext>
            </a:extLst>
          </p:cNvPr>
          <p:cNvSpPr>
            <a:spLocks noGrp="1"/>
          </p:cNvSpPr>
          <p:nvPr>
            <p:ph type="body" sz="quarter" idx="10"/>
          </p:nvPr>
        </p:nvSpPr>
        <p:spPr>
          <a:xfrm>
            <a:off x="609600" y="2286952"/>
            <a:ext cx="5334000" cy="1089659"/>
          </a:xfrm>
        </p:spPr>
        <p:txBody>
          <a:bodyPr/>
          <a:lstStyle/>
          <a:p>
            <a:r>
              <a:rPr lang="de-DE" dirty="0"/>
              <a:t>Hier steht ein Untertitel, der Name des Vortragenden sowie weitere Kontextinformationen</a:t>
            </a:r>
          </a:p>
          <a:p>
            <a:r>
              <a:rPr lang="de-DE" dirty="0"/>
              <a:t>Die Farben können Sie anpassen.</a:t>
            </a:r>
          </a:p>
          <a:p>
            <a:endParaRPr lang="de-DE" dirty="0"/>
          </a:p>
        </p:txBody>
      </p:sp>
    </p:spTree>
    <p:extLst>
      <p:ext uri="{BB962C8B-B14F-4D97-AF65-F5344CB8AC3E}">
        <p14:creationId xmlns:p14="http://schemas.microsoft.com/office/powerpoint/2010/main" val="6266708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975E8BEB-03E1-49C1-A371-27CAB6B2F345}"/>
              </a:ext>
            </a:extLst>
          </p:cNvPr>
          <p:cNvSpPr>
            <a:spLocks noGrp="1"/>
          </p:cNvSpPr>
          <p:nvPr>
            <p:ph type="title"/>
          </p:nvPr>
        </p:nvSpPr>
        <p:spPr>
          <a:xfrm>
            <a:off x="609600" y="1052513"/>
            <a:ext cx="10972800" cy="914400"/>
          </a:xfrm>
        </p:spPr>
        <p:txBody>
          <a:bodyPr/>
          <a:lstStyle/>
          <a:p>
            <a:r>
              <a:rPr lang="de-DE" dirty="0"/>
              <a:t>Hier steht der Titel des Abschnitts</a:t>
            </a:r>
            <a:endParaRPr lang="en-US" dirty="0"/>
          </a:p>
        </p:txBody>
      </p:sp>
      <p:sp>
        <p:nvSpPr>
          <p:cNvPr id="5" name="Untertitel 4">
            <a:extLst>
              <a:ext uri="{FF2B5EF4-FFF2-40B4-BE49-F238E27FC236}">
                <a16:creationId xmlns:a16="http://schemas.microsoft.com/office/drawing/2014/main" id="{259A3B2B-4862-47F1-BB15-BA500CA44331}"/>
              </a:ext>
            </a:extLst>
          </p:cNvPr>
          <p:cNvSpPr>
            <a:spLocks noGrp="1"/>
          </p:cNvSpPr>
          <p:nvPr>
            <p:ph type="body" sz="quarter" idx="10"/>
          </p:nvPr>
        </p:nvSpPr>
        <p:spPr>
          <a:xfrm>
            <a:off x="609600" y="2286952"/>
            <a:ext cx="10972800" cy="1142048"/>
          </a:xfrm>
        </p:spPr>
        <p:txBody>
          <a:bodyPr/>
          <a:lstStyle/>
          <a:p>
            <a:r>
              <a:rPr lang="de-DE" dirty="0"/>
              <a:t>Hier steht ein Untertitel, der Name des Vortragenden </a:t>
            </a:r>
            <a:br>
              <a:rPr lang="de-DE" dirty="0"/>
            </a:br>
            <a:r>
              <a:rPr lang="de-DE" dirty="0"/>
              <a:t>sowie weitere Kontextinformationen</a:t>
            </a:r>
          </a:p>
          <a:p>
            <a:r>
              <a:rPr lang="de-DE" dirty="0"/>
              <a:t>Die Farben können Sie anpassen.</a:t>
            </a:r>
          </a:p>
        </p:txBody>
      </p:sp>
    </p:spTree>
    <p:extLst>
      <p:ext uri="{BB962C8B-B14F-4D97-AF65-F5344CB8AC3E}">
        <p14:creationId xmlns:p14="http://schemas.microsoft.com/office/powerpoint/2010/main" val="9163557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975E8BEB-03E1-49C1-A371-27CAB6B2F345}"/>
              </a:ext>
            </a:extLst>
          </p:cNvPr>
          <p:cNvSpPr>
            <a:spLocks noGrp="1"/>
          </p:cNvSpPr>
          <p:nvPr>
            <p:ph type="ctrTitle"/>
          </p:nvPr>
        </p:nvSpPr>
        <p:spPr>
          <a:xfrm>
            <a:off x="609600" y="3429000"/>
            <a:ext cx="3733800" cy="2196296"/>
          </a:xfrm>
        </p:spPr>
        <p:txBody>
          <a:bodyPr/>
          <a:lstStyle/>
          <a:p>
            <a:r>
              <a:rPr lang="de-DE" dirty="0"/>
              <a:t>Hier steht der Titel der Präsentation</a:t>
            </a:r>
            <a:endParaRPr lang="en-US" dirty="0"/>
          </a:p>
        </p:txBody>
      </p:sp>
      <p:sp>
        <p:nvSpPr>
          <p:cNvPr id="5" name="Untertitel 4">
            <a:extLst>
              <a:ext uri="{FF2B5EF4-FFF2-40B4-BE49-F238E27FC236}">
                <a16:creationId xmlns:a16="http://schemas.microsoft.com/office/drawing/2014/main" id="{259A3B2B-4862-47F1-BB15-BA500CA44331}"/>
              </a:ext>
            </a:extLst>
          </p:cNvPr>
          <p:cNvSpPr>
            <a:spLocks noGrp="1"/>
          </p:cNvSpPr>
          <p:nvPr>
            <p:ph type="subTitle" idx="1"/>
          </p:nvPr>
        </p:nvSpPr>
        <p:spPr>
          <a:xfrm>
            <a:off x="609600" y="1736725"/>
            <a:ext cx="3733800" cy="1404937"/>
          </a:xfrm>
        </p:spPr>
        <p:txBody>
          <a:bodyPr/>
          <a:lstStyle/>
          <a:p>
            <a:r>
              <a:rPr lang="de-DE" dirty="0"/>
              <a:t>Hier steht ein Untertitel, der Name des Vortragenden</a:t>
            </a:r>
            <a:br>
              <a:rPr lang="de-DE" dirty="0"/>
            </a:br>
            <a:r>
              <a:rPr lang="de-DE" dirty="0"/>
              <a:t>sowie weitere Kontextinformationen</a:t>
            </a:r>
          </a:p>
        </p:txBody>
      </p:sp>
      <p:pic>
        <p:nvPicPr>
          <p:cNvPr id="25" name="Bildplatzhalter 24">
            <a:extLst>
              <a:ext uri="{FF2B5EF4-FFF2-40B4-BE49-F238E27FC236}">
                <a16:creationId xmlns:a16="http://schemas.microsoft.com/office/drawing/2014/main" id="{9338B901-F010-422E-87AF-265D1BE23C74}"/>
              </a:ext>
            </a:extLst>
          </p:cNvPr>
          <p:cNvPicPr>
            <a:picLocks noGrp="1" noChangeAspect="1"/>
          </p:cNvPicPr>
          <p:nvPr>
            <p:ph type="pic" sz="quarter" idx="11"/>
          </p:nvPr>
        </p:nvPicPr>
        <p:blipFill rotWithShape="1">
          <a:blip r:embed="rId3">
            <a:extLst>
              <a:ext uri="{28A0092B-C50C-407E-A947-70E740481C1C}">
                <a14:useLocalDpi xmlns:a14="http://schemas.microsoft.com/office/drawing/2010/main" val="0"/>
              </a:ext>
            </a:extLst>
          </a:blip>
          <a:srcRect l="32003" t="4090" r="-32003" b="4090"/>
          <a:stretch/>
        </p:blipFill>
        <p:spPr>
          <a:xfrm>
            <a:off x="4562475" y="0"/>
            <a:ext cx="11220450" cy="6867525"/>
          </a:xfrm>
        </p:spPr>
      </p:pic>
      <p:sp>
        <p:nvSpPr>
          <p:cNvPr id="8" name="Textplatzhalter 36">
            <a:extLst>
              <a:ext uri="{FF2B5EF4-FFF2-40B4-BE49-F238E27FC236}">
                <a16:creationId xmlns:a16="http://schemas.microsoft.com/office/drawing/2014/main" id="{5E9AA1BD-62A5-4E4A-998F-FDD9AB8BD1AE}"/>
              </a:ext>
            </a:extLst>
          </p:cNvPr>
          <p:cNvSpPr txBox="1">
            <a:spLocks/>
          </p:cNvSpPr>
          <p:nvPr/>
        </p:nvSpPr>
        <p:spPr>
          <a:xfrm>
            <a:off x="5914663" y="6064353"/>
            <a:ext cx="5787342" cy="433387"/>
          </a:xfrm>
          <a:prstGeom prst="rect">
            <a:avLst/>
          </a:prstGeom>
        </p:spPr>
        <p:txBody>
          <a:bodyPr lIns="0" tIns="0" rIns="0" bIns="0" anchor="b"/>
          <a:lstStyle>
            <a:lvl1pPr marL="0" indent="0" algn="l" defTabSz="914400" rtl="0" eaLnBrk="1" latinLnBrk="0" hangingPunct="1">
              <a:lnSpc>
                <a:spcPct val="100000"/>
              </a:lnSpc>
              <a:spcBef>
                <a:spcPts val="1200"/>
              </a:spcBef>
              <a:spcAft>
                <a:spcPts val="600"/>
              </a:spcAft>
              <a:buFont typeface="Arial" panose="020B0604020202020204" pitchFamily="34" charset="0"/>
              <a:buNone/>
              <a:defRPr sz="2000" b="0" kern="1200">
                <a:solidFill>
                  <a:schemeClr val="tx1"/>
                </a:solidFill>
                <a:latin typeface="+mn-lt"/>
                <a:ea typeface="+mn-ea"/>
                <a:cs typeface="+mn-cs"/>
              </a:defRPr>
            </a:lvl1pPr>
            <a:lvl2pPr marL="0" indent="0" algn="l" defTabSz="914400" rtl="0" eaLnBrk="1" latinLnBrk="0" hangingPunct="1">
              <a:lnSpc>
                <a:spcPct val="100000"/>
              </a:lnSpc>
              <a:spcBef>
                <a:spcPts val="1200"/>
              </a:spcBef>
              <a:buFont typeface="Arial" panose="020B0604020202020204" pitchFamily="34" charset="0"/>
              <a:buNone/>
              <a:defRPr sz="2000" kern="1200">
                <a:solidFill>
                  <a:schemeClr val="tx1"/>
                </a:solidFill>
                <a:latin typeface="+mn-lt"/>
                <a:ea typeface="+mn-ea"/>
                <a:cs typeface="+mn-cs"/>
              </a:defRPr>
            </a:lvl2pPr>
            <a:lvl3pPr marL="233363" indent="-173038"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n-lt"/>
                <a:ea typeface="+mn-ea"/>
                <a:cs typeface="+mn-cs"/>
              </a:defRPr>
            </a:lvl3pPr>
            <a:lvl4pPr marL="457200" indent="-173038"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4pPr>
            <a:lvl5pPr marL="690563" indent="-173038"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5pPr>
            <a:lvl6pPr marL="342900" indent="-342900" algn="l" defTabSz="914400" rtl="0" eaLnBrk="1" latinLnBrk="0" hangingPunct="1">
              <a:lnSpc>
                <a:spcPct val="100000"/>
              </a:lnSpc>
              <a:spcBef>
                <a:spcPts val="1200"/>
              </a:spcBef>
              <a:buFont typeface="Open Sans" panose="020B0606030504020204" pitchFamily="34" charset="0"/>
              <a:buChar char="—"/>
              <a:defRPr sz="2000" kern="1200">
                <a:solidFill>
                  <a:schemeClr val="tx1"/>
                </a:solidFill>
                <a:latin typeface="+mn-lt"/>
                <a:ea typeface="+mn-ea"/>
                <a:cs typeface="+mn-cs"/>
              </a:defRPr>
            </a:lvl6pPr>
            <a:lvl7pPr marL="514350" indent="-171450" algn="l" defTabSz="914400" rtl="0" eaLnBrk="1" latinLnBrk="0" hangingPunct="1">
              <a:lnSpc>
                <a:spcPct val="100000"/>
              </a:lnSpc>
              <a:spcBef>
                <a:spcPts val="500"/>
              </a:spcBef>
              <a:buFont typeface="Symbol" panose="05050102010706020507" pitchFamily="18" charset="2"/>
              <a:buChar char="-"/>
              <a:defRPr sz="1600" kern="1200">
                <a:solidFill>
                  <a:schemeClr val="tx1"/>
                </a:solidFill>
                <a:latin typeface="+mn-lt"/>
                <a:ea typeface="+mn-ea"/>
                <a:cs typeface="+mn-cs"/>
              </a:defRPr>
            </a:lvl7pPr>
            <a:lvl8pPr marL="685800" indent="-114300" algn="l" defTabSz="914400" rtl="0" eaLnBrk="1" latinLnBrk="0" hangingPunct="1">
              <a:lnSpc>
                <a:spcPct val="100000"/>
              </a:lnSpc>
              <a:spcBef>
                <a:spcPts val="500"/>
              </a:spcBef>
              <a:buFont typeface="Open Sans" panose="020B0606030504020204" pitchFamily="34" charset="0"/>
              <a:buChar char="­"/>
              <a:defRPr sz="1600" kern="1200">
                <a:solidFill>
                  <a:schemeClr val="tx1"/>
                </a:solidFill>
                <a:latin typeface="+mn-lt"/>
                <a:ea typeface="+mn-ea"/>
                <a:cs typeface="+mn-cs"/>
              </a:defRPr>
            </a:lvl8pPr>
            <a:lvl9pPr marL="800100" indent="-1143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a:lstStyle>
          <a:p>
            <a:r>
              <a:rPr lang="de-DE" sz="1200" dirty="0">
                <a:latin typeface="Noto Serif" panose="02020502060505020204" pitchFamily="18" charset="0"/>
                <a:ea typeface="Noto Serif" panose="02020502060505020204" pitchFamily="18" charset="0"/>
                <a:cs typeface="Noto Serif" panose="02020502060505020204" pitchFamily="18" charset="0"/>
              </a:rPr>
              <a:t>Bildunterschrift und © Copyright</a:t>
            </a:r>
            <a:endParaRPr lang="en-US" sz="1200" dirty="0">
              <a:latin typeface="Noto Serif" panose="02020502060505020204" pitchFamily="18" charset="0"/>
              <a:ea typeface="Noto Serif" panose="02020502060505020204" pitchFamily="18" charset="0"/>
              <a:cs typeface="Noto Serif" panose="02020502060505020204" pitchFamily="18" charset="0"/>
            </a:endParaRPr>
          </a:p>
        </p:txBody>
      </p:sp>
    </p:spTree>
    <p:extLst>
      <p:ext uri="{BB962C8B-B14F-4D97-AF65-F5344CB8AC3E}">
        <p14:creationId xmlns:p14="http://schemas.microsoft.com/office/powerpoint/2010/main" val="25049427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4CED5FB3-8332-4F4F-B270-4318C6A39658}"/>
              </a:ext>
            </a:extLst>
          </p:cNvPr>
          <p:cNvSpPr>
            <a:spLocks noGrp="1"/>
          </p:cNvSpPr>
          <p:nvPr>
            <p:ph type="title"/>
          </p:nvPr>
        </p:nvSpPr>
        <p:spPr>
          <a:xfrm>
            <a:off x="609600" y="404814"/>
            <a:ext cx="10972800" cy="647700"/>
          </a:xfrm>
        </p:spPr>
        <p:txBody>
          <a:bodyPr/>
          <a:lstStyle/>
          <a:p>
            <a:r>
              <a:rPr lang="de-DE" dirty="0"/>
              <a:t>Randabfallende Bilder als Ausnahme</a:t>
            </a:r>
          </a:p>
        </p:txBody>
      </p:sp>
      <p:sp>
        <p:nvSpPr>
          <p:cNvPr id="5" name="Inhaltsplatzhalter 4">
            <a:extLst>
              <a:ext uri="{FF2B5EF4-FFF2-40B4-BE49-F238E27FC236}">
                <a16:creationId xmlns:a16="http://schemas.microsoft.com/office/drawing/2014/main" id="{AF2E3B78-94C3-457E-8B56-D385B83F6349}"/>
              </a:ext>
            </a:extLst>
          </p:cNvPr>
          <p:cNvSpPr>
            <a:spLocks noGrp="1"/>
          </p:cNvSpPr>
          <p:nvPr>
            <p:ph sz="half" idx="1"/>
          </p:nvPr>
        </p:nvSpPr>
        <p:spPr>
          <a:xfrm>
            <a:off x="609600" y="1736724"/>
            <a:ext cx="5378450" cy="1692275"/>
          </a:xfrm>
        </p:spPr>
        <p:txBody>
          <a:bodyPr/>
          <a:lstStyle/>
          <a:p>
            <a:r>
              <a:rPr lang="de-DE" dirty="0"/>
              <a:t>In einigen Fällen sind Layouts mit randabfallenden Bildern sinnvoll. </a:t>
            </a:r>
          </a:p>
          <a:p>
            <a:r>
              <a:rPr lang="de-DE" dirty="0"/>
              <a:t>Diese haben jedoch einige technische Herausforderungen und sollten daher nur in Ausnahmenfällen genutzt werden.</a:t>
            </a:r>
          </a:p>
        </p:txBody>
      </p:sp>
      <p:sp>
        <p:nvSpPr>
          <p:cNvPr id="11" name="Inhaltsplatzhalter 10">
            <a:extLst>
              <a:ext uri="{FF2B5EF4-FFF2-40B4-BE49-F238E27FC236}">
                <a16:creationId xmlns:a16="http://schemas.microsoft.com/office/drawing/2014/main" id="{2E7D454B-6364-403D-AF1D-925431A40615}"/>
              </a:ext>
            </a:extLst>
          </p:cNvPr>
          <p:cNvSpPr>
            <a:spLocks noGrp="1"/>
          </p:cNvSpPr>
          <p:nvPr>
            <p:ph sz="half" idx="11"/>
          </p:nvPr>
        </p:nvSpPr>
        <p:spPr>
          <a:xfrm>
            <a:off x="6203950" y="1736724"/>
            <a:ext cx="5378450" cy="1692275"/>
          </a:xfrm>
        </p:spPr>
        <p:txBody>
          <a:bodyPr/>
          <a:lstStyle/>
          <a:p>
            <a:r>
              <a:rPr lang="de-DE" dirty="0"/>
              <a:t>Händische Anpassung erforderlich:</a:t>
            </a:r>
          </a:p>
          <a:p>
            <a:pPr lvl="2"/>
            <a:r>
              <a:rPr lang="de-DE" dirty="0"/>
              <a:t>Die Fußzeile verschwindet , oder wird teils vom Bild überlagert.</a:t>
            </a:r>
          </a:p>
          <a:p>
            <a:pPr lvl="2"/>
            <a:r>
              <a:rPr lang="de-DE" dirty="0"/>
              <a:t>Die Bildunterschiften sind ggf. nicht lesbar</a:t>
            </a:r>
          </a:p>
          <a:p>
            <a:endParaRPr lang="de-DE" dirty="0"/>
          </a:p>
        </p:txBody>
      </p:sp>
      <p:pic>
        <p:nvPicPr>
          <p:cNvPr id="21" name="Bildplatzhalter 20">
            <a:extLst>
              <a:ext uri="{FF2B5EF4-FFF2-40B4-BE49-F238E27FC236}">
                <a16:creationId xmlns:a16="http://schemas.microsoft.com/office/drawing/2014/main" id="{F9849734-25DC-48A0-A0D7-466AF8257958}"/>
              </a:ext>
            </a:extLst>
          </p:cNvPr>
          <p:cNvPicPr>
            <a:picLocks noGrp="1" noChangeAspect="1"/>
          </p:cNvPicPr>
          <p:nvPr>
            <p:ph type="pic" sz="quarter" idx="10"/>
          </p:nvPr>
        </p:nvPicPr>
        <p:blipFill rotWithShape="1">
          <a:blip r:embed="rId2">
            <a:extLst>
              <a:ext uri="{28A0092B-C50C-407E-A947-70E740481C1C}">
                <a14:useLocalDpi xmlns:a14="http://schemas.microsoft.com/office/drawing/2010/main" val="0"/>
              </a:ext>
            </a:extLst>
          </a:blip>
          <a:srcRect t="30743" b="30743"/>
          <a:stretch/>
        </p:blipFill>
        <p:spPr>
          <a:xfrm>
            <a:off x="0" y="3733800"/>
            <a:ext cx="12192000" cy="3124199"/>
          </a:xfrm>
        </p:spPr>
      </p:pic>
      <p:sp>
        <p:nvSpPr>
          <p:cNvPr id="8" name="Textplatzhalter 7">
            <a:extLst>
              <a:ext uri="{FF2B5EF4-FFF2-40B4-BE49-F238E27FC236}">
                <a16:creationId xmlns:a16="http://schemas.microsoft.com/office/drawing/2014/main" id="{70DB21BB-2A4D-44AB-9CA9-502A0A7DAD1B}"/>
              </a:ext>
            </a:extLst>
          </p:cNvPr>
          <p:cNvSpPr>
            <a:spLocks noGrp="1"/>
          </p:cNvSpPr>
          <p:nvPr>
            <p:ph type="body" sz="quarter" idx="21"/>
          </p:nvPr>
        </p:nvSpPr>
        <p:spPr/>
        <p:txBody>
          <a:bodyPr/>
          <a:lstStyle/>
          <a:p>
            <a:endParaRPr lang="en-US" i="0">
              <a:solidFill>
                <a:schemeClr val="bg1"/>
              </a:solidFill>
              <a:latin typeface="Noto Serif" panose="02020502060505020204" pitchFamily="18" charset="0"/>
            </a:endParaRPr>
          </a:p>
        </p:txBody>
      </p:sp>
    </p:spTree>
    <p:extLst>
      <p:ext uri="{BB962C8B-B14F-4D97-AF65-F5344CB8AC3E}">
        <p14:creationId xmlns:p14="http://schemas.microsoft.com/office/powerpoint/2010/main" val="424413094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DF2BDA04-5FE1-4BE3-95D0-DFD3B9488232}"/>
              </a:ext>
            </a:extLst>
          </p:cNvPr>
          <p:cNvSpPr>
            <a:spLocks noGrp="1"/>
          </p:cNvSpPr>
          <p:nvPr>
            <p:ph type="title"/>
          </p:nvPr>
        </p:nvSpPr>
        <p:spPr>
          <a:xfrm>
            <a:off x="609600" y="404813"/>
            <a:ext cx="10972800" cy="647700"/>
          </a:xfrm>
        </p:spPr>
        <p:txBody>
          <a:bodyPr/>
          <a:lstStyle/>
          <a:p>
            <a:r>
              <a:rPr lang="de-DE" dirty="0"/>
              <a:t>Randabfallende Bilder als Ausnahme</a:t>
            </a:r>
            <a:endParaRPr lang="en-US" dirty="0"/>
          </a:p>
        </p:txBody>
      </p:sp>
      <p:sp>
        <p:nvSpPr>
          <p:cNvPr id="5" name="Inhaltsplatzhalter 4">
            <a:extLst>
              <a:ext uri="{FF2B5EF4-FFF2-40B4-BE49-F238E27FC236}">
                <a16:creationId xmlns:a16="http://schemas.microsoft.com/office/drawing/2014/main" id="{AF2E3B78-94C3-457E-8B56-D385B83F6349}"/>
              </a:ext>
            </a:extLst>
          </p:cNvPr>
          <p:cNvSpPr>
            <a:spLocks noGrp="1"/>
          </p:cNvSpPr>
          <p:nvPr>
            <p:ph sz="half" idx="1"/>
          </p:nvPr>
        </p:nvSpPr>
        <p:spPr>
          <a:xfrm>
            <a:off x="609600" y="1736725"/>
            <a:ext cx="10972800" cy="1692275"/>
          </a:xfrm>
        </p:spPr>
        <p:txBody>
          <a:bodyPr/>
          <a:lstStyle/>
          <a:p>
            <a:r>
              <a:rPr lang="de-DE" dirty="0"/>
              <a:t>In einigen Fällen sind Layouts mit randabfallenden Bildern sinnvoll. Diese haben jedoch einige technische Herausforderungen und sollten daher nur in Ausnahmenfällen genutzt werden. Folgende händische Anpassung sind ggf. erforderlich:</a:t>
            </a:r>
          </a:p>
          <a:p>
            <a:pPr lvl="2"/>
            <a:r>
              <a:rPr lang="de-DE" dirty="0"/>
              <a:t>Die Fußzeile verschwindet, oder wird teils vom Bild überlagert.</a:t>
            </a:r>
          </a:p>
          <a:p>
            <a:pPr lvl="2"/>
            <a:r>
              <a:rPr lang="de-DE" dirty="0"/>
              <a:t>Die Bildunterschiften sind ggf. nicht lesbar</a:t>
            </a:r>
          </a:p>
          <a:p>
            <a:endParaRPr lang="de-DE" dirty="0"/>
          </a:p>
        </p:txBody>
      </p:sp>
      <p:pic>
        <p:nvPicPr>
          <p:cNvPr id="18" name="Bildplatzhalter 17">
            <a:extLst>
              <a:ext uri="{FF2B5EF4-FFF2-40B4-BE49-F238E27FC236}">
                <a16:creationId xmlns:a16="http://schemas.microsoft.com/office/drawing/2014/main" id="{2C8B55BA-004C-49C5-901A-2C7FBAFB1BF9}"/>
              </a:ext>
            </a:extLst>
          </p:cNvPr>
          <p:cNvPicPr>
            <a:picLocks noGrp="1" noChangeAspect="1"/>
          </p:cNvPicPr>
          <p:nvPr>
            <p:ph type="pic" sz="quarter" idx="13"/>
          </p:nvPr>
        </p:nvPicPr>
        <p:blipFill rotWithShape="1">
          <a:blip r:embed="rId2">
            <a:extLst>
              <a:ext uri="{28A0092B-C50C-407E-A947-70E740481C1C}">
                <a14:useLocalDpi xmlns:a14="http://schemas.microsoft.com/office/drawing/2010/main" val="0"/>
              </a:ext>
            </a:extLst>
          </a:blip>
          <a:srcRect l="6970" r="6970"/>
          <a:stretch/>
        </p:blipFill>
        <p:spPr>
          <a:xfrm>
            <a:off x="0" y="3733800"/>
            <a:ext cx="4025053" cy="3124200"/>
          </a:xfrm>
        </p:spPr>
      </p:pic>
      <p:pic>
        <p:nvPicPr>
          <p:cNvPr id="20" name="Bildplatzhalter 19">
            <a:extLst>
              <a:ext uri="{FF2B5EF4-FFF2-40B4-BE49-F238E27FC236}">
                <a16:creationId xmlns:a16="http://schemas.microsoft.com/office/drawing/2014/main" id="{5D725B54-2C6E-46C7-8816-1AAD9B348EE4}"/>
              </a:ext>
            </a:extLst>
          </p:cNvPr>
          <p:cNvPicPr>
            <a:picLocks noGrp="1" noChangeAspect="1"/>
          </p:cNvPicPr>
          <p:nvPr>
            <p:ph type="pic" sz="quarter" idx="14"/>
          </p:nvPr>
        </p:nvPicPr>
        <p:blipFill rotWithShape="1">
          <a:blip r:embed="rId3">
            <a:extLst>
              <a:ext uri="{28A0092B-C50C-407E-A947-70E740481C1C}">
                <a14:useLocalDpi xmlns:a14="http://schemas.microsoft.com/office/drawing/2010/main" val="0"/>
              </a:ext>
            </a:extLst>
          </a:blip>
          <a:srcRect l="7046" r="7046"/>
          <a:stretch/>
        </p:blipFill>
        <p:spPr>
          <a:xfrm>
            <a:off x="4083473" y="3733800"/>
            <a:ext cx="4025053" cy="3124200"/>
          </a:xfrm>
        </p:spPr>
      </p:pic>
      <p:pic>
        <p:nvPicPr>
          <p:cNvPr id="22" name="Bildplatzhalter 21">
            <a:extLst>
              <a:ext uri="{FF2B5EF4-FFF2-40B4-BE49-F238E27FC236}">
                <a16:creationId xmlns:a16="http://schemas.microsoft.com/office/drawing/2014/main" id="{75988347-F7C7-4FE7-86D1-08074C3FC597}"/>
              </a:ext>
            </a:extLst>
          </p:cNvPr>
          <p:cNvPicPr>
            <a:picLocks noGrp="1" noChangeAspect="1"/>
          </p:cNvPicPr>
          <p:nvPr>
            <p:ph type="pic" sz="quarter" idx="15"/>
          </p:nvPr>
        </p:nvPicPr>
        <p:blipFill rotWithShape="1">
          <a:blip r:embed="rId4">
            <a:extLst>
              <a:ext uri="{28A0092B-C50C-407E-A947-70E740481C1C}">
                <a14:useLocalDpi xmlns:a14="http://schemas.microsoft.com/office/drawing/2010/main" val="0"/>
              </a:ext>
            </a:extLst>
          </a:blip>
          <a:srcRect l="7074" r="7074"/>
          <a:stretch/>
        </p:blipFill>
        <p:spPr>
          <a:xfrm>
            <a:off x="8166947" y="3733800"/>
            <a:ext cx="4025053" cy="3124200"/>
          </a:xfrm>
        </p:spPr>
      </p:pic>
      <p:sp>
        <p:nvSpPr>
          <p:cNvPr id="8" name="Textplatzhalter 7">
            <a:extLst>
              <a:ext uri="{FF2B5EF4-FFF2-40B4-BE49-F238E27FC236}">
                <a16:creationId xmlns:a16="http://schemas.microsoft.com/office/drawing/2014/main" id="{BEF1AD50-2673-4B34-8291-9B060C4A9805}"/>
              </a:ext>
            </a:extLst>
          </p:cNvPr>
          <p:cNvSpPr>
            <a:spLocks noGrp="1"/>
          </p:cNvSpPr>
          <p:nvPr>
            <p:ph type="body" sz="quarter" idx="20"/>
          </p:nvPr>
        </p:nvSpPr>
        <p:spPr/>
        <p:txBody>
          <a:bodyPr/>
          <a:lstStyle/>
          <a:p>
            <a:endParaRPr lang="en-US">
              <a:latin typeface="Noto Serif" panose="02020502060505020204" pitchFamily="18" charset="0"/>
            </a:endParaRPr>
          </a:p>
        </p:txBody>
      </p:sp>
      <p:sp>
        <p:nvSpPr>
          <p:cNvPr id="9" name="Textplatzhalter 8">
            <a:extLst>
              <a:ext uri="{FF2B5EF4-FFF2-40B4-BE49-F238E27FC236}">
                <a16:creationId xmlns:a16="http://schemas.microsoft.com/office/drawing/2014/main" id="{206FD833-FFEA-49D8-BF50-92A85B58D65D}"/>
              </a:ext>
            </a:extLst>
          </p:cNvPr>
          <p:cNvSpPr>
            <a:spLocks noGrp="1"/>
          </p:cNvSpPr>
          <p:nvPr>
            <p:ph type="body" sz="quarter" idx="21"/>
          </p:nvPr>
        </p:nvSpPr>
        <p:spPr/>
        <p:txBody>
          <a:bodyPr/>
          <a:lstStyle/>
          <a:p>
            <a:endParaRPr lang="en-US">
              <a:solidFill>
                <a:schemeClr val="bg1"/>
              </a:solidFill>
              <a:latin typeface="Noto Serif" panose="02020502060505020204" pitchFamily="18" charset="0"/>
            </a:endParaRPr>
          </a:p>
        </p:txBody>
      </p:sp>
      <p:sp>
        <p:nvSpPr>
          <p:cNvPr id="10" name="Textplatzhalter 9">
            <a:extLst>
              <a:ext uri="{FF2B5EF4-FFF2-40B4-BE49-F238E27FC236}">
                <a16:creationId xmlns:a16="http://schemas.microsoft.com/office/drawing/2014/main" id="{1F20B351-DD0E-463C-89EA-E453D998503E}"/>
              </a:ext>
            </a:extLst>
          </p:cNvPr>
          <p:cNvSpPr>
            <a:spLocks noGrp="1"/>
          </p:cNvSpPr>
          <p:nvPr>
            <p:ph type="body" sz="quarter" idx="22"/>
          </p:nvPr>
        </p:nvSpPr>
        <p:spPr/>
        <p:txBody>
          <a:bodyPr/>
          <a:lstStyle/>
          <a:p>
            <a:endParaRPr lang="en-US">
              <a:latin typeface="Noto Serif" panose="02020502060505020204" pitchFamily="18" charset="0"/>
            </a:endParaRPr>
          </a:p>
        </p:txBody>
      </p:sp>
    </p:spTree>
    <p:extLst>
      <p:ext uri="{BB962C8B-B14F-4D97-AF65-F5344CB8AC3E}">
        <p14:creationId xmlns:p14="http://schemas.microsoft.com/office/powerpoint/2010/main" val="416352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el 20">
            <a:extLst>
              <a:ext uri="{FF2B5EF4-FFF2-40B4-BE49-F238E27FC236}">
                <a16:creationId xmlns:a16="http://schemas.microsoft.com/office/drawing/2014/main" id="{3E3A54C9-6184-4179-9BAE-AEAED3FAA263}"/>
              </a:ext>
            </a:extLst>
          </p:cNvPr>
          <p:cNvSpPr>
            <a:spLocks noGrp="1"/>
          </p:cNvSpPr>
          <p:nvPr>
            <p:ph type="title"/>
          </p:nvPr>
        </p:nvSpPr>
        <p:spPr>
          <a:xfrm>
            <a:off x="609600" y="404813"/>
            <a:ext cx="10972800" cy="647700"/>
          </a:xfrm>
        </p:spPr>
        <p:txBody>
          <a:bodyPr/>
          <a:lstStyle/>
          <a:p>
            <a:r>
              <a:rPr lang="de-DE" dirty="0"/>
              <a:t>Randabfallende Bilder als Ausnahme</a:t>
            </a:r>
            <a:endParaRPr lang="en-US" dirty="0"/>
          </a:p>
        </p:txBody>
      </p:sp>
      <p:sp>
        <p:nvSpPr>
          <p:cNvPr id="5" name="Inhaltsplatzhalter 4">
            <a:extLst>
              <a:ext uri="{FF2B5EF4-FFF2-40B4-BE49-F238E27FC236}">
                <a16:creationId xmlns:a16="http://schemas.microsoft.com/office/drawing/2014/main" id="{AF2E3B78-94C3-457E-8B56-D385B83F6349}"/>
              </a:ext>
            </a:extLst>
          </p:cNvPr>
          <p:cNvSpPr>
            <a:spLocks noGrp="1"/>
          </p:cNvSpPr>
          <p:nvPr>
            <p:ph sz="half" idx="1"/>
          </p:nvPr>
        </p:nvSpPr>
        <p:spPr>
          <a:xfrm>
            <a:off x="609600" y="1736725"/>
            <a:ext cx="10972800" cy="1692275"/>
          </a:xfrm>
        </p:spPr>
        <p:txBody>
          <a:bodyPr/>
          <a:lstStyle/>
          <a:p>
            <a:r>
              <a:rPr lang="de-DE" dirty="0"/>
              <a:t>In einigen Fällen sind Layouts mit randabfallenden Bildern sinnvoll. Diese haben jedoch einige technische Herausforderungen und sollten daher nur in Ausnahmenfällen genutzt werden. Folgende händische Anpassung sind ggf. erforderlich:</a:t>
            </a:r>
          </a:p>
          <a:p>
            <a:pPr lvl="2"/>
            <a:r>
              <a:rPr lang="de-DE" dirty="0"/>
              <a:t>Die Fußzeile verschwindet, oder wird teils vom Bild überlagert.</a:t>
            </a:r>
          </a:p>
          <a:p>
            <a:pPr lvl="2"/>
            <a:r>
              <a:rPr lang="de-DE" dirty="0"/>
              <a:t>Die Bildunterschiften sind ggf. nicht lesbar</a:t>
            </a:r>
          </a:p>
        </p:txBody>
      </p:sp>
      <p:pic>
        <p:nvPicPr>
          <p:cNvPr id="51" name="Bildplatzhalter 50">
            <a:extLst>
              <a:ext uri="{FF2B5EF4-FFF2-40B4-BE49-F238E27FC236}">
                <a16:creationId xmlns:a16="http://schemas.microsoft.com/office/drawing/2014/main" id="{C60C0FA6-2579-43CF-99F1-FD1E97F04ABC}"/>
              </a:ext>
            </a:extLst>
          </p:cNvPr>
          <p:cNvPicPr>
            <a:picLocks noGrp="1" noChangeAspect="1"/>
          </p:cNvPicPr>
          <p:nvPr>
            <p:ph type="pic" sz="quarter" idx="13"/>
          </p:nvPr>
        </p:nvPicPr>
        <p:blipFill rotWithShape="1">
          <a:blip r:embed="rId2">
            <a:extLst>
              <a:ext uri="{28A0092B-C50C-407E-A947-70E740481C1C}">
                <a14:useLocalDpi xmlns:a14="http://schemas.microsoft.com/office/drawing/2010/main" val="0"/>
              </a:ext>
            </a:extLst>
          </a:blip>
          <a:srcRect t="11887" b="11887"/>
          <a:stretch/>
        </p:blipFill>
        <p:spPr>
          <a:xfrm>
            <a:off x="0" y="3733800"/>
            <a:ext cx="3007360" cy="3124200"/>
          </a:xfrm>
        </p:spPr>
      </p:pic>
      <p:pic>
        <p:nvPicPr>
          <p:cNvPr id="29" name="Bildplatzhalter 28">
            <a:extLst>
              <a:ext uri="{FF2B5EF4-FFF2-40B4-BE49-F238E27FC236}">
                <a16:creationId xmlns:a16="http://schemas.microsoft.com/office/drawing/2014/main" id="{8BD418E2-C9FA-40D0-8E5E-6F7555812D85}"/>
              </a:ext>
            </a:extLst>
          </p:cNvPr>
          <p:cNvPicPr>
            <a:picLocks noGrp="1" noChangeAspect="1"/>
          </p:cNvPicPr>
          <p:nvPr>
            <p:ph type="pic" sz="quarter" idx="14"/>
          </p:nvPr>
        </p:nvPicPr>
        <p:blipFill rotWithShape="1">
          <a:blip r:embed="rId3">
            <a:extLst>
              <a:ext uri="{28A0092B-C50C-407E-A947-70E740481C1C}">
                <a14:useLocalDpi xmlns:a14="http://schemas.microsoft.com/office/drawing/2010/main" val="0"/>
              </a:ext>
            </a:extLst>
          </a:blip>
          <a:srcRect l="17911" r="17911"/>
          <a:stretch/>
        </p:blipFill>
        <p:spPr>
          <a:xfrm>
            <a:off x="3061547" y="3733800"/>
            <a:ext cx="3007360" cy="3124200"/>
          </a:xfrm>
        </p:spPr>
      </p:pic>
      <p:pic>
        <p:nvPicPr>
          <p:cNvPr id="31" name="Bildplatzhalter 30">
            <a:extLst>
              <a:ext uri="{FF2B5EF4-FFF2-40B4-BE49-F238E27FC236}">
                <a16:creationId xmlns:a16="http://schemas.microsoft.com/office/drawing/2014/main" id="{7457AFF2-950E-461D-A703-667FFEA31EF5}"/>
              </a:ext>
            </a:extLst>
          </p:cNvPr>
          <p:cNvPicPr>
            <a:picLocks noGrp="1" noChangeAspect="1"/>
          </p:cNvPicPr>
          <p:nvPr>
            <p:ph type="pic" sz="quarter" idx="15"/>
          </p:nvPr>
        </p:nvPicPr>
        <p:blipFill rotWithShape="1">
          <a:blip r:embed="rId4">
            <a:extLst>
              <a:ext uri="{28A0092B-C50C-407E-A947-70E740481C1C}">
                <a14:useLocalDpi xmlns:a14="http://schemas.microsoft.com/office/drawing/2010/main" val="0"/>
              </a:ext>
            </a:extLst>
          </a:blip>
          <a:srcRect l="17829" r="17829"/>
          <a:stretch/>
        </p:blipFill>
        <p:spPr>
          <a:xfrm>
            <a:off x="6123094" y="3733800"/>
            <a:ext cx="3007360" cy="3124200"/>
          </a:xfrm>
        </p:spPr>
      </p:pic>
      <p:pic>
        <p:nvPicPr>
          <p:cNvPr id="41" name="Bildplatzhalter 40">
            <a:extLst>
              <a:ext uri="{FF2B5EF4-FFF2-40B4-BE49-F238E27FC236}">
                <a16:creationId xmlns:a16="http://schemas.microsoft.com/office/drawing/2014/main" id="{6BD727EC-9A40-4FC9-B1A0-B17C51B82955}"/>
              </a:ext>
            </a:extLst>
          </p:cNvPr>
          <p:cNvPicPr>
            <a:picLocks noGrp="1" noChangeAspect="1"/>
          </p:cNvPicPr>
          <p:nvPr>
            <p:ph type="pic" sz="quarter" idx="16"/>
          </p:nvPr>
        </p:nvPicPr>
        <p:blipFill rotWithShape="1">
          <a:blip r:embed="rId5">
            <a:extLst>
              <a:ext uri="{28A0092B-C50C-407E-A947-70E740481C1C}">
                <a14:useLocalDpi xmlns:a14="http://schemas.microsoft.com/office/drawing/2010/main" val="0"/>
              </a:ext>
            </a:extLst>
          </a:blip>
          <a:srcRect l="17920" r="17920"/>
          <a:stretch/>
        </p:blipFill>
        <p:spPr>
          <a:xfrm>
            <a:off x="9184640" y="3733800"/>
            <a:ext cx="3007360" cy="3124200"/>
          </a:xfrm>
        </p:spPr>
      </p:pic>
      <p:sp>
        <p:nvSpPr>
          <p:cNvPr id="9" name="Textplatzhalter 8">
            <a:extLst>
              <a:ext uri="{FF2B5EF4-FFF2-40B4-BE49-F238E27FC236}">
                <a16:creationId xmlns:a16="http://schemas.microsoft.com/office/drawing/2014/main" id="{89E8026A-554F-42BB-B1E0-3391FBAB5FC6}"/>
              </a:ext>
            </a:extLst>
          </p:cNvPr>
          <p:cNvSpPr>
            <a:spLocks noGrp="1"/>
          </p:cNvSpPr>
          <p:nvPr>
            <p:ph type="body" sz="quarter" idx="20"/>
          </p:nvPr>
        </p:nvSpPr>
        <p:spPr/>
        <p:txBody>
          <a:bodyPr/>
          <a:lstStyle/>
          <a:p>
            <a:endParaRPr lang="en-US">
              <a:latin typeface="Noto Serif" panose="02020502060505020204" pitchFamily="18" charset="0"/>
            </a:endParaRPr>
          </a:p>
        </p:txBody>
      </p:sp>
      <p:sp>
        <p:nvSpPr>
          <p:cNvPr id="10" name="Textplatzhalter 9">
            <a:extLst>
              <a:ext uri="{FF2B5EF4-FFF2-40B4-BE49-F238E27FC236}">
                <a16:creationId xmlns:a16="http://schemas.microsoft.com/office/drawing/2014/main" id="{A4365594-2DC3-4870-94A6-95D87DF4240B}"/>
              </a:ext>
            </a:extLst>
          </p:cNvPr>
          <p:cNvSpPr>
            <a:spLocks noGrp="1"/>
          </p:cNvSpPr>
          <p:nvPr>
            <p:ph type="body" sz="quarter" idx="21"/>
          </p:nvPr>
        </p:nvSpPr>
        <p:spPr/>
        <p:txBody>
          <a:bodyPr/>
          <a:lstStyle/>
          <a:p>
            <a:endParaRPr lang="en-US">
              <a:latin typeface="Noto Serif" panose="02020502060505020204" pitchFamily="18" charset="0"/>
            </a:endParaRPr>
          </a:p>
        </p:txBody>
      </p:sp>
      <p:sp>
        <p:nvSpPr>
          <p:cNvPr id="11" name="Textplatzhalter 10">
            <a:extLst>
              <a:ext uri="{FF2B5EF4-FFF2-40B4-BE49-F238E27FC236}">
                <a16:creationId xmlns:a16="http://schemas.microsoft.com/office/drawing/2014/main" id="{8F603A4C-4BB3-4B61-BF0B-F940D18C9111}"/>
              </a:ext>
            </a:extLst>
          </p:cNvPr>
          <p:cNvSpPr>
            <a:spLocks noGrp="1"/>
          </p:cNvSpPr>
          <p:nvPr>
            <p:ph type="body" sz="quarter" idx="22"/>
          </p:nvPr>
        </p:nvSpPr>
        <p:spPr/>
        <p:txBody>
          <a:bodyPr/>
          <a:lstStyle/>
          <a:p>
            <a:endParaRPr lang="en-US">
              <a:latin typeface="Noto Serif" panose="02020502060505020204" pitchFamily="18" charset="0"/>
            </a:endParaRPr>
          </a:p>
        </p:txBody>
      </p:sp>
      <p:sp>
        <p:nvSpPr>
          <p:cNvPr id="12" name="Textplatzhalter 11">
            <a:extLst>
              <a:ext uri="{FF2B5EF4-FFF2-40B4-BE49-F238E27FC236}">
                <a16:creationId xmlns:a16="http://schemas.microsoft.com/office/drawing/2014/main" id="{FA02A3B9-6DE4-4B92-97B3-92201F4A8DCE}"/>
              </a:ext>
            </a:extLst>
          </p:cNvPr>
          <p:cNvSpPr>
            <a:spLocks noGrp="1"/>
          </p:cNvSpPr>
          <p:nvPr>
            <p:ph type="body" sz="quarter" idx="23"/>
          </p:nvPr>
        </p:nvSpPr>
        <p:spPr/>
        <p:txBody>
          <a:bodyPr/>
          <a:lstStyle/>
          <a:p>
            <a:endParaRPr lang="en-US" dirty="0">
              <a:solidFill>
                <a:schemeClr val="bg1"/>
              </a:solidFill>
              <a:latin typeface="Noto Serif" panose="02020502060505020204" pitchFamily="18" charset="0"/>
            </a:endParaRPr>
          </a:p>
        </p:txBody>
      </p:sp>
    </p:spTree>
    <p:extLst>
      <p:ext uri="{BB962C8B-B14F-4D97-AF65-F5344CB8AC3E}">
        <p14:creationId xmlns:p14="http://schemas.microsoft.com/office/powerpoint/2010/main" val="281505342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4CED5FB3-8332-4F4F-B270-4318C6A39658}"/>
              </a:ext>
            </a:extLst>
          </p:cNvPr>
          <p:cNvSpPr>
            <a:spLocks noGrp="1"/>
          </p:cNvSpPr>
          <p:nvPr>
            <p:ph type="title"/>
          </p:nvPr>
        </p:nvSpPr>
        <p:spPr>
          <a:xfrm>
            <a:off x="609600" y="404813"/>
            <a:ext cx="3506788" cy="1331912"/>
          </a:xfrm>
        </p:spPr>
        <p:txBody>
          <a:bodyPr/>
          <a:lstStyle/>
          <a:p>
            <a:r>
              <a:rPr lang="de-DE" dirty="0"/>
              <a:t>Randabfallende Bilder als Ausnahme</a:t>
            </a:r>
          </a:p>
        </p:txBody>
      </p:sp>
      <p:sp>
        <p:nvSpPr>
          <p:cNvPr id="5" name="Inhaltsplatzhalter 4">
            <a:extLst>
              <a:ext uri="{FF2B5EF4-FFF2-40B4-BE49-F238E27FC236}">
                <a16:creationId xmlns:a16="http://schemas.microsoft.com/office/drawing/2014/main" id="{AF2E3B78-94C3-457E-8B56-D385B83F6349}"/>
              </a:ext>
            </a:extLst>
          </p:cNvPr>
          <p:cNvSpPr>
            <a:spLocks noGrp="1"/>
          </p:cNvSpPr>
          <p:nvPr>
            <p:ph sz="half" idx="1"/>
          </p:nvPr>
        </p:nvSpPr>
        <p:spPr>
          <a:xfrm>
            <a:off x="609600" y="2377440"/>
            <a:ext cx="3506788" cy="3464560"/>
          </a:xfrm>
        </p:spPr>
        <p:txBody>
          <a:bodyPr/>
          <a:lstStyle/>
          <a:p>
            <a:r>
              <a:rPr lang="de-DE" dirty="0"/>
              <a:t>In einigen Fällen sind Layouts mit randabfallenden Bildern sinnvoll. Diese haben jedoch einige technische Herausforderungen und sollten daher nur in Ausnahmenfällen genutzt werden. Händische Anpassung sind ggf. erforderlich.</a:t>
            </a:r>
          </a:p>
        </p:txBody>
      </p:sp>
      <p:pic>
        <p:nvPicPr>
          <p:cNvPr id="12" name="Bildplatzhalter 11">
            <a:extLst>
              <a:ext uri="{FF2B5EF4-FFF2-40B4-BE49-F238E27FC236}">
                <a16:creationId xmlns:a16="http://schemas.microsoft.com/office/drawing/2014/main" id="{F8D1C3D8-64ED-43D5-9324-EBC21E2C4C94}"/>
              </a:ext>
            </a:extLst>
          </p:cNvPr>
          <p:cNvPicPr>
            <a:picLocks noGrp="1" noChangeAspect="1"/>
          </p:cNvPicPr>
          <p:nvPr>
            <p:ph type="pic" sz="quarter" idx="10"/>
          </p:nvPr>
        </p:nvPicPr>
        <p:blipFill rotWithShape="1">
          <a:blip r:embed="rId2">
            <a:extLst>
              <a:ext uri="{28A0092B-C50C-407E-A947-70E740481C1C}">
                <a14:useLocalDpi xmlns:a14="http://schemas.microsoft.com/office/drawing/2010/main" val="0"/>
              </a:ext>
            </a:extLst>
          </a:blip>
          <a:srcRect l="11842" r="11842"/>
          <a:stretch/>
        </p:blipFill>
        <p:spPr>
          <a:xfrm>
            <a:off x="4343400" y="0"/>
            <a:ext cx="7848600" cy="6858000"/>
          </a:xfrm>
        </p:spPr>
      </p:pic>
      <p:sp>
        <p:nvSpPr>
          <p:cNvPr id="7" name="Textplatzhalter 6">
            <a:extLst>
              <a:ext uri="{FF2B5EF4-FFF2-40B4-BE49-F238E27FC236}">
                <a16:creationId xmlns:a16="http://schemas.microsoft.com/office/drawing/2014/main" id="{2C66B00E-011B-430C-8EC0-33FE001565DC}"/>
              </a:ext>
            </a:extLst>
          </p:cNvPr>
          <p:cNvSpPr>
            <a:spLocks noGrp="1"/>
          </p:cNvSpPr>
          <p:nvPr>
            <p:ph type="body" sz="quarter" idx="19"/>
          </p:nvPr>
        </p:nvSpPr>
        <p:spPr/>
        <p:txBody>
          <a:bodyPr/>
          <a:lstStyle/>
          <a:p>
            <a:pPr algn="l"/>
            <a:endParaRPr lang="en-US" dirty="0">
              <a:latin typeface="Noto Serif" panose="02020502060505020204" pitchFamily="18" charset="0"/>
            </a:endParaRPr>
          </a:p>
        </p:txBody>
      </p:sp>
    </p:spTree>
    <p:extLst>
      <p:ext uri="{BB962C8B-B14F-4D97-AF65-F5344CB8AC3E}">
        <p14:creationId xmlns:p14="http://schemas.microsoft.com/office/powerpoint/2010/main" val="44624758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fik 2" descr="Ein Bild, das Entwurf, Diagramm, Zeichnung, Lineart enthält.&#10;&#10;Automatisch generierte Beschreibung">
            <a:extLst>
              <a:ext uri="{FF2B5EF4-FFF2-40B4-BE49-F238E27FC236}">
                <a16:creationId xmlns:a16="http://schemas.microsoft.com/office/drawing/2014/main" id="{08B19C60-0C9D-BA62-9C69-471536A4E12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0589" y="1595567"/>
            <a:ext cx="1397000" cy="1600200"/>
          </a:xfrm>
          <a:prstGeom prst="rect">
            <a:avLst/>
          </a:prstGeom>
        </p:spPr>
      </p:pic>
      <p:pic>
        <p:nvPicPr>
          <p:cNvPr id="5" name="Grafik 4" descr="Ein Bild, das Text, Screenshot, Software, Schrift enthält.&#10;&#10;Automatisch generierte Beschreibung">
            <a:extLst>
              <a:ext uri="{FF2B5EF4-FFF2-40B4-BE49-F238E27FC236}">
                <a16:creationId xmlns:a16="http://schemas.microsoft.com/office/drawing/2014/main" id="{C665C8BF-5AE4-BF03-1836-0384B36DE122}"/>
              </a:ext>
            </a:extLst>
          </p:cNvPr>
          <p:cNvPicPr>
            <a:picLocks noChangeAspect="1"/>
          </p:cNvPicPr>
          <p:nvPr/>
        </p:nvPicPr>
        <p:blipFill rotWithShape="1">
          <a:blip r:embed="rId3">
            <a:extLst>
              <a:ext uri="{28A0092B-C50C-407E-A947-70E740481C1C}">
                <a14:useLocalDpi xmlns:a14="http://schemas.microsoft.com/office/drawing/2010/main" val="0"/>
              </a:ext>
            </a:extLst>
          </a:blip>
          <a:srcRect r="2874" b="5911"/>
          <a:stretch/>
        </p:blipFill>
        <p:spPr>
          <a:xfrm>
            <a:off x="3056551" y="1755805"/>
            <a:ext cx="7001849" cy="1656303"/>
          </a:xfrm>
          <a:prstGeom prst="rect">
            <a:avLst/>
          </a:prstGeom>
        </p:spPr>
      </p:pic>
      <p:pic>
        <p:nvPicPr>
          <p:cNvPr id="7" name="Grafik 6" descr="Ein Bild, das Text, Software, Computersymbol, Schrift enthält.&#10;&#10;Automatisch generierte Beschreibung">
            <a:extLst>
              <a:ext uri="{FF2B5EF4-FFF2-40B4-BE49-F238E27FC236}">
                <a16:creationId xmlns:a16="http://schemas.microsoft.com/office/drawing/2014/main" id="{DADD28F2-7912-C846-4229-06C06C39935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56551" y="3655217"/>
            <a:ext cx="3690893" cy="2375941"/>
          </a:xfrm>
          <a:prstGeom prst="rect">
            <a:avLst/>
          </a:prstGeom>
        </p:spPr>
      </p:pic>
      <p:sp>
        <p:nvSpPr>
          <p:cNvPr id="8" name="Textfeld 7">
            <a:extLst>
              <a:ext uri="{FF2B5EF4-FFF2-40B4-BE49-F238E27FC236}">
                <a16:creationId xmlns:a16="http://schemas.microsoft.com/office/drawing/2014/main" id="{0B2DF1C4-6931-D1FF-57E9-FF747F28857B}"/>
              </a:ext>
            </a:extLst>
          </p:cNvPr>
          <p:cNvSpPr txBox="1"/>
          <p:nvPr/>
        </p:nvSpPr>
        <p:spPr>
          <a:xfrm>
            <a:off x="757004" y="1278797"/>
            <a:ext cx="1598515" cy="307777"/>
          </a:xfrm>
          <a:prstGeom prst="rect">
            <a:avLst/>
          </a:prstGeom>
          <a:noFill/>
        </p:spPr>
        <p:txBody>
          <a:bodyPr wrap="none" rtlCol="0">
            <a:spAutoFit/>
          </a:bodyPr>
          <a:lstStyle/>
          <a:p>
            <a:r>
              <a:rPr lang="de-DE" sz="1400" dirty="0"/>
              <a:t>1. Icon anwählen</a:t>
            </a:r>
          </a:p>
        </p:txBody>
      </p:sp>
      <p:sp>
        <p:nvSpPr>
          <p:cNvPr id="9" name="Textfeld 8">
            <a:extLst>
              <a:ext uri="{FF2B5EF4-FFF2-40B4-BE49-F238E27FC236}">
                <a16:creationId xmlns:a16="http://schemas.microsoft.com/office/drawing/2014/main" id="{1B9C3830-AD61-8EF9-333F-20BDB9AF7D75}"/>
              </a:ext>
            </a:extLst>
          </p:cNvPr>
          <p:cNvSpPr txBox="1"/>
          <p:nvPr/>
        </p:nvSpPr>
        <p:spPr>
          <a:xfrm>
            <a:off x="2958292" y="1278797"/>
            <a:ext cx="4392100" cy="307777"/>
          </a:xfrm>
          <a:prstGeom prst="rect">
            <a:avLst/>
          </a:prstGeom>
          <a:noFill/>
        </p:spPr>
        <p:txBody>
          <a:bodyPr wrap="none" rtlCol="0">
            <a:spAutoFit/>
          </a:bodyPr>
          <a:lstStyle/>
          <a:p>
            <a:r>
              <a:rPr lang="de-DE" sz="1400" dirty="0"/>
              <a:t>2. Im oberen </a:t>
            </a:r>
            <a:r>
              <a:rPr lang="de-DE" sz="1400" dirty="0" err="1"/>
              <a:t>Menüband</a:t>
            </a:r>
            <a:r>
              <a:rPr lang="de-DE" sz="1400" dirty="0"/>
              <a:t> auf „Grafikformat“ klicken</a:t>
            </a:r>
          </a:p>
        </p:txBody>
      </p:sp>
      <p:sp>
        <p:nvSpPr>
          <p:cNvPr id="10" name="Textfeld 9">
            <a:extLst>
              <a:ext uri="{FF2B5EF4-FFF2-40B4-BE49-F238E27FC236}">
                <a16:creationId xmlns:a16="http://schemas.microsoft.com/office/drawing/2014/main" id="{A3B46B8F-5199-B684-04EE-0F7D3063A964}"/>
              </a:ext>
            </a:extLst>
          </p:cNvPr>
          <p:cNvSpPr txBox="1"/>
          <p:nvPr/>
        </p:nvSpPr>
        <p:spPr>
          <a:xfrm>
            <a:off x="757004" y="3599780"/>
            <a:ext cx="1511952" cy="307777"/>
          </a:xfrm>
          <a:prstGeom prst="rect">
            <a:avLst/>
          </a:prstGeom>
          <a:noFill/>
        </p:spPr>
        <p:txBody>
          <a:bodyPr wrap="none" rtlCol="0">
            <a:spAutoFit/>
          </a:bodyPr>
          <a:lstStyle/>
          <a:p>
            <a:r>
              <a:rPr lang="de-DE" sz="1400" dirty="0"/>
              <a:t>3. Farbe wählen</a:t>
            </a:r>
          </a:p>
        </p:txBody>
      </p:sp>
      <p:sp>
        <p:nvSpPr>
          <p:cNvPr id="2" name="Titel 3">
            <a:extLst>
              <a:ext uri="{FF2B5EF4-FFF2-40B4-BE49-F238E27FC236}">
                <a16:creationId xmlns:a16="http://schemas.microsoft.com/office/drawing/2014/main" id="{118E0CD4-8F27-9B2E-7E9F-3CC6D3546447}"/>
              </a:ext>
            </a:extLst>
          </p:cNvPr>
          <p:cNvSpPr txBox="1">
            <a:spLocks/>
          </p:cNvSpPr>
          <p:nvPr/>
        </p:nvSpPr>
        <p:spPr>
          <a:xfrm>
            <a:off x="609600" y="404813"/>
            <a:ext cx="7478768" cy="1331912"/>
          </a:xfrm>
          <a:prstGeom prst="rect">
            <a:avLst/>
          </a:prstGeom>
        </p:spPr>
        <p:txBody>
          <a:bodyPr/>
          <a:lstStyle>
            <a:lvl1pPr algn="l" defTabSz="914400" rtl="0" eaLnBrk="1" latinLnBrk="0" hangingPunct="1">
              <a:lnSpc>
                <a:spcPct val="90000"/>
              </a:lnSpc>
              <a:spcBef>
                <a:spcPct val="0"/>
              </a:spcBef>
              <a:buNone/>
              <a:defRPr sz="3400" kern="1200">
                <a:solidFill>
                  <a:schemeClr val="tx1"/>
                </a:solidFill>
                <a:latin typeface="+mn-lt"/>
                <a:ea typeface="+mj-ea"/>
                <a:cs typeface="+mj-cs"/>
              </a:defRPr>
            </a:lvl1pPr>
          </a:lstStyle>
          <a:p>
            <a:r>
              <a:rPr lang="de-DE" dirty="0"/>
              <a:t>TUD-Icons Konturfarbe ändern</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 name="Textfeld 10"/>
          <p:cNvSpPr/>
          <p:nvPr/>
        </p:nvSpPr>
        <p:spPr>
          <a:xfrm>
            <a:off x="613296" y="969121"/>
            <a:ext cx="3249360" cy="398655"/>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822960">
              <a:lnSpc>
                <a:spcPct val="100000"/>
              </a:lnSpc>
            </a:pPr>
            <a:r>
              <a:rPr lang="de-DE" sz="2000" strike="noStrike" spc="-1" dirty="0">
                <a:ea typeface="Noto Sans Medium" panose="020B0502040504020204" pitchFamily="34" charset="0"/>
                <a:cs typeface="Noto Sans Medium" panose="020B0502040504020204" pitchFamily="34" charset="0"/>
              </a:rPr>
              <a:t>Personen </a:t>
            </a:r>
          </a:p>
        </p:txBody>
      </p:sp>
      <p:pic>
        <p:nvPicPr>
          <p:cNvPr id="117" name="Grafik 5"/>
          <p:cNvPicPr/>
          <p:nvPr/>
        </p:nvPicPr>
        <p:blipFill>
          <a:blip>
            <a:extLst>
              <a:ext uri="{96DAC541-7B7A-43D3-8B79-37D633B846F1}">
                <asvg:svgBlip xmlns:asvg="http://schemas.microsoft.com/office/drawing/2016/SVG/main" r:embed="rId3"/>
              </a:ext>
            </a:extLst>
          </a:blip>
          <a:stretch/>
        </p:blipFill>
        <p:spPr>
          <a:xfrm>
            <a:off x="897480" y="1403280"/>
            <a:ext cx="190080" cy="456840"/>
          </a:xfrm>
          <a:prstGeom prst="rect">
            <a:avLst/>
          </a:prstGeom>
          <a:noFill/>
          <a:ln w="0">
            <a:noFill/>
          </a:ln>
        </p:spPr>
      </p:pic>
      <p:pic>
        <p:nvPicPr>
          <p:cNvPr id="118" name="Grafik 7"/>
          <p:cNvPicPr/>
          <p:nvPr/>
        </p:nvPicPr>
        <p:blipFill>
          <a:blip>
            <a:extLst>
              <a:ext uri="{96DAC541-7B7A-43D3-8B79-37D633B846F1}">
                <asvg:svgBlip xmlns:asvg="http://schemas.microsoft.com/office/drawing/2016/SVG/main" r:embed="rId4"/>
              </a:ext>
            </a:extLst>
          </a:blip>
          <a:stretch/>
        </p:blipFill>
        <p:spPr>
          <a:xfrm>
            <a:off x="1676520" y="1403280"/>
            <a:ext cx="190440" cy="456840"/>
          </a:xfrm>
          <a:prstGeom prst="rect">
            <a:avLst/>
          </a:prstGeom>
          <a:noFill/>
          <a:ln w="0">
            <a:noFill/>
          </a:ln>
        </p:spPr>
      </p:pic>
      <p:pic>
        <p:nvPicPr>
          <p:cNvPr id="119" name="Grafik 9"/>
          <p:cNvPicPr/>
          <p:nvPr/>
        </p:nvPicPr>
        <p:blipFill>
          <a:blip>
            <a:extLst>
              <a:ext uri="{96DAC541-7B7A-43D3-8B79-37D633B846F1}">
                <asvg:svgBlip xmlns:asvg="http://schemas.microsoft.com/office/drawing/2016/SVG/main" r:embed="rId5"/>
              </a:ext>
            </a:extLst>
          </a:blip>
          <a:stretch/>
        </p:blipFill>
        <p:spPr>
          <a:xfrm>
            <a:off x="2468520" y="1432080"/>
            <a:ext cx="276840" cy="399600"/>
          </a:xfrm>
          <a:prstGeom prst="rect">
            <a:avLst/>
          </a:prstGeom>
          <a:noFill/>
          <a:ln w="0">
            <a:noFill/>
          </a:ln>
        </p:spPr>
      </p:pic>
      <p:pic>
        <p:nvPicPr>
          <p:cNvPr id="120" name="Grafik 11"/>
          <p:cNvPicPr/>
          <p:nvPr/>
        </p:nvPicPr>
        <p:blipFill>
          <a:blip>
            <a:extLst>
              <a:ext uri="{96DAC541-7B7A-43D3-8B79-37D633B846F1}">
                <asvg:svgBlip xmlns:asvg="http://schemas.microsoft.com/office/drawing/2016/SVG/main" r:embed="rId6"/>
              </a:ext>
            </a:extLst>
          </a:blip>
          <a:stretch/>
        </p:blipFill>
        <p:spPr>
          <a:xfrm>
            <a:off x="3290431" y="1469436"/>
            <a:ext cx="228240" cy="376616"/>
          </a:xfrm>
          <a:prstGeom prst="rect">
            <a:avLst/>
          </a:prstGeom>
          <a:noFill/>
          <a:ln w="0">
            <a:noFill/>
          </a:ln>
        </p:spPr>
      </p:pic>
      <p:pic>
        <p:nvPicPr>
          <p:cNvPr id="121" name="Grafik 13"/>
          <p:cNvPicPr/>
          <p:nvPr/>
        </p:nvPicPr>
        <p:blipFill>
          <a:blip>
            <a:extLst>
              <a:ext uri="{96DAC541-7B7A-43D3-8B79-37D633B846F1}">
                <asvg:svgBlip xmlns:asvg="http://schemas.microsoft.com/office/drawing/2016/SVG/main" r:embed="rId7"/>
              </a:ext>
            </a:extLst>
          </a:blip>
          <a:stretch/>
        </p:blipFill>
        <p:spPr>
          <a:xfrm>
            <a:off x="4167720" y="1403280"/>
            <a:ext cx="456840" cy="456840"/>
          </a:xfrm>
          <a:prstGeom prst="rect">
            <a:avLst/>
          </a:prstGeom>
          <a:noFill/>
          <a:ln w="0">
            <a:noFill/>
          </a:ln>
        </p:spPr>
      </p:pic>
      <p:pic>
        <p:nvPicPr>
          <p:cNvPr id="122" name="Grafik 15"/>
          <p:cNvPicPr/>
          <p:nvPr/>
        </p:nvPicPr>
        <p:blipFill>
          <a:blip>
            <a:extLst>
              <a:ext uri="{96DAC541-7B7A-43D3-8B79-37D633B846F1}">
                <asvg:svgBlip xmlns:asvg="http://schemas.microsoft.com/office/drawing/2016/SVG/main" r:embed="rId8"/>
              </a:ext>
            </a:extLst>
          </a:blip>
          <a:stretch/>
        </p:blipFill>
        <p:spPr>
          <a:xfrm>
            <a:off x="5152234" y="1527120"/>
            <a:ext cx="623160" cy="304560"/>
          </a:xfrm>
          <a:prstGeom prst="rect">
            <a:avLst/>
          </a:prstGeom>
          <a:noFill/>
          <a:ln w="0">
            <a:noFill/>
          </a:ln>
        </p:spPr>
      </p:pic>
      <p:pic>
        <p:nvPicPr>
          <p:cNvPr id="123" name="Grafik 17"/>
          <p:cNvPicPr/>
          <p:nvPr/>
        </p:nvPicPr>
        <p:blipFill>
          <a:blip>
            <a:extLst>
              <a:ext uri="{96DAC541-7B7A-43D3-8B79-37D633B846F1}">
                <asvg:svgBlip xmlns:asvg="http://schemas.microsoft.com/office/drawing/2016/SVG/main" r:embed="rId9"/>
              </a:ext>
            </a:extLst>
          </a:blip>
          <a:stretch/>
        </p:blipFill>
        <p:spPr>
          <a:xfrm>
            <a:off x="6310080" y="1432080"/>
            <a:ext cx="495000" cy="399600"/>
          </a:xfrm>
          <a:prstGeom prst="rect">
            <a:avLst/>
          </a:prstGeom>
          <a:noFill/>
          <a:ln w="0">
            <a:noFill/>
          </a:ln>
        </p:spPr>
      </p:pic>
      <p:pic>
        <p:nvPicPr>
          <p:cNvPr id="124" name="Grafik 19"/>
          <p:cNvPicPr/>
          <p:nvPr/>
        </p:nvPicPr>
        <p:blipFill>
          <a:blip>
            <a:extLst>
              <a:ext uri="{96DAC541-7B7A-43D3-8B79-37D633B846F1}">
                <asvg:svgBlip xmlns:asvg="http://schemas.microsoft.com/office/drawing/2016/SVG/main" r:embed="rId10"/>
              </a:ext>
            </a:extLst>
          </a:blip>
          <a:stretch/>
        </p:blipFill>
        <p:spPr>
          <a:xfrm>
            <a:off x="7285320" y="1432080"/>
            <a:ext cx="209160" cy="399600"/>
          </a:xfrm>
          <a:prstGeom prst="rect">
            <a:avLst/>
          </a:prstGeom>
          <a:noFill/>
          <a:ln w="0">
            <a:noFill/>
          </a:ln>
        </p:spPr>
      </p:pic>
      <p:pic>
        <p:nvPicPr>
          <p:cNvPr id="125" name="Grafik 21"/>
          <p:cNvPicPr/>
          <p:nvPr/>
        </p:nvPicPr>
        <p:blipFill>
          <a:blip>
            <a:extLst>
              <a:ext uri="{96DAC541-7B7A-43D3-8B79-37D633B846F1}">
                <asvg:svgBlip xmlns:asvg="http://schemas.microsoft.com/office/drawing/2016/SVG/main" r:embed="rId11"/>
              </a:ext>
            </a:extLst>
          </a:blip>
          <a:stretch/>
        </p:blipFill>
        <p:spPr>
          <a:xfrm>
            <a:off x="8057880" y="1391400"/>
            <a:ext cx="393120" cy="480600"/>
          </a:xfrm>
          <a:prstGeom prst="rect">
            <a:avLst/>
          </a:prstGeom>
          <a:noFill/>
          <a:ln w="0">
            <a:noFill/>
          </a:ln>
        </p:spPr>
      </p:pic>
      <p:pic>
        <p:nvPicPr>
          <p:cNvPr id="126" name="Grafik 23"/>
          <p:cNvPicPr/>
          <p:nvPr/>
        </p:nvPicPr>
        <p:blipFill>
          <a:blip>
            <a:extLst>
              <a:ext uri="{96DAC541-7B7A-43D3-8B79-37D633B846F1}">
                <asvg:svgBlip xmlns:asvg="http://schemas.microsoft.com/office/drawing/2016/SVG/main" r:embed="rId12"/>
              </a:ext>
            </a:extLst>
          </a:blip>
          <a:stretch/>
        </p:blipFill>
        <p:spPr>
          <a:xfrm>
            <a:off x="879120" y="2719440"/>
            <a:ext cx="399600" cy="399600"/>
          </a:xfrm>
          <a:prstGeom prst="rect">
            <a:avLst/>
          </a:prstGeom>
          <a:noFill/>
          <a:ln w="0">
            <a:noFill/>
          </a:ln>
        </p:spPr>
      </p:pic>
      <p:pic>
        <p:nvPicPr>
          <p:cNvPr id="127" name="Grafik 25"/>
          <p:cNvPicPr/>
          <p:nvPr/>
        </p:nvPicPr>
        <p:blipFill>
          <a:blip>
            <a:extLst>
              <a:ext uri="{96DAC541-7B7A-43D3-8B79-37D633B846F1}">
                <asvg:svgBlip xmlns:asvg="http://schemas.microsoft.com/office/drawing/2016/SVG/main" r:embed="rId13"/>
              </a:ext>
            </a:extLst>
          </a:blip>
          <a:stretch/>
        </p:blipFill>
        <p:spPr>
          <a:xfrm>
            <a:off x="2502074" y="2778300"/>
            <a:ext cx="342720" cy="380520"/>
          </a:xfrm>
          <a:prstGeom prst="rect">
            <a:avLst/>
          </a:prstGeom>
          <a:noFill/>
          <a:ln w="0">
            <a:noFill/>
          </a:ln>
        </p:spPr>
      </p:pic>
      <p:pic>
        <p:nvPicPr>
          <p:cNvPr id="128" name="Grafik 27"/>
          <p:cNvPicPr/>
          <p:nvPr/>
        </p:nvPicPr>
        <p:blipFill>
          <a:blip>
            <a:extLst>
              <a:ext uri="{96DAC541-7B7A-43D3-8B79-37D633B846F1}">
                <asvg:svgBlip xmlns:asvg="http://schemas.microsoft.com/office/drawing/2016/SVG/main" r:embed="rId14"/>
              </a:ext>
            </a:extLst>
          </a:blip>
          <a:stretch/>
        </p:blipFill>
        <p:spPr>
          <a:xfrm>
            <a:off x="3305026" y="2795580"/>
            <a:ext cx="456840" cy="247320"/>
          </a:xfrm>
          <a:prstGeom prst="rect">
            <a:avLst/>
          </a:prstGeom>
          <a:noFill/>
          <a:ln w="0">
            <a:noFill/>
          </a:ln>
        </p:spPr>
      </p:pic>
      <p:pic>
        <p:nvPicPr>
          <p:cNvPr id="129" name="Grafik 29"/>
          <p:cNvPicPr/>
          <p:nvPr/>
        </p:nvPicPr>
        <p:blipFill>
          <a:blip>
            <a:extLst>
              <a:ext uri="{96DAC541-7B7A-43D3-8B79-37D633B846F1}">
                <asvg:svgBlip xmlns:asvg="http://schemas.microsoft.com/office/drawing/2016/SVG/main" r:embed="rId15"/>
              </a:ext>
            </a:extLst>
          </a:blip>
          <a:stretch/>
        </p:blipFill>
        <p:spPr>
          <a:xfrm>
            <a:off x="4222098" y="2730780"/>
            <a:ext cx="456840" cy="361440"/>
          </a:xfrm>
          <a:prstGeom prst="rect">
            <a:avLst/>
          </a:prstGeom>
          <a:noFill/>
          <a:ln w="0">
            <a:noFill/>
          </a:ln>
        </p:spPr>
      </p:pic>
      <p:pic>
        <p:nvPicPr>
          <p:cNvPr id="130" name="Grafik 31"/>
          <p:cNvPicPr/>
          <p:nvPr/>
        </p:nvPicPr>
        <p:blipFill>
          <a:blip>
            <a:extLst>
              <a:ext uri="{96DAC541-7B7A-43D3-8B79-37D633B846F1}">
                <asvg:svgBlip xmlns:asvg="http://schemas.microsoft.com/office/drawing/2016/SVG/main" r:embed="rId16"/>
              </a:ext>
            </a:extLst>
          </a:blip>
          <a:stretch/>
        </p:blipFill>
        <p:spPr>
          <a:xfrm>
            <a:off x="5318423" y="2730780"/>
            <a:ext cx="380520" cy="417240"/>
          </a:xfrm>
          <a:prstGeom prst="rect">
            <a:avLst/>
          </a:prstGeom>
          <a:noFill/>
          <a:ln w="0">
            <a:noFill/>
          </a:ln>
        </p:spPr>
      </p:pic>
      <p:pic>
        <p:nvPicPr>
          <p:cNvPr id="131" name="Grafik 33"/>
          <p:cNvPicPr/>
          <p:nvPr/>
        </p:nvPicPr>
        <p:blipFill>
          <a:blip>
            <a:extLst>
              <a:ext uri="{96DAC541-7B7A-43D3-8B79-37D633B846F1}">
                <asvg:svgBlip xmlns:asvg="http://schemas.microsoft.com/office/drawing/2016/SVG/main" r:embed="rId17"/>
              </a:ext>
            </a:extLst>
          </a:blip>
          <a:stretch/>
        </p:blipFill>
        <p:spPr>
          <a:xfrm>
            <a:off x="6285600" y="2776500"/>
            <a:ext cx="456840" cy="285480"/>
          </a:xfrm>
          <a:prstGeom prst="rect">
            <a:avLst/>
          </a:prstGeom>
          <a:noFill/>
          <a:ln w="0">
            <a:noFill/>
          </a:ln>
        </p:spPr>
      </p:pic>
      <p:pic>
        <p:nvPicPr>
          <p:cNvPr id="132" name="Grafik 35"/>
          <p:cNvPicPr/>
          <p:nvPr/>
        </p:nvPicPr>
        <p:blipFill>
          <a:blip>
            <a:extLst>
              <a:ext uri="{96DAC541-7B7A-43D3-8B79-37D633B846F1}">
                <asvg:svgBlip xmlns:asvg="http://schemas.microsoft.com/office/drawing/2016/SVG/main" r:embed="rId18"/>
              </a:ext>
            </a:extLst>
          </a:blip>
          <a:stretch/>
        </p:blipFill>
        <p:spPr>
          <a:xfrm>
            <a:off x="1689374" y="2721309"/>
            <a:ext cx="380520" cy="380520"/>
          </a:xfrm>
          <a:prstGeom prst="rect">
            <a:avLst/>
          </a:prstGeom>
          <a:noFill/>
          <a:ln w="0">
            <a:noFill/>
          </a:ln>
        </p:spPr>
      </p:pic>
      <p:pic>
        <p:nvPicPr>
          <p:cNvPr id="133" name="Grafik 37"/>
          <p:cNvPicPr/>
          <p:nvPr/>
        </p:nvPicPr>
        <p:blipFill>
          <a:blip>
            <a:extLst>
              <a:ext uri="{96DAC541-7B7A-43D3-8B79-37D633B846F1}">
                <asvg:svgBlip xmlns:asvg="http://schemas.microsoft.com/office/drawing/2016/SVG/main" r:embed="rId19"/>
              </a:ext>
            </a:extLst>
          </a:blip>
          <a:stretch/>
        </p:blipFill>
        <p:spPr>
          <a:xfrm>
            <a:off x="887400" y="3919320"/>
            <a:ext cx="437760" cy="380520"/>
          </a:xfrm>
          <a:prstGeom prst="rect">
            <a:avLst/>
          </a:prstGeom>
          <a:noFill/>
          <a:ln w="0">
            <a:noFill/>
          </a:ln>
        </p:spPr>
      </p:pic>
      <p:pic>
        <p:nvPicPr>
          <p:cNvPr id="134" name="Grafik 39"/>
          <p:cNvPicPr/>
          <p:nvPr/>
        </p:nvPicPr>
        <p:blipFill>
          <a:blip>
            <a:extLst>
              <a:ext uri="{96DAC541-7B7A-43D3-8B79-37D633B846F1}">
                <asvg:svgBlip xmlns:asvg="http://schemas.microsoft.com/office/drawing/2016/SVG/main" r:embed="rId20"/>
              </a:ext>
            </a:extLst>
          </a:blip>
          <a:stretch/>
        </p:blipFill>
        <p:spPr>
          <a:xfrm>
            <a:off x="1634040" y="3909960"/>
            <a:ext cx="456840" cy="399600"/>
          </a:xfrm>
          <a:prstGeom prst="rect">
            <a:avLst/>
          </a:prstGeom>
          <a:noFill/>
          <a:ln w="0">
            <a:noFill/>
          </a:ln>
        </p:spPr>
      </p:pic>
      <p:pic>
        <p:nvPicPr>
          <p:cNvPr id="135" name="Grafik 41"/>
          <p:cNvPicPr/>
          <p:nvPr/>
        </p:nvPicPr>
        <p:blipFill>
          <a:blip>
            <a:extLst>
              <a:ext uri="{96DAC541-7B7A-43D3-8B79-37D633B846F1}">
                <asvg:svgBlip xmlns:asvg="http://schemas.microsoft.com/office/drawing/2016/SVG/main" r:embed="rId21"/>
              </a:ext>
            </a:extLst>
          </a:blip>
          <a:stretch/>
        </p:blipFill>
        <p:spPr>
          <a:xfrm>
            <a:off x="2484360" y="3919320"/>
            <a:ext cx="418680" cy="380520"/>
          </a:xfrm>
          <a:prstGeom prst="rect">
            <a:avLst/>
          </a:prstGeom>
          <a:noFill/>
          <a:ln w="0">
            <a:noFill/>
          </a:ln>
        </p:spPr>
      </p:pic>
      <p:pic>
        <p:nvPicPr>
          <p:cNvPr id="136" name="Grafik 43"/>
          <p:cNvPicPr/>
          <p:nvPr/>
        </p:nvPicPr>
        <p:blipFill>
          <a:blip>
            <a:extLst>
              <a:ext uri="{96DAC541-7B7A-43D3-8B79-37D633B846F1}">
                <asvg:svgBlip xmlns:asvg="http://schemas.microsoft.com/office/drawing/2016/SVG/main" r:embed="rId22"/>
              </a:ext>
            </a:extLst>
          </a:blip>
          <a:stretch/>
        </p:blipFill>
        <p:spPr>
          <a:xfrm>
            <a:off x="3326040" y="3895920"/>
            <a:ext cx="470160" cy="427320"/>
          </a:xfrm>
          <a:prstGeom prst="rect">
            <a:avLst/>
          </a:prstGeom>
          <a:noFill/>
          <a:ln w="0">
            <a:noFill/>
          </a:ln>
        </p:spPr>
      </p:pic>
      <p:pic>
        <p:nvPicPr>
          <p:cNvPr id="137" name="Grafik 45"/>
          <p:cNvPicPr/>
          <p:nvPr/>
        </p:nvPicPr>
        <p:blipFill>
          <a:blip>
            <a:extLst>
              <a:ext uri="{96DAC541-7B7A-43D3-8B79-37D633B846F1}">
                <asvg:svgBlip xmlns:asvg="http://schemas.microsoft.com/office/drawing/2016/SVG/main" r:embed="rId23"/>
              </a:ext>
            </a:extLst>
          </a:blip>
          <a:stretch/>
        </p:blipFill>
        <p:spPr>
          <a:xfrm>
            <a:off x="4295160" y="3895920"/>
            <a:ext cx="383760" cy="403920"/>
          </a:xfrm>
          <a:prstGeom prst="rect">
            <a:avLst/>
          </a:prstGeom>
          <a:noFill/>
          <a:ln w="0">
            <a:noFill/>
          </a:ln>
        </p:spPr>
      </p:pic>
      <p:pic>
        <p:nvPicPr>
          <p:cNvPr id="138" name="Grafik 47"/>
          <p:cNvPicPr/>
          <p:nvPr/>
        </p:nvPicPr>
        <p:blipFill>
          <a:blip>
            <a:extLst>
              <a:ext uri="{96DAC541-7B7A-43D3-8B79-37D633B846F1}">
                <asvg:svgBlip xmlns:asvg="http://schemas.microsoft.com/office/drawing/2016/SVG/main" r:embed="rId24"/>
              </a:ext>
            </a:extLst>
          </a:blip>
          <a:stretch/>
        </p:blipFill>
        <p:spPr>
          <a:xfrm>
            <a:off x="5265000" y="3974400"/>
            <a:ext cx="489600" cy="417240"/>
          </a:xfrm>
          <a:prstGeom prst="rect">
            <a:avLst/>
          </a:prstGeom>
          <a:noFill/>
          <a:ln w="0">
            <a:noFill/>
          </a:ln>
        </p:spPr>
      </p:pic>
      <p:pic>
        <p:nvPicPr>
          <p:cNvPr id="139" name="Grafik 49"/>
          <p:cNvPicPr/>
          <p:nvPr/>
        </p:nvPicPr>
        <p:blipFill>
          <a:blip>
            <a:extLst>
              <a:ext uri="{96DAC541-7B7A-43D3-8B79-37D633B846F1}">
                <asvg:svgBlip xmlns:asvg="http://schemas.microsoft.com/office/drawing/2016/SVG/main" r:embed="rId25"/>
              </a:ext>
            </a:extLst>
          </a:blip>
          <a:stretch/>
        </p:blipFill>
        <p:spPr>
          <a:xfrm>
            <a:off x="6285600" y="3909960"/>
            <a:ext cx="475920" cy="399600"/>
          </a:xfrm>
          <a:prstGeom prst="rect">
            <a:avLst/>
          </a:prstGeom>
          <a:noFill/>
          <a:ln w="0">
            <a:noFill/>
          </a:ln>
        </p:spPr>
      </p:pic>
      <p:pic>
        <p:nvPicPr>
          <p:cNvPr id="140" name="Grafik 51"/>
          <p:cNvPicPr/>
          <p:nvPr/>
        </p:nvPicPr>
        <p:blipFill>
          <a:blip>
            <a:extLst>
              <a:ext uri="{96DAC541-7B7A-43D3-8B79-37D633B846F1}">
                <asvg:svgBlip xmlns:asvg="http://schemas.microsoft.com/office/drawing/2016/SVG/main" r:embed="rId26"/>
              </a:ext>
            </a:extLst>
          </a:blip>
          <a:stretch/>
        </p:blipFill>
        <p:spPr>
          <a:xfrm>
            <a:off x="7285320" y="3900240"/>
            <a:ext cx="380520" cy="418680"/>
          </a:xfrm>
          <a:prstGeom prst="rect">
            <a:avLst/>
          </a:prstGeom>
          <a:noFill/>
          <a:ln w="0">
            <a:noFill/>
          </a:ln>
        </p:spPr>
      </p:pic>
      <p:pic>
        <p:nvPicPr>
          <p:cNvPr id="141" name="Grafik 53"/>
          <p:cNvPicPr/>
          <p:nvPr/>
        </p:nvPicPr>
        <p:blipFill>
          <a:blip>
            <a:extLst>
              <a:ext uri="{96DAC541-7B7A-43D3-8B79-37D633B846F1}">
                <asvg:svgBlip xmlns:asvg="http://schemas.microsoft.com/office/drawing/2016/SVG/main" r:embed="rId27"/>
              </a:ext>
            </a:extLst>
          </a:blip>
          <a:stretch/>
        </p:blipFill>
        <p:spPr>
          <a:xfrm>
            <a:off x="8178480" y="3900240"/>
            <a:ext cx="361440" cy="418680"/>
          </a:xfrm>
          <a:prstGeom prst="rect">
            <a:avLst/>
          </a:prstGeom>
          <a:noFill/>
          <a:ln w="0">
            <a:noFill/>
          </a:ln>
        </p:spPr>
      </p:pic>
      <p:pic>
        <p:nvPicPr>
          <p:cNvPr id="142" name="Grafik 55"/>
          <p:cNvPicPr/>
          <p:nvPr/>
        </p:nvPicPr>
        <p:blipFill>
          <a:blip>
            <a:extLst>
              <a:ext uri="{96DAC541-7B7A-43D3-8B79-37D633B846F1}">
                <asvg:svgBlip xmlns:asvg="http://schemas.microsoft.com/office/drawing/2016/SVG/main" r:embed="rId28"/>
              </a:ext>
            </a:extLst>
          </a:blip>
          <a:stretch/>
        </p:blipFill>
        <p:spPr>
          <a:xfrm>
            <a:off x="9000000" y="3871800"/>
            <a:ext cx="552240" cy="475920"/>
          </a:xfrm>
          <a:prstGeom prst="rect">
            <a:avLst/>
          </a:prstGeom>
          <a:noFill/>
          <a:ln w="0">
            <a:noFill/>
          </a:ln>
        </p:spPr>
      </p:pic>
      <p:pic>
        <p:nvPicPr>
          <p:cNvPr id="143" name="Grafik 57"/>
          <p:cNvPicPr/>
          <p:nvPr/>
        </p:nvPicPr>
        <p:blipFill>
          <a:blip>
            <a:extLst>
              <a:ext uri="{96DAC541-7B7A-43D3-8B79-37D633B846F1}">
                <asvg:svgBlip xmlns:asvg="http://schemas.microsoft.com/office/drawing/2016/SVG/main" r:embed="rId29"/>
              </a:ext>
            </a:extLst>
          </a:blip>
          <a:stretch/>
        </p:blipFill>
        <p:spPr>
          <a:xfrm>
            <a:off x="10015919" y="3878640"/>
            <a:ext cx="416289" cy="475920"/>
          </a:xfrm>
          <a:prstGeom prst="rect">
            <a:avLst/>
          </a:prstGeom>
          <a:noFill/>
          <a:ln w="0">
            <a:noFill/>
          </a:ln>
        </p:spPr>
      </p:pic>
      <p:pic>
        <p:nvPicPr>
          <p:cNvPr id="144" name="Grafik 59"/>
          <p:cNvPicPr/>
          <p:nvPr/>
        </p:nvPicPr>
        <p:blipFill>
          <a:blip>
            <a:extLst>
              <a:ext uri="{96DAC541-7B7A-43D3-8B79-37D633B846F1}">
                <asvg:svgBlip xmlns:asvg="http://schemas.microsoft.com/office/drawing/2016/SVG/main" r:embed="rId30"/>
              </a:ext>
            </a:extLst>
          </a:blip>
          <a:stretch/>
        </p:blipFill>
        <p:spPr>
          <a:xfrm>
            <a:off x="10888920" y="3877200"/>
            <a:ext cx="441424" cy="422640"/>
          </a:xfrm>
          <a:prstGeom prst="rect">
            <a:avLst/>
          </a:prstGeom>
          <a:noFill/>
          <a:ln w="0">
            <a:noFill/>
          </a:ln>
        </p:spPr>
      </p:pic>
      <p:pic>
        <p:nvPicPr>
          <p:cNvPr id="145" name="Grafik 61"/>
          <p:cNvPicPr/>
          <p:nvPr/>
        </p:nvPicPr>
        <p:blipFill>
          <a:blip>
            <a:extLst>
              <a:ext uri="{96DAC541-7B7A-43D3-8B79-37D633B846F1}">
                <asvg:svgBlip xmlns:asvg="http://schemas.microsoft.com/office/drawing/2016/SVG/main" r:embed="rId31"/>
              </a:ext>
            </a:extLst>
          </a:blip>
          <a:stretch/>
        </p:blipFill>
        <p:spPr>
          <a:xfrm>
            <a:off x="871920" y="4598280"/>
            <a:ext cx="456840" cy="437760"/>
          </a:xfrm>
          <a:prstGeom prst="rect">
            <a:avLst/>
          </a:prstGeom>
          <a:noFill/>
          <a:ln w="0">
            <a:noFill/>
          </a:ln>
        </p:spPr>
      </p:pic>
      <p:pic>
        <p:nvPicPr>
          <p:cNvPr id="146" name="Grafik 319"/>
          <p:cNvPicPr/>
          <p:nvPr/>
        </p:nvPicPr>
        <p:blipFill>
          <a:blip>
            <a:extLst>
              <a:ext uri="{96DAC541-7B7A-43D3-8B79-37D633B846F1}">
                <asvg:svgBlip xmlns:asvg="http://schemas.microsoft.com/office/drawing/2016/SVG/main" r:embed="rId32"/>
              </a:ext>
            </a:extLst>
          </a:blip>
          <a:stretch/>
        </p:blipFill>
        <p:spPr>
          <a:xfrm>
            <a:off x="1697760" y="4617360"/>
            <a:ext cx="380520" cy="399600"/>
          </a:xfrm>
          <a:prstGeom prst="rect">
            <a:avLst/>
          </a:prstGeom>
          <a:noFill/>
          <a:ln w="0">
            <a:noFill/>
          </a:ln>
        </p:spPr>
      </p:pic>
      <p:pic>
        <p:nvPicPr>
          <p:cNvPr id="147" name="Grafik 321"/>
          <p:cNvPicPr/>
          <p:nvPr/>
        </p:nvPicPr>
        <p:blipFill>
          <a:blip>
            <a:extLst>
              <a:ext uri="{96DAC541-7B7A-43D3-8B79-37D633B846F1}">
                <asvg:svgBlip xmlns:asvg="http://schemas.microsoft.com/office/drawing/2016/SVG/main" r:embed="rId33"/>
              </a:ext>
            </a:extLst>
          </a:blip>
          <a:stretch/>
        </p:blipFill>
        <p:spPr>
          <a:xfrm>
            <a:off x="2494018" y="4626720"/>
            <a:ext cx="389582" cy="370980"/>
          </a:xfrm>
          <a:prstGeom prst="rect">
            <a:avLst/>
          </a:prstGeom>
          <a:noFill/>
          <a:ln w="0">
            <a:noFill/>
          </a:ln>
        </p:spPr>
      </p:pic>
      <p:pic>
        <p:nvPicPr>
          <p:cNvPr id="148" name="Grafik 323"/>
          <p:cNvPicPr/>
          <p:nvPr/>
        </p:nvPicPr>
        <p:blipFill>
          <a:blip>
            <a:extLst>
              <a:ext uri="{96DAC541-7B7A-43D3-8B79-37D633B846F1}">
                <asvg:svgBlip xmlns:asvg="http://schemas.microsoft.com/office/drawing/2016/SVG/main" r:embed="rId34"/>
              </a:ext>
            </a:extLst>
          </a:blip>
          <a:stretch/>
        </p:blipFill>
        <p:spPr>
          <a:xfrm>
            <a:off x="3323880" y="4618136"/>
            <a:ext cx="389582" cy="408184"/>
          </a:xfrm>
          <a:prstGeom prst="rect">
            <a:avLst/>
          </a:prstGeom>
          <a:noFill/>
          <a:ln w="0">
            <a:noFill/>
          </a:ln>
        </p:spPr>
      </p:pic>
      <p:pic>
        <p:nvPicPr>
          <p:cNvPr id="149" name="Grafik 325"/>
          <p:cNvPicPr/>
          <p:nvPr/>
        </p:nvPicPr>
        <p:blipFill>
          <a:blip>
            <a:extLst>
              <a:ext uri="{96DAC541-7B7A-43D3-8B79-37D633B846F1}">
                <asvg:svgBlip xmlns:asvg="http://schemas.microsoft.com/office/drawing/2016/SVG/main" r:embed="rId35"/>
              </a:ext>
            </a:extLst>
          </a:blip>
          <a:stretch/>
        </p:blipFill>
        <p:spPr>
          <a:xfrm>
            <a:off x="4187160" y="4664880"/>
            <a:ext cx="647280" cy="304560"/>
          </a:xfrm>
          <a:prstGeom prst="rect">
            <a:avLst/>
          </a:prstGeom>
          <a:noFill/>
          <a:ln w="0">
            <a:noFill/>
          </a:ln>
        </p:spPr>
      </p:pic>
      <p:pic>
        <p:nvPicPr>
          <p:cNvPr id="150" name="Grafik 327"/>
          <p:cNvPicPr/>
          <p:nvPr/>
        </p:nvPicPr>
        <p:blipFill>
          <a:blip>
            <a:extLst>
              <a:ext uri="{96DAC541-7B7A-43D3-8B79-37D633B846F1}">
                <asvg:svgBlip xmlns:asvg="http://schemas.microsoft.com/office/drawing/2016/SVG/main" r:embed="rId36"/>
              </a:ext>
            </a:extLst>
          </a:blip>
          <a:stretch/>
        </p:blipFill>
        <p:spPr>
          <a:xfrm>
            <a:off x="5297760" y="4664880"/>
            <a:ext cx="456840" cy="304560"/>
          </a:xfrm>
          <a:prstGeom prst="rect">
            <a:avLst/>
          </a:prstGeom>
          <a:noFill/>
          <a:ln w="0">
            <a:noFill/>
          </a:ln>
        </p:spPr>
      </p:pic>
      <p:pic>
        <p:nvPicPr>
          <p:cNvPr id="155" name="Grafik 337"/>
          <p:cNvPicPr/>
          <p:nvPr/>
        </p:nvPicPr>
        <p:blipFill>
          <a:blip>
            <a:extLst>
              <a:ext uri="{96DAC541-7B7A-43D3-8B79-37D633B846F1}">
                <asvg:svgBlip xmlns:asvg="http://schemas.microsoft.com/office/drawing/2016/SVG/main" r:embed="rId37"/>
              </a:ext>
            </a:extLst>
          </a:blip>
          <a:stretch/>
        </p:blipFill>
        <p:spPr>
          <a:xfrm>
            <a:off x="2547540" y="5378453"/>
            <a:ext cx="317880" cy="392707"/>
          </a:xfrm>
          <a:prstGeom prst="rect">
            <a:avLst/>
          </a:prstGeom>
          <a:noFill/>
          <a:ln w="0">
            <a:noFill/>
          </a:ln>
        </p:spPr>
      </p:pic>
      <p:pic>
        <p:nvPicPr>
          <p:cNvPr id="156" name="Grafik 339"/>
          <p:cNvPicPr/>
          <p:nvPr/>
        </p:nvPicPr>
        <p:blipFill>
          <a:blip>
            <a:extLst>
              <a:ext uri="{96DAC541-7B7A-43D3-8B79-37D633B846F1}">
                <asvg:svgBlip xmlns:asvg="http://schemas.microsoft.com/office/drawing/2016/SVG/main" r:embed="rId38"/>
              </a:ext>
            </a:extLst>
          </a:blip>
          <a:stretch/>
        </p:blipFill>
        <p:spPr>
          <a:xfrm>
            <a:off x="1682280" y="5365800"/>
            <a:ext cx="399600" cy="456480"/>
          </a:xfrm>
          <a:prstGeom prst="rect">
            <a:avLst/>
          </a:prstGeom>
          <a:noFill/>
          <a:ln w="0">
            <a:noFill/>
          </a:ln>
        </p:spPr>
      </p:pic>
      <p:pic>
        <p:nvPicPr>
          <p:cNvPr id="157" name="Grafik 341"/>
          <p:cNvPicPr/>
          <p:nvPr/>
        </p:nvPicPr>
        <p:blipFill>
          <a:blip>
            <a:extLst>
              <a:ext uri="{96DAC541-7B7A-43D3-8B79-37D633B846F1}">
                <asvg:svgBlip xmlns:asvg="http://schemas.microsoft.com/office/drawing/2016/SVG/main" r:embed="rId39"/>
              </a:ext>
            </a:extLst>
          </a:blip>
          <a:stretch/>
        </p:blipFill>
        <p:spPr>
          <a:xfrm>
            <a:off x="887400" y="5365800"/>
            <a:ext cx="383040" cy="435240"/>
          </a:xfrm>
          <a:prstGeom prst="rect">
            <a:avLst/>
          </a:prstGeom>
          <a:noFill/>
          <a:ln w="0">
            <a:noFill/>
          </a:ln>
        </p:spPr>
      </p:pic>
      <p:pic>
        <p:nvPicPr>
          <p:cNvPr id="158" name="Grafik 343"/>
          <p:cNvPicPr/>
          <p:nvPr/>
        </p:nvPicPr>
        <p:blipFill>
          <a:blip>
            <a:extLst>
              <a:ext uri="{96DAC541-7B7A-43D3-8B79-37D633B846F1}">
                <asvg:svgBlip xmlns:asvg="http://schemas.microsoft.com/office/drawing/2016/SVG/main" r:embed="rId40"/>
              </a:ext>
            </a:extLst>
          </a:blip>
          <a:stretch/>
        </p:blipFill>
        <p:spPr>
          <a:xfrm>
            <a:off x="6338700" y="4636260"/>
            <a:ext cx="437760" cy="361440"/>
          </a:xfrm>
          <a:prstGeom prst="rect">
            <a:avLst/>
          </a:prstGeom>
          <a:noFill/>
          <a:ln w="0">
            <a:noFill/>
          </a:ln>
        </p:spPr>
      </p:pic>
      <p:pic>
        <p:nvPicPr>
          <p:cNvPr id="159" name="Grafik 345"/>
          <p:cNvPicPr/>
          <p:nvPr/>
        </p:nvPicPr>
        <p:blipFill>
          <a:blip>
            <a:extLst>
              <a:ext uri="{96DAC541-7B7A-43D3-8B79-37D633B846F1}">
                <asvg:svgBlip xmlns:asvg="http://schemas.microsoft.com/office/drawing/2016/SVG/main" r:embed="rId41"/>
              </a:ext>
            </a:extLst>
          </a:blip>
          <a:stretch/>
        </p:blipFill>
        <p:spPr>
          <a:xfrm>
            <a:off x="8995228" y="4702680"/>
            <a:ext cx="456840" cy="333360"/>
          </a:xfrm>
          <a:prstGeom prst="rect">
            <a:avLst/>
          </a:prstGeom>
          <a:noFill/>
          <a:ln w="0">
            <a:noFill/>
          </a:ln>
        </p:spPr>
      </p:pic>
      <p:pic>
        <p:nvPicPr>
          <p:cNvPr id="160" name="Grafik 347"/>
          <p:cNvPicPr/>
          <p:nvPr/>
        </p:nvPicPr>
        <p:blipFill>
          <a:blip>
            <a:extLst>
              <a:ext uri="{96DAC541-7B7A-43D3-8B79-37D633B846F1}">
                <asvg:svgBlip xmlns:asvg="http://schemas.microsoft.com/office/drawing/2016/SVG/main" r:embed="rId42"/>
              </a:ext>
            </a:extLst>
          </a:blip>
          <a:stretch/>
        </p:blipFill>
        <p:spPr>
          <a:xfrm>
            <a:off x="9963000" y="4595486"/>
            <a:ext cx="399600" cy="456840"/>
          </a:xfrm>
          <a:prstGeom prst="rect">
            <a:avLst/>
          </a:prstGeom>
          <a:noFill/>
          <a:ln w="0">
            <a:noFill/>
          </a:ln>
        </p:spPr>
      </p:pic>
      <p:pic>
        <p:nvPicPr>
          <p:cNvPr id="161" name="Grafik 349"/>
          <p:cNvPicPr/>
          <p:nvPr/>
        </p:nvPicPr>
        <p:blipFill>
          <a:blip>
            <a:extLst>
              <a:ext uri="{96DAC541-7B7A-43D3-8B79-37D633B846F1}">
                <asvg:svgBlip xmlns:asvg="http://schemas.microsoft.com/office/drawing/2016/SVG/main" r:embed="rId43"/>
              </a:ext>
            </a:extLst>
          </a:blip>
          <a:stretch/>
        </p:blipFill>
        <p:spPr>
          <a:xfrm>
            <a:off x="10888920" y="4595486"/>
            <a:ext cx="399600" cy="456840"/>
          </a:xfrm>
          <a:prstGeom prst="rect">
            <a:avLst/>
          </a:prstGeom>
          <a:noFill/>
          <a:ln w="0">
            <a:noFill/>
          </a:ln>
        </p:spPr>
      </p:pic>
      <p:pic>
        <p:nvPicPr>
          <p:cNvPr id="162" name="Grafik 351"/>
          <p:cNvPicPr/>
          <p:nvPr/>
        </p:nvPicPr>
        <p:blipFill>
          <a:blip>
            <a:extLst>
              <a:ext uri="{96DAC541-7B7A-43D3-8B79-37D633B846F1}">
                <asvg:svgBlip xmlns:asvg="http://schemas.microsoft.com/office/drawing/2016/SVG/main" r:embed="rId44"/>
              </a:ext>
            </a:extLst>
          </a:blip>
          <a:stretch/>
        </p:blipFill>
        <p:spPr>
          <a:xfrm>
            <a:off x="8088368" y="4702680"/>
            <a:ext cx="505480" cy="304560"/>
          </a:xfrm>
          <a:prstGeom prst="rect">
            <a:avLst/>
          </a:prstGeom>
          <a:noFill/>
          <a:ln w="0">
            <a:noFill/>
          </a:ln>
        </p:spPr>
      </p:pic>
      <p:pic>
        <p:nvPicPr>
          <p:cNvPr id="163" name="Grafik 353"/>
          <p:cNvPicPr/>
          <p:nvPr/>
        </p:nvPicPr>
        <p:blipFill>
          <a:blip>
            <a:extLst>
              <a:ext uri="{96DAC541-7B7A-43D3-8B79-37D633B846F1}">
                <asvg:svgBlip xmlns:asvg="http://schemas.microsoft.com/office/drawing/2016/SVG/main" r:embed="rId45"/>
              </a:ext>
            </a:extLst>
          </a:blip>
          <a:stretch/>
        </p:blipFill>
        <p:spPr>
          <a:xfrm>
            <a:off x="7230148" y="4588560"/>
            <a:ext cx="456840" cy="456840"/>
          </a:xfrm>
          <a:prstGeom prst="rect">
            <a:avLst/>
          </a:prstGeom>
          <a:noFill/>
          <a:ln w="0">
            <a:noFill/>
          </a:ln>
        </p:spPr>
      </p:pic>
      <p:pic>
        <p:nvPicPr>
          <p:cNvPr id="2" name="Grafik 329">
            <a:extLst>
              <a:ext uri="{FF2B5EF4-FFF2-40B4-BE49-F238E27FC236}">
                <a16:creationId xmlns:a16="http://schemas.microsoft.com/office/drawing/2014/main" id="{B9910550-A23B-72EE-08EB-35392CF52ED5}"/>
              </a:ext>
            </a:extLst>
          </p:cNvPr>
          <p:cNvPicPr/>
          <p:nvPr/>
        </p:nvPicPr>
        <p:blipFill>
          <a:blip>
            <a:extLst>
              <a:ext uri="{96DAC541-7B7A-43D3-8B79-37D633B846F1}">
                <asvg:svgBlip xmlns:asvg="http://schemas.microsoft.com/office/drawing/2016/SVG/main" r:embed="rId46"/>
              </a:ext>
            </a:extLst>
          </a:blip>
          <a:stretch/>
        </p:blipFill>
        <p:spPr>
          <a:xfrm>
            <a:off x="3342420" y="5373137"/>
            <a:ext cx="433800" cy="437400"/>
          </a:xfrm>
          <a:prstGeom prst="rect">
            <a:avLst/>
          </a:prstGeom>
          <a:noFill/>
          <a:ln w="0">
            <a:noFill/>
          </a:ln>
        </p:spPr>
      </p:pic>
      <p:pic>
        <p:nvPicPr>
          <p:cNvPr id="3" name="Grafik 331">
            <a:extLst>
              <a:ext uri="{FF2B5EF4-FFF2-40B4-BE49-F238E27FC236}">
                <a16:creationId xmlns:a16="http://schemas.microsoft.com/office/drawing/2014/main" id="{477F99C6-7134-E1C4-A71D-6BB726FCD278}"/>
              </a:ext>
            </a:extLst>
          </p:cNvPr>
          <p:cNvPicPr/>
          <p:nvPr/>
        </p:nvPicPr>
        <p:blipFill>
          <a:blip>
            <a:extLst>
              <a:ext uri="{96DAC541-7B7A-43D3-8B79-37D633B846F1}">
                <asvg:svgBlip xmlns:asvg="http://schemas.microsoft.com/office/drawing/2016/SVG/main" r:embed="rId47"/>
              </a:ext>
            </a:extLst>
          </a:blip>
          <a:stretch/>
        </p:blipFill>
        <p:spPr>
          <a:xfrm>
            <a:off x="4283820" y="5382857"/>
            <a:ext cx="456840" cy="437400"/>
          </a:xfrm>
          <a:prstGeom prst="rect">
            <a:avLst/>
          </a:prstGeom>
          <a:noFill/>
          <a:ln w="0">
            <a:noFill/>
          </a:ln>
        </p:spPr>
      </p:pic>
      <p:pic>
        <p:nvPicPr>
          <p:cNvPr id="4" name="Grafik 333">
            <a:extLst>
              <a:ext uri="{FF2B5EF4-FFF2-40B4-BE49-F238E27FC236}">
                <a16:creationId xmlns:a16="http://schemas.microsoft.com/office/drawing/2014/main" id="{CC112925-6CE3-B29D-D76D-58B7EB69C486}"/>
              </a:ext>
            </a:extLst>
          </p:cNvPr>
          <p:cNvPicPr/>
          <p:nvPr/>
        </p:nvPicPr>
        <p:blipFill>
          <a:blip>
            <a:extLst>
              <a:ext uri="{96DAC541-7B7A-43D3-8B79-37D633B846F1}">
                <asvg:svgBlip xmlns:asvg="http://schemas.microsoft.com/office/drawing/2016/SVG/main" r:embed="rId48"/>
              </a:ext>
            </a:extLst>
          </a:blip>
          <a:stretch/>
        </p:blipFill>
        <p:spPr>
          <a:xfrm>
            <a:off x="5293080" y="5385017"/>
            <a:ext cx="461520" cy="425880"/>
          </a:xfrm>
          <a:prstGeom prst="rect">
            <a:avLst/>
          </a:prstGeom>
          <a:noFill/>
          <a:ln w="0">
            <a:noFill/>
          </a:ln>
        </p:spPr>
      </p:pic>
      <p:pic>
        <p:nvPicPr>
          <p:cNvPr id="5" name="Grafik 335">
            <a:extLst>
              <a:ext uri="{FF2B5EF4-FFF2-40B4-BE49-F238E27FC236}">
                <a16:creationId xmlns:a16="http://schemas.microsoft.com/office/drawing/2014/main" id="{8D84D8C2-989D-5909-B257-A05606BCFA3C}"/>
              </a:ext>
            </a:extLst>
          </p:cNvPr>
          <p:cNvPicPr/>
          <p:nvPr/>
        </p:nvPicPr>
        <p:blipFill>
          <a:blip>
            <a:extLst>
              <a:ext uri="{96DAC541-7B7A-43D3-8B79-37D633B846F1}">
                <asvg:svgBlip xmlns:asvg="http://schemas.microsoft.com/office/drawing/2016/SVG/main" r:embed="rId49"/>
              </a:ext>
            </a:extLst>
          </a:blip>
          <a:stretch/>
        </p:blipFill>
        <p:spPr>
          <a:xfrm>
            <a:off x="6325920" y="5376737"/>
            <a:ext cx="479160" cy="443520"/>
          </a:xfrm>
          <a:prstGeom prst="rect">
            <a:avLst/>
          </a:prstGeom>
          <a:noFill/>
          <a:ln w="0">
            <a:noFill/>
          </a:ln>
        </p:spPr>
      </p:pic>
      <p:pic>
        <p:nvPicPr>
          <p:cNvPr id="6" name="Grafik 5">
            <a:extLst>
              <a:ext uri="{FF2B5EF4-FFF2-40B4-BE49-F238E27FC236}">
                <a16:creationId xmlns:a16="http://schemas.microsoft.com/office/drawing/2014/main" id="{0A59F7EF-AB31-95E6-5860-9B95A0CD2DEB}"/>
              </a:ext>
            </a:extLst>
          </p:cNvPr>
          <p:cNvPicPr>
            <a:picLocks noChangeAspect="1"/>
          </p:cNvPicPr>
          <p:nvPr/>
        </p:nvPicPr>
        <p:blipFill>
          <a:blip>
            <a:extLst>
              <a:ext uri="{96DAC541-7B7A-43D3-8B79-37D633B846F1}">
                <asvg:svgBlip xmlns:asvg="http://schemas.microsoft.com/office/drawing/2016/SVG/main" r:embed="rId50"/>
              </a:ext>
            </a:extLst>
          </a:blip>
          <a:stretch>
            <a:fillRect/>
          </a:stretch>
        </p:blipFill>
        <p:spPr>
          <a:xfrm>
            <a:off x="7196307" y="2730780"/>
            <a:ext cx="393306" cy="314644"/>
          </a:xfrm>
          <a:prstGeom prst="rect">
            <a:avLst/>
          </a:prstGeom>
        </p:spPr>
      </p:pic>
      <p:sp>
        <p:nvSpPr>
          <p:cNvPr id="7" name="Titel 3">
            <a:extLst>
              <a:ext uri="{FF2B5EF4-FFF2-40B4-BE49-F238E27FC236}">
                <a16:creationId xmlns:a16="http://schemas.microsoft.com/office/drawing/2014/main" id="{500E2164-EC48-1F38-02C9-9C4F25FD94E0}"/>
              </a:ext>
            </a:extLst>
          </p:cNvPr>
          <p:cNvSpPr txBox="1">
            <a:spLocks/>
          </p:cNvSpPr>
          <p:nvPr/>
        </p:nvSpPr>
        <p:spPr>
          <a:xfrm>
            <a:off x="609600" y="404813"/>
            <a:ext cx="7478768" cy="1331912"/>
          </a:xfrm>
          <a:prstGeom prst="rect">
            <a:avLst/>
          </a:prstGeom>
        </p:spPr>
        <p:txBody>
          <a:bodyPr/>
          <a:lstStyle>
            <a:lvl1pPr algn="l" defTabSz="914400" rtl="0" eaLnBrk="1" latinLnBrk="0" hangingPunct="1">
              <a:lnSpc>
                <a:spcPct val="90000"/>
              </a:lnSpc>
              <a:spcBef>
                <a:spcPct val="0"/>
              </a:spcBef>
              <a:buNone/>
              <a:defRPr sz="3400" kern="1200">
                <a:solidFill>
                  <a:schemeClr val="tx1"/>
                </a:solidFill>
                <a:latin typeface="+mn-lt"/>
                <a:ea typeface="+mj-ea"/>
                <a:cs typeface="+mj-cs"/>
              </a:defRPr>
            </a:lvl1pPr>
          </a:lstStyle>
          <a:p>
            <a:r>
              <a:rPr lang="de-DE" dirty="0"/>
              <a:t>TUD-Icons nach Themen</a:t>
            </a:r>
          </a:p>
        </p:txBody>
      </p:sp>
      <p:sp>
        <p:nvSpPr>
          <p:cNvPr id="8" name="Textfeld 10">
            <a:extLst>
              <a:ext uri="{FF2B5EF4-FFF2-40B4-BE49-F238E27FC236}">
                <a16:creationId xmlns:a16="http://schemas.microsoft.com/office/drawing/2014/main" id="{2E5156BD-CA6E-EF59-56CD-C1864599DA92}"/>
              </a:ext>
            </a:extLst>
          </p:cNvPr>
          <p:cNvSpPr/>
          <p:nvPr/>
        </p:nvSpPr>
        <p:spPr>
          <a:xfrm>
            <a:off x="597870" y="2214405"/>
            <a:ext cx="3249360" cy="398655"/>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822960">
              <a:lnSpc>
                <a:spcPct val="100000"/>
              </a:lnSpc>
            </a:pPr>
            <a:r>
              <a:rPr lang="de-DE" sz="2000" strike="noStrike" spc="-1" dirty="0">
                <a:ea typeface="Noto Sans Medium" panose="020B0502040504020204" pitchFamily="34" charset="0"/>
                <a:cs typeface="Noto Sans Medium" panose="020B0502040504020204" pitchFamily="34" charset="0"/>
              </a:rPr>
              <a:t>Benefits</a:t>
            </a:r>
          </a:p>
        </p:txBody>
      </p:sp>
      <p:sp>
        <p:nvSpPr>
          <p:cNvPr id="9" name="Textfeld 10">
            <a:extLst>
              <a:ext uri="{FF2B5EF4-FFF2-40B4-BE49-F238E27FC236}">
                <a16:creationId xmlns:a16="http://schemas.microsoft.com/office/drawing/2014/main" id="{0224AF26-C87D-D96C-4675-EC7A2D83E43E}"/>
              </a:ext>
            </a:extLst>
          </p:cNvPr>
          <p:cNvSpPr/>
          <p:nvPr/>
        </p:nvSpPr>
        <p:spPr>
          <a:xfrm>
            <a:off x="597870" y="3390848"/>
            <a:ext cx="3249360" cy="398655"/>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822960">
              <a:lnSpc>
                <a:spcPct val="100000"/>
              </a:lnSpc>
            </a:pPr>
            <a:r>
              <a:rPr lang="de-DE" sz="2000" strike="noStrike" spc="-1" dirty="0">
                <a:ea typeface="Noto Sans Medium" panose="020B0502040504020204" pitchFamily="34" charset="0"/>
                <a:cs typeface="Noto Sans Medium" panose="020B0502040504020204" pitchFamily="34" charset="0"/>
              </a:rPr>
              <a:t>Gebäude </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5" name="Grafik 39"/>
          <p:cNvPicPr/>
          <p:nvPr/>
        </p:nvPicPr>
        <p:blipFill>
          <a:blip r:embed="rId3"/>
          <a:stretch/>
        </p:blipFill>
        <p:spPr>
          <a:xfrm>
            <a:off x="3518482" y="1755726"/>
            <a:ext cx="430920" cy="354960"/>
          </a:xfrm>
          <a:prstGeom prst="rect">
            <a:avLst/>
          </a:prstGeom>
          <a:noFill/>
          <a:ln w="0">
            <a:noFill/>
          </a:ln>
        </p:spPr>
      </p:pic>
      <p:pic>
        <p:nvPicPr>
          <p:cNvPr id="166" name="Grafik 40"/>
          <p:cNvPicPr/>
          <p:nvPr/>
        </p:nvPicPr>
        <p:blipFill>
          <a:blip r:embed="rId4"/>
          <a:stretch/>
        </p:blipFill>
        <p:spPr>
          <a:xfrm>
            <a:off x="4342978" y="1745820"/>
            <a:ext cx="342360" cy="354960"/>
          </a:xfrm>
          <a:prstGeom prst="rect">
            <a:avLst/>
          </a:prstGeom>
          <a:noFill/>
          <a:ln w="0">
            <a:noFill/>
          </a:ln>
        </p:spPr>
      </p:pic>
      <p:pic>
        <p:nvPicPr>
          <p:cNvPr id="168" name="Grafik 55"/>
          <p:cNvPicPr/>
          <p:nvPr/>
        </p:nvPicPr>
        <p:blipFill>
          <a:blip r:embed="rId5"/>
          <a:stretch/>
        </p:blipFill>
        <p:spPr>
          <a:xfrm>
            <a:off x="910221" y="2463354"/>
            <a:ext cx="342360" cy="329400"/>
          </a:xfrm>
          <a:prstGeom prst="rect">
            <a:avLst/>
          </a:prstGeom>
          <a:noFill/>
          <a:ln w="0">
            <a:noFill/>
          </a:ln>
        </p:spPr>
      </p:pic>
      <p:pic>
        <p:nvPicPr>
          <p:cNvPr id="172" name="Grafik 3"/>
          <p:cNvPicPr/>
          <p:nvPr/>
        </p:nvPicPr>
        <p:blipFill>
          <a:blip>
            <a:extLst>
              <a:ext uri="{96DAC541-7B7A-43D3-8B79-37D633B846F1}">
                <asvg:svgBlip xmlns:asvg="http://schemas.microsoft.com/office/drawing/2016/SVG/main" r:embed="rId6"/>
              </a:ext>
            </a:extLst>
          </a:blip>
          <a:stretch/>
        </p:blipFill>
        <p:spPr>
          <a:xfrm>
            <a:off x="888980" y="1149120"/>
            <a:ext cx="399240" cy="329400"/>
          </a:xfrm>
          <a:prstGeom prst="rect">
            <a:avLst/>
          </a:prstGeom>
          <a:noFill/>
          <a:ln w="0">
            <a:noFill/>
          </a:ln>
        </p:spPr>
      </p:pic>
      <p:pic>
        <p:nvPicPr>
          <p:cNvPr id="173" name="Grafik 5"/>
          <p:cNvPicPr/>
          <p:nvPr/>
        </p:nvPicPr>
        <p:blipFill>
          <a:blip>
            <a:extLst>
              <a:ext uri="{96DAC541-7B7A-43D3-8B79-37D633B846F1}">
                <asvg:svgBlip xmlns:asvg="http://schemas.microsoft.com/office/drawing/2016/SVG/main" r:embed="rId7"/>
              </a:ext>
            </a:extLst>
          </a:blip>
          <a:stretch/>
        </p:blipFill>
        <p:spPr>
          <a:xfrm>
            <a:off x="1744690" y="1085400"/>
            <a:ext cx="323640" cy="418680"/>
          </a:xfrm>
          <a:prstGeom prst="rect">
            <a:avLst/>
          </a:prstGeom>
          <a:noFill/>
          <a:ln w="0">
            <a:noFill/>
          </a:ln>
        </p:spPr>
      </p:pic>
      <p:pic>
        <p:nvPicPr>
          <p:cNvPr id="174" name="Grafik 7"/>
          <p:cNvPicPr/>
          <p:nvPr/>
        </p:nvPicPr>
        <p:blipFill>
          <a:blip>
            <a:extLst>
              <a:ext uri="{96DAC541-7B7A-43D3-8B79-37D633B846F1}">
                <asvg:svgBlip xmlns:asvg="http://schemas.microsoft.com/office/drawing/2016/SVG/main" r:embed="rId8"/>
              </a:ext>
            </a:extLst>
          </a:blip>
          <a:stretch/>
        </p:blipFill>
        <p:spPr>
          <a:xfrm>
            <a:off x="2524800" y="1149120"/>
            <a:ext cx="400680" cy="317160"/>
          </a:xfrm>
          <a:prstGeom prst="rect">
            <a:avLst/>
          </a:prstGeom>
          <a:noFill/>
          <a:ln w="0">
            <a:noFill/>
          </a:ln>
        </p:spPr>
      </p:pic>
      <p:pic>
        <p:nvPicPr>
          <p:cNvPr id="175" name="Grafik 9"/>
          <p:cNvPicPr/>
          <p:nvPr/>
        </p:nvPicPr>
        <p:blipFill>
          <a:blip>
            <a:extLst>
              <a:ext uri="{96DAC541-7B7A-43D3-8B79-37D633B846F1}">
                <asvg:svgBlip xmlns:asvg="http://schemas.microsoft.com/office/drawing/2016/SVG/main" r:embed="rId9"/>
              </a:ext>
            </a:extLst>
          </a:blip>
          <a:stretch/>
        </p:blipFill>
        <p:spPr>
          <a:xfrm>
            <a:off x="3381950" y="1091880"/>
            <a:ext cx="323640" cy="399600"/>
          </a:xfrm>
          <a:prstGeom prst="rect">
            <a:avLst/>
          </a:prstGeom>
          <a:noFill/>
          <a:ln w="0">
            <a:noFill/>
          </a:ln>
        </p:spPr>
      </p:pic>
      <p:pic>
        <p:nvPicPr>
          <p:cNvPr id="176" name="Grafik 11"/>
          <p:cNvPicPr/>
          <p:nvPr/>
        </p:nvPicPr>
        <p:blipFill>
          <a:blip>
            <a:extLst>
              <a:ext uri="{96DAC541-7B7A-43D3-8B79-37D633B846F1}">
                <asvg:svgBlip xmlns:asvg="http://schemas.microsoft.com/office/drawing/2016/SVG/main" r:embed="rId10"/>
              </a:ext>
            </a:extLst>
          </a:blip>
          <a:stretch/>
        </p:blipFill>
        <p:spPr>
          <a:xfrm>
            <a:off x="4162060" y="1110960"/>
            <a:ext cx="285480" cy="342720"/>
          </a:xfrm>
          <a:prstGeom prst="rect">
            <a:avLst/>
          </a:prstGeom>
          <a:noFill/>
          <a:ln w="0">
            <a:noFill/>
          </a:ln>
        </p:spPr>
      </p:pic>
      <p:pic>
        <p:nvPicPr>
          <p:cNvPr id="177" name="Grafik 13"/>
          <p:cNvPicPr/>
          <p:nvPr/>
        </p:nvPicPr>
        <p:blipFill>
          <a:blip>
            <a:extLst>
              <a:ext uri="{96DAC541-7B7A-43D3-8B79-37D633B846F1}">
                <asvg:svgBlip xmlns:asvg="http://schemas.microsoft.com/office/drawing/2016/SVG/main" r:embed="rId11"/>
              </a:ext>
            </a:extLst>
          </a:blip>
          <a:stretch/>
        </p:blipFill>
        <p:spPr>
          <a:xfrm>
            <a:off x="4904010" y="1243461"/>
            <a:ext cx="437760" cy="228240"/>
          </a:xfrm>
          <a:prstGeom prst="rect">
            <a:avLst/>
          </a:prstGeom>
          <a:noFill/>
          <a:ln w="0">
            <a:noFill/>
          </a:ln>
        </p:spPr>
      </p:pic>
      <p:pic>
        <p:nvPicPr>
          <p:cNvPr id="178" name="Grafik 15"/>
          <p:cNvPicPr/>
          <p:nvPr/>
        </p:nvPicPr>
        <p:blipFill>
          <a:blip>
            <a:extLst>
              <a:ext uri="{96DAC541-7B7A-43D3-8B79-37D633B846F1}">
                <asvg:svgBlip xmlns:asvg="http://schemas.microsoft.com/office/drawing/2016/SVG/main" r:embed="rId12"/>
              </a:ext>
            </a:extLst>
          </a:blip>
          <a:stretch/>
        </p:blipFill>
        <p:spPr>
          <a:xfrm>
            <a:off x="5798240" y="1104480"/>
            <a:ext cx="456840" cy="361440"/>
          </a:xfrm>
          <a:prstGeom prst="rect">
            <a:avLst/>
          </a:prstGeom>
          <a:noFill/>
          <a:ln w="0">
            <a:noFill/>
          </a:ln>
        </p:spPr>
      </p:pic>
      <p:pic>
        <p:nvPicPr>
          <p:cNvPr id="179" name="Grafik 17"/>
          <p:cNvPicPr/>
          <p:nvPr/>
        </p:nvPicPr>
        <p:blipFill>
          <a:blip>
            <a:extLst>
              <a:ext uri="{96DAC541-7B7A-43D3-8B79-37D633B846F1}">
                <asvg:svgBlip xmlns:asvg="http://schemas.microsoft.com/office/drawing/2016/SVG/main" r:embed="rId13"/>
              </a:ext>
            </a:extLst>
          </a:blip>
          <a:stretch/>
        </p:blipFill>
        <p:spPr>
          <a:xfrm>
            <a:off x="6711550" y="1085400"/>
            <a:ext cx="437760" cy="418680"/>
          </a:xfrm>
          <a:prstGeom prst="rect">
            <a:avLst/>
          </a:prstGeom>
          <a:noFill/>
          <a:ln w="0">
            <a:noFill/>
          </a:ln>
        </p:spPr>
      </p:pic>
      <p:pic>
        <p:nvPicPr>
          <p:cNvPr id="180" name="Grafik 19"/>
          <p:cNvPicPr/>
          <p:nvPr/>
        </p:nvPicPr>
        <p:blipFill>
          <a:blip>
            <a:extLst>
              <a:ext uri="{96DAC541-7B7A-43D3-8B79-37D633B846F1}">
                <asvg:svgBlip xmlns:asvg="http://schemas.microsoft.com/office/drawing/2016/SVG/main" r:embed="rId14"/>
              </a:ext>
            </a:extLst>
          </a:blip>
          <a:stretch/>
        </p:blipFill>
        <p:spPr>
          <a:xfrm>
            <a:off x="7609537" y="1149120"/>
            <a:ext cx="456840" cy="361440"/>
          </a:xfrm>
          <a:prstGeom prst="rect">
            <a:avLst/>
          </a:prstGeom>
          <a:noFill/>
          <a:ln w="0">
            <a:noFill/>
          </a:ln>
        </p:spPr>
      </p:pic>
      <p:pic>
        <p:nvPicPr>
          <p:cNvPr id="181" name="Grafik 21"/>
          <p:cNvPicPr/>
          <p:nvPr/>
        </p:nvPicPr>
        <p:blipFill>
          <a:blip>
            <a:extLst>
              <a:ext uri="{96DAC541-7B7A-43D3-8B79-37D633B846F1}">
                <asvg:svgBlip xmlns:asvg="http://schemas.microsoft.com/office/drawing/2016/SVG/main" r:embed="rId15"/>
              </a:ext>
            </a:extLst>
          </a:blip>
          <a:stretch/>
        </p:blipFill>
        <p:spPr>
          <a:xfrm>
            <a:off x="1801101" y="1707840"/>
            <a:ext cx="495000" cy="456840"/>
          </a:xfrm>
          <a:prstGeom prst="rect">
            <a:avLst/>
          </a:prstGeom>
          <a:noFill/>
          <a:ln w="0">
            <a:noFill/>
          </a:ln>
        </p:spPr>
      </p:pic>
      <p:pic>
        <p:nvPicPr>
          <p:cNvPr id="182" name="Grafik 23"/>
          <p:cNvPicPr/>
          <p:nvPr/>
        </p:nvPicPr>
        <p:blipFill>
          <a:blip>
            <a:extLst>
              <a:ext uri="{96DAC541-7B7A-43D3-8B79-37D633B846F1}">
                <asvg:svgBlip xmlns:asvg="http://schemas.microsoft.com/office/drawing/2016/SVG/main" r:embed="rId16"/>
              </a:ext>
            </a:extLst>
          </a:blip>
          <a:stretch/>
        </p:blipFill>
        <p:spPr>
          <a:xfrm>
            <a:off x="2732302" y="1733040"/>
            <a:ext cx="380520" cy="380520"/>
          </a:xfrm>
          <a:prstGeom prst="rect">
            <a:avLst/>
          </a:prstGeom>
          <a:noFill/>
          <a:ln w="0">
            <a:noFill/>
          </a:ln>
        </p:spPr>
      </p:pic>
      <p:pic>
        <p:nvPicPr>
          <p:cNvPr id="184" name="Grafik 27"/>
          <p:cNvPicPr/>
          <p:nvPr/>
        </p:nvPicPr>
        <p:blipFill>
          <a:blip>
            <a:extLst>
              <a:ext uri="{96DAC541-7B7A-43D3-8B79-37D633B846F1}">
                <asvg:svgBlip xmlns:asvg="http://schemas.microsoft.com/office/drawing/2016/SVG/main" r:embed="rId17"/>
              </a:ext>
            </a:extLst>
          </a:blip>
          <a:stretch/>
        </p:blipFill>
        <p:spPr>
          <a:xfrm>
            <a:off x="888980" y="1726920"/>
            <a:ext cx="475920" cy="399600"/>
          </a:xfrm>
          <a:prstGeom prst="rect">
            <a:avLst/>
          </a:prstGeom>
          <a:noFill/>
          <a:ln w="0">
            <a:noFill/>
          </a:ln>
        </p:spPr>
      </p:pic>
      <p:pic>
        <p:nvPicPr>
          <p:cNvPr id="185" name="Grafik 29"/>
          <p:cNvPicPr/>
          <p:nvPr/>
        </p:nvPicPr>
        <p:blipFill>
          <a:blip>
            <a:extLst>
              <a:ext uri="{96DAC541-7B7A-43D3-8B79-37D633B846F1}">
                <asvg:svgBlip xmlns:asvg="http://schemas.microsoft.com/office/drawing/2016/SVG/main" r:embed="rId18"/>
              </a:ext>
            </a:extLst>
          </a:blip>
          <a:stretch/>
        </p:blipFill>
        <p:spPr>
          <a:xfrm>
            <a:off x="5170631" y="1785940"/>
            <a:ext cx="323203" cy="281560"/>
          </a:xfrm>
          <a:prstGeom prst="rect">
            <a:avLst/>
          </a:prstGeom>
          <a:noFill/>
          <a:ln w="0">
            <a:noFill/>
          </a:ln>
        </p:spPr>
      </p:pic>
      <p:pic>
        <p:nvPicPr>
          <p:cNvPr id="186" name="Grafik 31"/>
          <p:cNvPicPr/>
          <p:nvPr/>
        </p:nvPicPr>
        <p:blipFill>
          <a:blip>
            <a:extLst>
              <a:ext uri="{96DAC541-7B7A-43D3-8B79-37D633B846F1}">
                <asvg:svgBlip xmlns:asvg="http://schemas.microsoft.com/office/drawing/2016/SVG/main" r:embed="rId19"/>
              </a:ext>
            </a:extLst>
          </a:blip>
          <a:stretch/>
        </p:blipFill>
        <p:spPr>
          <a:xfrm>
            <a:off x="8524061" y="2538497"/>
            <a:ext cx="368640" cy="248151"/>
          </a:xfrm>
          <a:prstGeom prst="rect">
            <a:avLst/>
          </a:prstGeom>
          <a:noFill/>
          <a:ln w="0">
            <a:noFill/>
          </a:ln>
        </p:spPr>
      </p:pic>
      <p:pic>
        <p:nvPicPr>
          <p:cNvPr id="187" name="Grafik 33"/>
          <p:cNvPicPr/>
          <p:nvPr/>
        </p:nvPicPr>
        <p:blipFill>
          <a:blip>
            <a:extLst>
              <a:ext uri="{96DAC541-7B7A-43D3-8B79-37D633B846F1}">
                <asvg:svgBlip xmlns:asvg="http://schemas.microsoft.com/office/drawing/2016/SVG/main" r:embed="rId20"/>
              </a:ext>
            </a:extLst>
          </a:blip>
          <a:stretch/>
        </p:blipFill>
        <p:spPr>
          <a:xfrm>
            <a:off x="9375165" y="2391400"/>
            <a:ext cx="380520" cy="418680"/>
          </a:xfrm>
          <a:prstGeom prst="rect">
            <a:avLst/>
          </a:prstGeom>
          <a:noFill/>
          <a:ln w="0">
            <a:noFill/>
          </a:ln>
        </p:spPr>
      </p:pic>
      <p:pic>
        <p:nvPicPr>
          <p:cNvPr id="188" name="Grafik 35"/>
          <p:cNvPicPr/>
          <p:nvPr/>
        </p:nvPicPr>
        <p:blipFill>
          <a:blip>
            <a:extLst>
              <a:ext uri="{96DAC541-7B7A-43D3-8B79-37D633B846F1}">
                <asvg:svgBlip xmlns:asvg="http://schemas.microsoft.com/office/drawing/2016/SVG/main" r:embed="rId21"/>
              </a:ext>
            </a:extLst>
          </a:blip>
          <a:stretch/>
        </p:blipFill>
        <p:spPr>
          <a:xfrm>
            <a:off x="943200" y="3140716"/>
            <a:ext cx="428880" cy="428880"/>
          </a:xfrm>
          <a:prstGeom prst="rect">
            <a:avLst/>
          </a:prstGeom>
          <a:noFill/>
          <a:ln w="0">
            <a:noFill/>
          </a:ln>
        </p:spPr>
      </p:pic>
      <p:pic>
        <p:nvPicPr>
          <p:cNvPr id="189" name="Grafik 37"/>
          <p:cNvPicPr/>
          <p:nvPr/>
        </p:nvPicPr>
        <p:blipFill>
          <a:blip>
            <a:extLst>
              <a:ext uri="{96DAC541-7B7A-43D3-8B79-37D633B846F1}">
                <asvg:svgBlip xmlns:asvg="http://schemas.microsoft.com/office/drawing/2016/SVG/main" r:embed="rId22"/>
              </a:ext>
            </a:extLst>
          </a:blip>
          <a:stretch/>
        </p:blipFill>
        <p:spPr>
          <a:xfrm>
            <a:off x="1865830" y="3169996"/>
            <a:ext cx="285480" cy="399600"/>
          </a:xfrm>
          <a:prstGeom prst="rect">
            <a:avLst/>
          </a:prstGeom>
          <a:noFill/>
          <a:ln w="0">
            <a:noFill/>
          </a:ln>
        </p:spPr>
      </p:pic>
      <p:pic>
        <p:nvPicPr>
          <p:cNvPr id="190" name="Grafik 39"/>
          <p:cNvPicPr/>
          <p:nvPr/>
        </p:nvPicPr>
        <p:blipFill>
          <a:blip>
            <a:extLst>
              <a:ext uri="{96DAC541-7B7A-43D3-8B79-37D633B846F1}">
                <asvg:svgBlip xmlns:asvg="http://schemas.microsoft.com/office/drawing/2016/SVG/main" r:embed="rId23"/>
              </a:ext>
            </a:extLst>
          </a:blip>
          <a:stretch/>
        </p:blipFill>
        <p:spPr>
          <a:xfrm>
            <a:off x="3538410" y="3158756"/>
            <a:ext cx="297000" cy="464106"/>
          </a:xfrm>
          <a:prstGeom prst="rect">
            <a:avLst/>
          </a:prstGeom>
          <a:noFill/>
          <a:ln w="0">
            <a:noFill/>
          </a:ln>
        </p:spPr>
      </p:pic>
      <p:pic>
        <p:nvPicPr>
          <p:cNvPr id="191" name="Grafik 41"/>
          <p:cNvPicPr/>
          <p:nvPr/>
        </p:nvPicPr>
        <p:blipFill>
          <a:blip>
            <a:extLst>
              <a:ext uri="{96DAC541-7B7A-43D3-8B79-37D633B846F1}">
                <asvg:svgBlip xmlns:asvg="http://schemas.microsoft.com/office/drawing/2016/SVG/main" r:embed="rId24"/>
              </a:ext>
            </a:extLst>
          </a:blip>
          <a:stretch/>
        </p:blipFill>
        <p:spPr>
          <a:xfrm>
            <a:off x="3563513" y="2467637"/>
            <a:ext cx="297001" cy="308065"/>
          </a:xfrm>
          <a:prstGeom prst="rect">
            <a:avLst/>
          </a:prstGeom>
          <a:noFill/>
          <a:ln w="0">
            <a:noFill/>
          </a:ln>
        </p:spPr>
      </p:pic>
      <p:pic>
        <p:nvPicPr>
          <p:cNvPr id="192" name="Grafik 43"/>
          <p:cNvPicPr/>
          <p:nvPr/>
        </p:nvPicPr>
        <p:blipFill>
          <a:blip>
            <a:extLst>
              <a:ext uri="{96DAC541-7B7A-43D3-8B79-37D633B846F1}">
                <asvg:svgBlip xmlns:asvg="http://schemas.microsoft.com/office/drawing/2016/SVG/main" r:embed="rId25"/>
              </a:ext>
            </a:extLst>
          </a:blip>
          <a:stretch/>
        </p:blipFill>
        <p:spPr>
          <a:xfrm>
            <a:off x="11077440" y="3169996"/>
            <a:ext cx="342720" cy="399600"/>
          </a:xfrm>
          <a:prstGeom prst="rect">
            <a:avLst/>
          </a:prstGeom>
          <a:noFill/>
          <a:ln w="0">
            <a:noFill/>
          </a:ln>
        </p:spPr>
      </p:pic>
      <p:pic>
        <p:nvPicPr>
          <p:cNvPr id="193" name="Grafik 45"/>
          <p:cNvPicPr/>
          <p:nvPr/>
        </p:nvPicPr>
        <p:blipFill>
          <a:blip>
            <a:extLst>
              <a:ext uri="{96DAC541-7B7A-43D3-8B79-37D633B846F1}">
                <asvg:svgBlip xmlns:asvg="http://schemas.microsoft.com/office/drawing/2016/SVG/main" r:embed="rId26"/>
              </a:ext>
            </a:extLst>
          </a:blip>
          <a:stretch/>
        </p:blipFill>
        <p:spPr>
          <a:xfrm>
            <a:off x="10240970" y="3169996"/>
            <a:ext cx="342720" cy="399600"/>
          </a:xfrm>
          <a:prstGeom prst="rect">
            <a:avLst/>
          </a:prstGeom>
          <a:noFill/>
          <a:ln w="0">
            <a:noFill/>
          </a:ln>
        </p:spPr>
      </p:pic>
      <p:pic>
        <p:nvPicPr>
          <p:cNvPr id="194" name="Grafik 47"/>
          <p:cNvPicPr/>
          <p:nvPr/>
        </p:nvPicPr>
        <p:blipFill>
          <a:blip>
            <a:extLst>
              <a:ext uri="{96DAC541-7B7A-43D3-8B79-37D633B846F1}">
                <asvg:svgBlip xmlns:asvg="http://schemas.microsoft.com/office/drawing/2016/SVG/main" r:embed="rId27"/>
              </a:ext>
            </a:extLst>
          </a:blip>
          <a:stretch/>
        </p:blipFill>
        <p:spPr>
          <a:xfrm>
            <a:off x="10975873" y="3941712"/>
            <a:ext cx="514080" cy="343800"/>
          </a:xfrm>
          <a:prstGeom prst="rect">
            <a:avLst/>
          </a:prstGeom>
          <a:noFill/>
          <a:ln w="0">
            <a:noFill/>
          </a:ln>
        </p:spPr>
      </p:pic>
      <p:pic>
        <p:nvPicPr>
          <p:cNvPr id="195" name="Grafik 49"/>
          <p:cNvPicPr/>
          <p:nvPr/>
        </p:nvPicPr>
        <p:blipFill>
          <a:blip>
            <a:extLst>
              <a:ext uri="{96DAC541-7B7A-43D3-8B79-37D633B846F1}">
                <asvg:svgBlip xmlns:asvg="http://schemas.microsoft.com/office/drawing/2016/SVG/main" r:embed="rId28"/>
              </a:ext>
            </a:extLst>
          </a:blip>
          <a:stretch/>
        </p:blipFill>
        <p:spPr>
          <a:xfrm>
            <a:off x="4342978" y="2454772"/>
            <a:ext cx="380520" cy="361440"/>
          </a:xfrm>
          <a:prstGeom prst="rect">
            <a:avLst/>
          </a:prstGeom>
          <a:noFill/>
          <a:ln w="0">
            <a:noFill/>
          </a:ln>
        </p:spPr>
      </p:pic>
      <p:pic>
        <p:nvPicPr>
          <p:cNvPr id="196" name="Grafik 51"/>
          <p:cNvPicPr/>
          <p:nvPr/>
        </p:nvPicPr>
        <p:blipFill>
          <a:blip>
            <a:extLst>
              <a:ext uri="{96DAC541-7B7A-43D3-8B79-37D633B846F1}">
                <asvg:svgBlip xmlns:asvg="http://schemas.microsoft.com/office/drawing/2016/SVG/main" r:embed="rId29"/>
              </a:ext>
            </a:extLst>
          </a:blip>
          <a:stretch/>
        </p:blipFill>
        <p:spPr>
          <a:xfrm>
            <a:off x="10238149" y="2407265"/>
            <a:ext cx="380520" cy="418680"/>
          </a:xfrm>
          <a:prstGeom prst="rect">
            <a:avLst/>
          </a:prstGeom>
          <a:noFill/>
          <a:ln w="0">
            <a:noFill/>
          </a:ln>
        </p:spPr>
      </p:pic>
      <p:pic>
        <p:nvPicPr>
          <p:cNvPr id="197" name="Grafik 53"/>
          <p:cNvPicPr/>
          <p:nvPr/>
        </p:nvPicPr>
        <p:blipFill>
          <a:blip>
            <a:extLst>
              <a:ext uri="{96DAC541-7B7A-43D3-8B79-37D633B846F1}">
                <asvg:svgBlip xmlns:asvg="http://schemas.microsoft.com/office/drawing/2016/SVG/main" r:embed="rId30"/>
              </a:ext>
            </a:extLst>
          </a:blip>
          <a:stretch/>
        </p:blipFill>
        <p:spPr>
          <a:xfrm>
            <a:off x="11101136" y="2407265"/>
            <a:ext cx="399600" cy="418680"/>
          </a:xfrm>
          <a:prstGeom prst="rect">
            <a:avLst/>
          </a:prstGeom>
          <a:noFill/>
          <a:ln w="0">
            <a:noFill/>
          </a:ln>
        </p:spPr>
      </p:pic>
      <p:pic>
        <p:nvPicPr>
          <p:cNvPr id="198" name="Grafik 55"/>
          <p:cNvPicPr/>
          <p:nvPr/>
        </p:nvPicPr>
        <p:blipFill>
          <a:blip>
            <a:extLst>
              <a:ext uri="{96DAC541-7B7A-43D3-8B79-37D633B846F1}">
                <asvg:svgBlip xmlns:asvg="http://schemas.microsoft.com/office/drawing/2016/SVG/main" r:embed="rId31"/>
              </a:ext>
            </a:extLst>
          </a:blip>
          <a:stretch/>
        </p:blipFill>
        <p:spPr>
          <a:xfrm>
            <a:off x="4392566" y="3150916"/>
            <a:ext cx="323640" cy="418680"/>
          </a:xfrm>
          <a:prstGeom prst="rect">
            <a:avLst/>
          </a:prstGeom>
          <a:noFill/>
          <a:ln w="0">
            <a:noFill/>
          </a:ln>
        </p:spPr>
      </p:pic>
      <p:pic>
        <p:nvPicPr>
          <p:cNvPr id="199" name="Grafik 57"/>
          <p:cNvPicPr/>
          <p:nvPr/>
        </p:nvPicPr>
        <p:blipFill>
          <a:blip>
            <a:extLst>
              <a:ext uri="{96DAC541-7B7A-43D3-8B79-37D633B846F1}">
                <asvg:svgBlip xmlns:asvg="http://schemas.microsoft.com/office/drawing/2016/SVG/main" r:embed="rId32"/>
              </a:ext>
            </a:extLst>
          </a:blip>
          <a:stretch/>
        </p:blipFill>
        <p:spPr>
          <a:xfrm>
            <a:off x="1735045" y="2467820"/>
            <a:ext cx="463940" cy="336821"/>
          </a:xfrm>
          <a:prstGeom prst="rect">
            <a:avLst/>
          </a:prstGeom>
          <a:noFill/>
          <a:ln w="0">
            <a:noFill/>
          </a:ln>
        </p:spPr>
      </p:pic>
      <p:pic>
        <p:nvPicPr>
          <p:cNvPr id="200" name="Grafik 59"/>
          <p:cNvPicPr/>
          <p:nvPr/>
        </p:nvPicPr>
        <p:blipFill>
          <a:blip>
            <a:extLst>
              <a:ext uri="{96DAC541-7B7A-43D3-8B79-37D633B846F1}">
                <asvg:svgBlip xmlns:asvg="http://schemas.microsoft.com/office/drawing/2016/SVG/main" r:embed="rId33"/>
              </a:ext>
            </a:extLst>
          </a:blip>
          <a:stretch/>
        </p:blipFill>
        <p:spPr>
          <a:xfrm>
            <a:off x="7641997" y="2430193"/>
            <a:ext cx="399600" cy="380520"/>
          </a:xfrm>
          <a:prstGeom prst="rect">
            <a:avLst/>
          </a:prstGeom>
          <a:noFill/>
          <a:ln w="0">
            <a:noFill/>
          </a:ln>
        </p:spPr>
      </p:pic>
      <p:pic>
        <p:nvPicPr>
          <p:cNvPr id="201" name="Grafik 61"/>
          <p:cNvPicPr/>
          <p:nvPr/>
        </p:nvPicPr>
        <p:blipFill>
          <a:blip>
            <a:extLst>
              <a:ext uri="{96DAC541-7B7A-43D3-8B79-37D633B846F1}">
                <asvg:svgBlip xmlns:asvg="http://schemas.microsoft.com/office/drawing/2016/SVG/main" r:embed="rId34"/>
              </a:ext>
            </a:extLst>
          </a:blip>
          <a:stretch/>
        </p:blipFill>
        <p:spPr>
          <a:xfrm>
            <a:off x="6076046" y="2397520"/>
            <a:ext cx="151920" cy="399600"/>
          </a:xfrm>
          <a:prstGeom prst="rect">
            <a:avLst/>
          </a:prstGeom>
          <a:noFill/>
          <a:ln w="0">
            <a:noFill/>
          </a:ln>
        </p:spPr>
      </p:pic>
      <p:pic>
        <p:nvPicPr>
          <p:cNvPr id="202" name="Grafik 475"/>
          <p:cNvPicPr/>
          <p:nvPr/>
        </p:nvPicPr>
        <p:blipFill>
          <a:blip>
            <a:extLst>
              <a:ext uri="{96DAC541-7B7A-43D3-8B79-37D633B846F1}">
                <asvg:svgBlip xmlns:asvg="http://schemas.microsoft.com/office/drawing/2016/SVG/main" r:embed="rId35"/>
              </a:ext>
            </a:extLst>
          </a:blip>
          <a:stretch/>
        </p:blipFill>
        <p:spPr>
          <a:xfrm>
            <a:off x="6710430" y="2402410"/>
            <a:ext cx="449103" cy="336600"/>
          </a:xfrm>
          <a:prstGeom prst="rect">
            <a:avLst/>
          </a:prstGeom>
          <a:noFill/>
          <a:ln w="0">
            <a:noFill/>
          </a:ln>
        </p:spPr>
      </p:pic>
      <p:pic>
        <p:nvPicPr>
          <p:cNvPr id="203" name="Grafik 477"/>
          <p:cNvPicPr/>
          <p:nvPr/>
        </p:nvPicPr>
        <p:blipFill>
          <a:blip>
            <a:extLst>
              <a:ext uri="{96DAC541-7B7A-43D3-8B79-37D633B846F1}">
                <asvg:svgBlip xmlns:asvg="http://schemas.microsoft.com/office/drawing/2016/SVG/main" r:embed="rId36"/>
              </a:ext>
            </a:extLst>
          </a:blip>
          <a:stretch/>
        </p:blipFill>
        <p:spPr>
          <a:xfrm>
            <a:off x="5218680" y="3169996"/>
            <a:ext cx="285480" cy="399600"/>
          </a:xfrm>
          <a:prstGeom prst="rect">
            <a:avLst/>
          </a:prstGeom>
          <a:noFill/>
          <a:ln w="0">
            <a:noFill/>
          </a:ln>
        </p:spPr>
      </p:pic>
      <p:pic>
        <p:nvPicPr>
          <p:cNvPr id="204" name="Grafik 479"/>
          <p:cNvPicPr/>
          <p:nvPr/>
        </p:nvPicPr>
        <p:blipFill>
          <a:blip>
            <a:extLst>
              <a:ext uri="{96DAC541-7B7A-43D3-8B79-37D633B846F1}">
                <asvg:svgBlip xmlns:asvg="http://schemas.microsoft.com/office/drawing/2016/SVG/main" r:embed="rId37"/>
              </a:ext>
            </a:extLst>
          </a:blip>
          <a:stretch/>
        </p:blipFill>
        <p:spPr>
          <a:xfrm>
            <a:off x="5986594" y="3169996"/>
            <a:ext cx="304560" cy="418680"/>
          </a:xfrm>
          <a:prstGeom prst="rect">
            <a:avLst/>
          </a:prstGeom>
          <a:noFill/>
          <a:ln w="0">
            <a:noFill/>
          </a:ln>
        </p:spPr>
      </p:pic>
      <p:pic>
        <p:nvPicPr>
          <p:cNvPr id="205" name="Grafik 481"/>
          <p:cNvPicPr/>
          <p:nvPr/>
        </p:nvPicPr>
        <p:blipFill>
          <a:blip>
            <a:extLst>
              <a:ext uri="{96DAC541-7B7A-43D3-8B79-37D633B846F1}">
                <asvg:svgBlip xmlns:asvg="http://schemas.microsoft.com/office/drawing/2016/SVG/main" r:embed="rId38"/>
              </a:ext>
            </a:extLst>
          </a:blip>
          <a:stretch/>
        </p:blipFill>
        <p:spPr>
          <a:xfrm>
            <a:off x="6811040" y="3169996"/>
            <a:ext cx="285480" cy="399600"/>
          </a:xfrm>
          <a:prstGeom prst="rect">
            <a:avLst/>
          </a:prstGeom>
          <a:noFill/>
          <a:ln w="0">
            <a:noFill/>
          </a:ln>
        </p:spPr>
      </p:pic>
      <p:pic>
        <p:nvPicPr>
          <p:cNvPr id="206" name="Grafik 483"/>
          <p:cNvPicPr/>
          <p:nvPr/>
        </p:nvPicPr>
        <p:blipFill>
          <a:blip>
            <a:extLst>
              <a:ext uri="{96DAC541-7B7A-43D3-8B79-37D633B846F1}">
                <asvg:svgBlip xmlns:asvg="http://schemas.microsoft.com/office/drawing/2016/SVG/main" r:embed="rId39"/>
              </a:ext>
            </a:extLst>
          </a:blip>
          <a:stretch/>
        </p:blipFill>
        <p:spPr>
          <a:xfrm>
            <a:off x="7682447" y="3169996"/>
            <a:ext cx="285480" cy="399600"/>
          </a:xfrm>
          <a:prstGeom prst="rect">
            <a:avLst/>
          </a:prstGeom>
          <a:noFill/>
          <a:ln w="0">
            <a:noFill/>
          </a:ln>
        </p:spPr>
      </p:pic>
      <p:pic>
        <p:nvPicPr>
          <p:cNvPr id="207" name="Grafik 485"/>
          <p:cNvPicPr/>
          <p:nvPr/>
        </p:nvPicPr>
        <p:blipFill>
          <a:blip>
            <a:extLst>
              <a:ext uri="{96DAC541-7B7A-43D3-8B79-37D633B846F1}">
                <asvg:svgBlip xmlns:asvg="http://schemas.microsoft.com/office/drawing/2016/SVG/main" r:embed="rId40"/>
              </a:ext>
            </a:extLst>
          </a:blip>
          <a:stretch/>
        </p:blipFill>
        <p:spPr>
          <a:xfrm>
            <a:off x="10005087" y="3904992"/>
            <a:ext cx="456840" cy="380520"/>
          </a:xfrm>
          <a:prstGeom prst="rect">
            <a:avLst/>
          </a:prstGeom>
          <a:noFill/>
          <a:ln w="0">
            <a:noFill/>
          </a:ln>
        </p:spPr>
      </p:pic>
      <p:pic>
        <p:nvPicPr>
          <p:cNvPr id="208" name="Grafik 487"/>
          <p:cNvPicPr/>
          <p:nvPr/>
        </p:nvPicPr>
        <p:blipFill>
          <a:blip>
            <a:extLst>
              <a:ext uri="{96DAC541-7B7A-43D3-8B79-37D633B846F1}">
                <asvg:svgBlip xmlns:asvg="http://schemas.microsoft.com/office/drawing/2016/SVG/main" r:embed="rId41"/>
              </a:ext>
            </a:extLst>
          </a:blip>
          <a:stretch/>
        </p:blipFill>
        <p:spPr>
          <a:xfrm>
            <a:off x="1766530" y="3918641"/>
            <a:ext cx="481886" cy="356690"/>
          </a:xfrm>
          <a:prstGeom prst="rect">
            <a:avLst/>
          </a:prstGeom>
          <a:noFill/>
          <a:ln w="0">
            <a:noFill/>
          </a:ln>
        </p:spPr>
      </p:pic>
      <p:pic>
        <p:nvPicPr>
          <p:cNvPr id="209" name="Grafik 489"/>
          <p:cNvPicPr/>
          <p:nvPr/>
        </p:nvPicPr>
        <p:blipFill>
          <a:blip>
            <a:extLst>
              <a:ext uri="{96DAC541-7B7A-43D3-8B79-37D633B846F1}">
                <asvg:svgBlip xmlns:asvg="http://schemas.microsoft.com/office/drawing/2016/SVG/main" r:embed="rId42"/>
              </a:ext>
            </a:extLst>
          </a:blip>
          <a:stretch/>
        </p:blipFill>
        <p:spPr>
          <a:xfrm>
            <a:off x="5205962" y="2510832"/>
            <a:ext cx="387620" cy="235887"/>
          </a:xfrm>
          <a:prstGeom prst="rect">
            <a:avLst/>
          </a:prstGeom>
          <a:noFill/>
          <a:ln w="0">
            <a:noFill/>
          </a:ln>
        </p:spPr>
      </p:pic>
      <p:pic>
        <p:nvPicPr>
          <p:cNvPr id="210" name="Grafik 491"/>
          <p:cNvPicPr/>
          <p:nvPr/>
        </p:nvPicPr>
        <p:blipFill>
          <a:blip>
            <a:extLst>
              <a:ext uri="{96DAC541-7B7A-43D3-8B79-37D633B846F1}">
                <asvg:svgBlip xmlns:asvg="http://schemas.microsoft.com/office/drawing/2016/SVG/main" r:embed="rId43"/>
              </a:ext>
            </a:extLst>
          </a:blip>
          <a:stretch/>
        </p:blipFill>
        <p:spPr>
          <a:xfrm>
            <a:off x="2681449" y="2430193"/>
            <a:ext cx="399600" cy="418680"/>
          </a:xfrm>
          <a:prstGeom prst="rect">
            <a:avLst/>
          </a:prstGeom>
          <a:noFill/>
          <a:ln w="0">
            <a:noFill/>
          </a:ln>
        </p:spPr>
      </p:pic>
      <p:pic>
        <p:nvPicPr>
          <p:cNvPr id="211" name="Grafik 493"/>
          <p:cNvPicPr/>
          <p:nvPr/>
        </p:nvPicPr>
        <p:blipFill>
          <a:blip>
            <a:extLst>
              <a:ext uri="{96DAC541-7B7A-43D3-8B79-37D633B846F1}">
                <asvg:svgBlip xmlns:asvg="http://schemas.microsoft.com/office/drawing/2016/SVG/main" r:embed="rId44"/>
              </a:ext>
            </a:extLst>
          </a:blip>
          <a:stretch/>
        </p:blipFill>
        <p:spPr>
          <a:xfrm>
            <a:off x="2718349" y="3169996"/>
            <a:ext cx="399600" cy="399600"/>
          </a:xfrm>
          <a:prstGeom prst="rect">
            <a:avLst/>
          </a:prstGeom>
          <a:noFill/>
          <a:ln w="0">
            <a:noFill/>
          </a:ln>
        </p:spPr>
      </p:pic>
      <p:pic>
        <p:nvPicPr>
          <p:cNvPr id="212" name="Grafik 495"/>
          <p:cNvPicPr/>
          <p:nvPr/>
        </p:nvPicPr>
        <p:blipFill>
          <a:blip>
            <a:extLst>
              <a:ext uri="{96DAC541-7B7A-43D3-8B79-37D633B846F1}">
                <asvg:svgBlip xmlns:asvg="http://schemas.microsoft.com/office/drawing/2016/SVG/main" r:embed="rId45"/>
              </a:ext>
            </a:extLst>
          </a:blip>
          <a:stretch/>
        </p:blipFill>
        <p:spPr>
          <a:xfrm>
            <a:off x="869040" y="5115414"/>
            <a:ext cx="340516" cy="340516"/>
          </a:xfrm>
          <a:prstGeom prst="rect">
            <a:avLst/>
          </a:prstGeom>
          <a:noFill/>
          <a:ln w="0">
            <a:noFill/>
          </a:ln>
        </p:spPr>
      </p:pic>
      <p:pic>
        <p:nvPicPr>
          <p:cNvPr id="213" name="Grafik 497"/>
          <p:cNvPicPr/>
          <p:nvPr/>
        </p:nvPicPr>
        <p:blipFill>
          <a:blip>
            <a:extLst>
              <a:ext uri="{96DAC541-7B7A-43D3-8B79-37D633B846F1}">
                <asvg:svgBlip xmlns:asvg="http://schemas.microsoft.com/office/drawing/2016/SVG/main" r:embed="rId46"/>
              </a:ext>
            </a:extLst>
          </a:blip>
          <a:stretch/>
        </p:blipFill>
        <p:spPr>
          <a:xfrm>
            <a:off x="1682727" y="5123544"/>
            <a:ext cx="324257" cy="324257"/>
          </a:xfrm>
          <a:prstGeom prst="rect">
            <a:avLst/>
          </a:prstGeom>
          <a:noFill/>
          <a:ln w="0">
            <a:noFill/>
          </a:ln>
        </p:spPr>
      </p:pic>
      <p:pic>
        <p:nvPicPr>
          <p:cNvPr id="214" name="Grafik 499"/>
          <p:cNvPicPr/>
          <p:nvPr/>
        </p:nvPicPr>
        <p:blipFill>
          <a:blip>
            <a:extLst>
              <a:ext uri="{96DAC541-7B7A-43D3-8B79-37D633B846F1}">
                <asvg:svgBlip xmlns:asvg="http://schemas.microsoft.com/office/drawing/2016/SVG/main" r:embed="rId47"/>
              </a:ext>
            </a:extLst>
          </a:blip>
          <a:stretch/>
        </p:blipFill>
        <p:spPr>
          <a:xfrm>
            <a:off x="2477334" y="5115414"/>
            <a:ext cx="340516" cy="340516"/>
          </a:xfrm>
          <a:prstGeom prst="rect">
            <a:avLst/>
          </a:prstGeom>
          <a:noFill/>
          <a:ln w="0">
            <a:noFill/>
          </a:ln>
        </p:spPr>
      </p:pic>
      <p:pic>
        <p:nvPicPr>
          <p:cNvPr id="215" name="Grafik 501"/>
          <p:cNvPicPr/>
          <p:nvPr/>
        </p:nvPicPr>
        <p:blipFill>
          <a:blip>
            <a:extLst>
              <a:ext uri="{96DAC541-7B7A-43D3-8B79-37D633B846F1}">
                <asvg:svgBlip xmlns:asvg="http://schemas.microsoft.com/office/drawing/2016/SVG/main" r:embed="rId48"/>
              </a:ext>
            </a:extLst>
          </a:blip>
          <a:stretch/>
        </p:blipFill>
        <p:spPr>
          <a:xfrm>
            <a:off x="3291021" y="5164037"/>
            <a:ext cx="356776" cy="243270"/>
          </a:xfrm>
          <a:prstGeom prst="rect">
            <a:avLst/>
          </a:prstGeom>
          <a:noFill/>
          <a:ln w="0">
            <a:noFill/>
          </a:ln>
        </p:spPr>
      </p:pic>
      <p:pic>
        <p:nvPicPr>
          <p:cNvPr id="216" name="Grafik 503"/>
          <p:cNvPicPr/>
          <p:nvPr/>
        </p:nvPicPr>
        <p:blipFill>
          <a:blip>
            <a:extLst>
              <a:ext uri="{96DAC541-7B7A-43D3-8B79-37D633B846F1}">
                <asvg:svgBlip xmlns:asvg="http://schemas.microsoft.com/office/drawing/2016/SVG/main" r:embed="rId49"/>
              </a:ext>
            </a:extLst>
          </a:blip>
          <a:stretch/>
        </p:blipFill>
        <p:spPr>
          <a:xfrm>
            <a:off x="4123788" y="5131673"/>
            <a:ext cx="307999" cy="307999"/>
          </a:xfrm>
          <a:prstGeom prst="rect">
            <a:avLst/>
          </a:prstGeom>
          <a:noFill/>
          <a:ln w="0">
            <a:noFill/>
          </a:ln>
        </p:spPr>
      </p:pic>
      <p:pic>
        <p:nvPicPr>
          <p:cNvPr id="217" name="Grafik 505"/>
          <p:cNvPicPr/>
          <p:nvPr/>
        </p:nvPicPr>
        <p:blipFill>
          <a:blip>
            <a:extLst>
              <a:ext uri="{96DAC541-7B7A-43D3-8B79-37D633B846F1}">
                <asvg:svgBlip xmlns:asvg="http://schemas.microsoft.com/office/drawing/2016/SVG/main" r:embed="rId50"/>
              </a:ext>
            </a:extLst>
          </a:blip>
          <a:stretch/>
        </p:blipFill>
        <p:spPr>
          <a:xfrm>
            <a:off x="4899315" y="5123544"/>
            <a:ext cx="307998" cy="324257"/>
          </a:xfrm>
          <a:prstGeom prst="rect">
            <a:avLst/>
          </a:prstGeom>
          <a:noFill/>
          <a:ln w="0">
            <a:noFill/>
          </a:ln>
        </p:spPr>
      </p:pic>
      <p:pic>
        <p:nvPicPr>
          <p:cNvPr id="218" name="Grafik 507"/>
          <p:cNvPicPr/>
          <p:nvPr/>
        </p:nvPicPr>
        <p:blipFill>
          <a:blip>
            <a:extLst>
              <a:ext uri="{96DAC541-7B7A-43D3-8B79-37D633B846F1}">
                <asvg:svgBlip xmlns:asvg="http://schemas.microsoft.com/office/drawing/2016/SVG/main" r:embed="rId51"/>
              </a:ext>
            </a:extLst>
          </a:blip>
          <a:stretch/>
        </p:blipFill>
        <p:spPr>
          <a:xfrm>
            <a:off x="5674842" y="5139649"/>
            <a:ext cx="259528" cy="292046"/>
          </a:xfrm>
          <a:prstGeom prst="rect">
            <a:avLst/>
          </a:prstGeom>
          <a:noFill/>
          <a:ln w="0">
            <a:noFill/>
          </a:ln>
        </p:spPr>
      </p:pic>
      <p:pic>
        <p:nvPicPr>
          <p:cNvPr id="219" name="Grafik 509"/>
          <p:cNvPicPr/>
          <p:nvPr/>
        </p:nvPicPr>
        <p:blipFill>
          <a:blip>
            <a:extLst>
              <a:ext uri="{96DAC541-7B7A-43D3-8B79-37D633B846F1}">
                <asvg:svgBlip xmlns:asvg="http://schemas.microsoft.com/office/drawing/2016/SVG/main" r:embed="rId52"/>
              </a:ext>
            </a:extLst>
          </a:blip>
          <a:stretch/>
        </p:blipFill>
        <p:spPr>
          <a:xfrm>
            <a:off x="7232704" y="5165007"/>
            <a:ext cx="194493" cy="307999"/>
          </a:xfrm>
          <a:prstGeom prst="rect">
            <a:avLst/>
          </a:prstGeom>
          <a:noFill/>
          <a:ln w="0">
            <a:noFill/>
          </a:ln>
        </p:spPr>
      </p:pic>
      <p:pic>
        <p:nvPicPr>
          <p:cNvPr id="2" name="Grafik 1">
            <a:extLst>
              <a:ext uri="{FF2B5EF4-FFF2-40B4-BE49-F238E27FC236}">
                <a16:creationId xmlns:a16="http://schemas.microsoft.com/office/drawing/2014/main" id="{ACAF4101-D08A-0981-B2FB-5AB4A42204CA}"/>
              </a:ext>
            </a:extLst>
          </p:cNvPr>
          <p:cNvPicPr>
            <a:picLocks noChangeAspect="1"/>
          </p:cNvPicPr>
          <p:nvPr/>
        </p:nvPicPr>
        <p:blipFill>
          <a:blip>
            <a:extLst>
              <a:ext uri="{96DAC541-7B7A-43D3-8B79-37D633B846F1}">
                <asvg:svgBlip xmlns:asvg="http://schemas.microsoft.com/office/drawing/2016/SVG/main" r:embed="rId53"/>
              </a:ext>
            </a:extLst>
          </a:blip>
          <a:stretch>
            <a:fillRect/>
          </a:stretch>
        </p:blipFill>
        <p:spPr>
          <a:xfrm>
            <a:off x="6451363" y="5164037"/>
            <a:ext cx="361595" cy="309938"/>
          </a:xfrm>
          <a:prstGeom prst="rect">
            <a:avLst/>
          </a:prstGeom>
        </p:spPr>
      </p:pic>
      <p:pic>
        <p:nvPicPr>
          <p:cNvPr id="13" name="Grafik 12">
            <a:extLst>
              <a:ext uri="{FF2B5EF4-FFF2-40B4-BE49-F238E27FC236}">
                <a16:creationId xmlns:a16="http://schemas.microsoft.com/office/drawing/2014/main" id="{9DBEC99E-5CE4-7F99-356A-9EBBD6B5A477}"/>
              </a:ext>
            </a:extLst>
          </p:cNvPr>
          <p:cNvPicPr>
            <a:picLocks noChangeAspect="1"/>
          </p:cNvPicPr>
          <p:nvPr/>
        </p:nvPicPr>
        <p:blipFill>
          <a:blip>
            <a:extLst>
              <a:ext uri="{96DAC541-7B7A-43D3-8B79-37D633B846F1}">
                <asvg:svgBlip xmlns:asvg="http://schemas.microsoft.com/office/drawing/2016/SVG/main" r:embed="rId54"/>
              </a:ext>
            </a:extLst>
          </a:blip>
          <a:stretch>
            <a:fillRect/>
          </a:stretch>
        </p:blipFill>
        <p:spPr>
          <a:xfrm>
            <a:off x="2762365" y="3814568"/>
            <a:ext cx="481885" cy="456522"/>
          </a:xfrm>
          <a:prstGeom prst="rect">
            <a:avLst/>
          </a:prstGeom>
        </p:spPr>
      </p:pic>
      <p:pic>
        <p:nvPicPr>
          <p:cNvPr id="14" name="Grafik 13">
            <a:extLst>
              <a:ext uri="{FF2B5EF4-FFF2-40B4-BE49-F238E27FC236}">
                <a16:creationId xmlns:a16="http://schemas.microsoft.com/office/drawing/2014/main" id="{650E51A1-8743-5A77-522F-DEE529E18121}"/>
              </a:ext>
            </a:extLst>
          </p:cNvPr>
          <p:cNvPicPr>
            <a:picLocks noChangeAspect="1"/>
          </p:cNvPicPr>
          <p:nvPr/>
        </p:nvPicPr>
        <p:blipFill>
          <a:blip>
            <a:extLst>
              <a:ext uri="{96DAC541-7B7A-43D3-8B79-37D633B846F1}">
                <asvg:svgBlip xmlns:asvg="http://schemas.microsoft.com/office/drawing/2016/SVG/main" r:embed="rId55"/>
              </a:ext>
            </a:extLst>
          </a:blip>
          <a:stretch>
            <a:fillRect/>
          </a:stretch>
        </p:blipFill>
        <p:spPr>
          <a:xfrm>
            <a:off x="3758199" y="3910158"/>
            <a:ext cx="562056" cy="357672"/>
          </a:xfrm>
          <a:prstGeom prst="rect">
            <a:avLst/>
          </a:prstGeom>
        </p:spPr>
      </p:pic>
      <p:pic>
        <p:nvPicPr>
          <p:cNvPr id="15" name="Grafik 14">
            <a:extLst>
              <a:ext uri="{FF2B5EF4-FFF2-40B4-BE49-F238E27FC236}">
                <a16:creationId xmlns:a16="http://schemas.microsoft.com/office/drawing/2014/main" id="{84FBC96E-C47F-558B-E278-F6A1073663DA}"/>
              </a:ext>
            </a:extLst>
          </p:cNvPr>
          <p:cNvPicPr>
            <a:picLocks noChangeAspect="1"/>
          </p:cNvPicPr>
          <p:nvPr/>
        </p:nvPicPr>
        <p:blipFill>
          <a:blip>
            <a:extLst>
              <a:ext uri="{96DAC541-7B7A-43D3-8B79-37D633B846F1}">
                <asvg:svgBlip xmlns:asvg="http://schemas.microsoft.com/office/drawing/2016/SVG/main" r:embed="rId56"/>
              </a:ext>
            </a:extLst>
          </a:blip>
          <a:stretch>
            <a:fillRect/>
          </a:stretch>
        </p:blipFill>
        <p:spPr>
          <a:xfrm>
            <a:off x="4834204" y="3900955"/>
            <a:ext cx="336427" cy="403281"/>
          </a:xfrm>
          <a:prstGeom prst="rect">
            <a:avLst/>
          </a:prstGeom>
        </p:spPr>
      </p:pic>
      <p:pic>
        <p:nvPicPr>
          <p:cNvPr id="16" name="Grafik 15">
            <a:extLst>
              <a:ext uri="{FF2B5EF4-FFF2-40B4-BE49-F238E27FC236}">
                <a16:creationId xmlns:a16="http://schemas.microsoft.com/office/drawing/2014/main" id="{C1B26CB6-A75D-83C7-8594-137215939B02}"/>
              </a:ext>
            </a:extLst>
          </p:cNvPr>
          <p:cNvPicPr>
            <a:picLocks noChangeAspect="1"/>
          </p:cNvPicPr>
          <p:nvPr/>
        </p:nvPicPr>
        <p:blipFill>
          <a:blip>
            <a:extLst>
              <a:ext uri="{96DAC541-7B7A-43D3-8B79-37D633B846F1}">
                <asvg:svgBlip xmlns:asvg="http://schemas.microsoft.com/office/drawing/2016/SVG/main" r:embed="rId57"/>
              </a:ext>
            </a:extLst>
          </a:blip>
          <a:stretch>
            <a:fillRect/>
          </a:stretch>
        </p:blipFill>
        <p:spPr>
          <a:xfrm>
            <a:off x="5684580" y="3889863"/>
            <a:ext cx="347302" cy="421724"/>
          </a:xfrm>
          <a:prstGeom prst="rect">
            <a:avLst/>
          </a:prstGeom>
        </p:spPr>
      </p:pic>
      <p:pic>
        <p:nvPicPr>
          <p:cNvPr id="17" name="Grafik 16">
            <a:extLst>
              <a:ext uri="{FF2B5EF4-FFF2-40B4-BE49-F238E27FC236}">
                <a16:creationId xmlns:a16="http://schemas.microsoft.com/office/drawing/2014/main" id="{1DC51ED9-FEFE-E64F-A832-362A41F58010}"/>
              </a:ext>
            </a:extLst>
          </p:cNvPr>
          <p:cNvPicPr>
            <a:picLocks noChangeAspect="1"/>
          </p:cNvPicPr>
          <p:nvPr/>
        </p:nvPicPr>
        <p:blipFill>
          <a:blip>
            <a:extLst>
              <a:ext uri="{96DAC541-7B7A-43D3-8B79-37D633B846F1}">
                <asvg:svgBlip xmlns:asvg="http://schemas.microsoft.com/office/drawing/2016/SVG/main" r:embed="rId58"/>
              </a:ext>
            </a:extLst>
          </a:blip>
          <a:stretch>
            <a:fillRect/>
          </a:stretch>
        </p:blipFill>
        <p:spPr>
          <a:xfrm>
            <a:off x="6545831" y="3889861"/>
            <a:ext cx="347302" cy="421724"/>
          </a:xfrm>
          <a:prstGeom prst="rect">
            <a:avLst/>
          </a:prstGeom>
        </p:spPr>
      </p:pic>
      <p:pic>
        <p:nvPicPr>
          <p:cNvPr id="18" name="Grafik 17">
            <a:extLst>
              <a:ext uri="{FF2B5EF4-FFF2-40B4-BE49-F238E27FC236}">
                <a16:creationId xmlns:a16="http://schemas.microsoft.com/office/drawing/2014/main" id="{5B441B69-F117-9E8B-7FE2-19C433551834}"/>
              </a:ext>
            </a:extLst>
          </p:cNvPr>
          <p:cNvPicPr>
            <a:picLocks noChangeAspect="1"/>
          </p:cNvPicPr>
          <p:nvPr/>
        </p:nvPicPr>
        <p:blipFill>
          <a:blip>
            <a:extLst>
              <a:ext uri="{96DAC541-7B7A-43D3-8B79-37D633B846F1}">
                <asvg:svgBlip xmlns:asvg="http://schemas.microsoft.com/office/drawing/2016/SVG/main" r:embed="rId59"/>
              </a:ext>
            </a:extLst>
          </a:blip>
          <a:stretch>
            <a:fillRect/>
          </a:stretch>
        </p:blipFill>
        <p:spPr>
          <a:xfrm>
            <a:off x="7407082" y="3896719"/>
            <a:ext cx="361554" cy="421724"/>
          </a:xfrm>
          <a:prstGeom prst="rect">
            <a:avLst/>
          </a:prstGeom>
        </p:spPr>
      </p:pic>
      <p:pic>
        <p:nvPicPr>
          <p:cNvPr id="19" name="Grafik 18">
            <a:extLst>
              <a:ext uri="{FF2B5EF4-FFF2-40B4-BE49-F238E27FC236}">
                <a16:creationId xmlns:a16="http://schemas.microsoft.com/office/drawing/2014/main" id="{13E86F3B-8123-7711-1D1F-383E1196EA8D}"/>
              </a:ext>
            </a:extLst>
          </p:cNvPr>
          <p:cNvPicPr>
            <a:picLocks noChangeAspect="1"/>
          </p:cNvPicPr>
          <p:nvPr/>
        </p:nvPicPr>
        <p:blipFill>
          <a:blip>
            <a:extLst>
              <a:ext uri="{96DAC541-7B7A-43D3-8B79-37D633B846F1}">
                <asvg:svgBlip xmlns:asvg="http://schemas.microsoft.com/office/drawing/2016/SVG/main" r:embed="rId60"/>
              </a:ext>
            </a:extLst>
          </a:blip>
          <a:stretch>
            <a:fillRect/>
          </a:stretch>
        </p:blipFill>
        <p:spPr>
          <a:xfrm>
            <a:off x="8495140" y="3186733"/>
            <a:ext cx="332114" cy="427004"/>
          </a:xfrm>
          <a:prstGeom prst="rect">
            <a:avLst/>
          </a:prstGeom>
        </p:spPr>
      </p:pic>
      <p:pic>
        <p:nvPicPr>
          <p:cNvPr id="20" name="Grafik 19">
            <a:extLst>
              <a:ext uri="{FF2B5EF4-FFF2-40B4-BE49-F238E27FC236}">
                <a16:creationId xmlns:a16="http://schemas.microsoft.com/office/drawing/2014/main" id="{71C041CC-5F58-C060-7895-0AFBF116B838}"/>
              </a:ext>
            </a:extLst>
          </p:cNvPr>
          <p:cNvPicPr>
            <a:picLocks noChangeAspect="1"/>
          </p:cNvPicPr>
          <p:nvPr/>
        </p:nvPicPr>
        <p:blipFill>
          <a:blip>
            <a:extLst>
              <a:ext uri="{96DAC541-7B7A-43D3-8B79-37D633B846F1}">
                <asvg:svgBlip xmlns:asvg="http://schemas.microsoft.com/office/drawing/2016/SVG/main" r:embed="rId61"/>
              </a:ext>
            </a:extLst>
          </a:blip>
          <a:stretch>
            <a:fillRect/>
          </a:stretch>
        </p:blipFill>
        <p:spPr>
          <a:xfrm>
            <a:off x="9256917" y="3140716"/>
            <a:ext cx="456840" cy="537459"/>
          </a:xfrm>
          <a:prstGeom prst="rect">
            <a:avLst/>
          </a:prstGeom>
        </p:spPr>
      </p:pic>
      <p:pic>
        <p:nvPicPr>
          <p:cNvPr id="21" name="Grafik 20">
            <a:extLst>
              <a:ext uri="{FF2B5EF4-FFF2-40B4-BE49-F238E27FC236}">
                <a16:creationId xmlns:a16="http://schemas.microsoft.com/office/drawing/2014/main" id="{3B77BE4A-28DB-9FBA-A73A-FAA1A0E87130}"/>
              </a:ext>
            </a:extLst>
          </p:cNvPr>
          <p:cNvPicPr>
            <a:picLocks noChangeAspect="1"/>
          </p:cNvPicPr>
          <p:nvPr/>
        </p:nvPicPr>
        <p:blipFill>
          <a:blip>
            <a:extLst>
              <a:ext uri="{96DAC541-7B7A-43D3-8B79-37D633B846F1}">
                <asvg:svgBlip xmlns:asvg="http://schemas.microsoft.com/office/drawing/2016/SVG/main" r:embed="rId62"/>
              </a:ext>
            </a:extLst>
          </a:blip>
          <a:stretch>
            <a:fillRect/>
          </a:stretch>
        </p:blipFill>
        <p:spPr>
          <a:xfrm>
            <a:off x="8282585" y="3928879"/>
            <a:ext cx="347302" cy="347302"/>
          </a:xfrm>
          <a:prstGeom prst="rect">
            <a:avLst/>
          </a:prstGeom>
        </p:spPr>
      </p:pic>
      <p:pic>
        <p:nvPicPr>
          <p:cNvPr id="22" name="Grafik 21">
            <a:extLst>
              <a:ext uri="{FF2B5EF4-FFF2-40B4-BE49-F238E27FC236}">
                <a16:creationId xmlns:a16="http://schemas.microsoft.com/office/drawing/2014/main" id="{5873EC6C-93A1-3EA8-DCF9-DC70A42D2700}"/>
              </a:ext>
            </a:extLst>
          </p:cNvPr>
          <p:cNvPicPr>
            <a:picLocks noChangeAspect="1"/>
          </p:cNvPicPr>
          <p:nvPr/>
        </p:nvPicPr>
        <p:blipFill>
          <a:blip>
            <a:extLst>
              <a:ext uri="{96DAC541-7B7A-43D3-8B79-37D633B846F1}">
                <asvg:svgBlip xmlns:asvg="http://schemas.microsoft.com/office/drawing/2016/SVG/main" r:embed="rId63"/>
              </a:ext>
            </a:extLst>
          </a:blip>
          <a:stretch>
            <a:fillRect/>
          </a:stretch>
        </p:blipFill>
        <p:spPr>
          <a:xfrm>
            <a:off x="9143836" y="3938210"/>
            <a:ext cx="347302" cy="347302"/>
          </a:xfrm>
          <a:prstGeom prst="rect">
            <a:avLst/>
          </a:prstGeom>
        </p:spPr>
      </p:pic>
      <p:pic>
        <p:nvPicPr>
          <p:cNvPr id="4" name="Grafik 3">
            <a:extLst>
              <a:ext uri="{FF2B5EF4-FFF2-40B4-BE49-F238E27FC236}">
                <a16:creationId xmlns:a16="http://schemas.microsoft.com/office/drawing/2014/main" id="{972C0234-7364-3810-B1FA-18E458FCE56E}"/>
              </a:ext>
            </a:extLst>
          </p:cNvPr>
          <p:cNvPicPr>
            <a:picLocks noChangeAspect="1"/>
          </p:cNvPicPr>
          <p:nvPr/>
        </p:nvPicPr>
        <p:blipFill>
          <a:blip>
            <a:extLst>
              <a:ext uri="{96DAC541-7B7A-43D3-8B79-37D633B846F1}">
                <asvg:svgBlip xmlns:asvg="http://schemas.microsoft.com/office/drawing/2016/SVG/main" r:embed="rId64"/>
              </a:ext>
            </a:extLst>
          </a:blip>
          <a:stretch>
            <a:fillRect/>
          </a:stretch>
        </p:blipFill>
        <p:spPr>
          <a:xfrm>
            <a:off x="924480" y="3849844"/>
            <a:ext cx="328101" cy="464810"/>
          </a:xfrm>
          <a:prstGeom prst="rect">
            <a:avLst/>
          </a:prstGeom>
        </p:spPr>
      </p:pic>
      <p:pic>
        <p:nvPicPr>
          <p:cNvPr id="3" name="Grafik 2">
            <a:extLst>
              <a:ext uri="{FF2B5EF4-FFF2-40B4-BE49-F238E27FC236}">
                <a16:creationId xmlns:a16="http://schemas.microsoft.com/office/drawing/2014/main" id="{5D4CDAAB-95E5-5D82-411E-67C1E47216E5}"/>
              </a:ext>
            </a:extLst>
          </p:cNvPr>
          <p:cNvPicPr>
            <a:picLocks noChangeAspect="1"/>
          </p:cNvPicPr>
          <p:nvPr/>
        </p:nvPicPr>
        <p:blipFill>
          <a:blip>
            <a:extLst>
              <a:ext uri="{96DAC541-7B7A-43D3-8B79-37D633B846F1}">
                <asvg:svgBlip xmlns:asvg="http://schemas.microsoft.com/office/drawing/2016/SVG/main" r:embed="rId65"/>
              </a:ext>
            </a:extLst>
          </a:blip>
          <a:stretch>
            <a:fillRect/>
          </a:stretch>
        </p:blipFill>
        <p:spPr>
          <a:xfrm>
            <a:off x="5987788" y="1775176"/>
            <a:ext cx="353412" cy="249468"/>
          </a:xfrm>
          <a:prstGeom prst="rect">
            <a:avLst/>
          </a:prstGeom>
        </p:spPr>
      </p:pic>
      <p:sp>
        <p:nvSpPr>
          <p:cNvPr id="5" name="Textfeld 10">
            <a:extLst>
              <a:ext uri="{FF2B5EF4-FFF2-40B4-BE49-F238E27FC236}">
                <a16:creationId xmlns:a16="http://schemas.microsoft.com/office/drawing/2014/main" id="{FBE41F98-A0F8-C4F4-A853-62D12B8784DE}"/>
              </a:ext>
            </a:extLst>
          </p:cNvPr>
          <p:cNvSpPr/>
          <p:nvPr/>
        </p:nvSpPr>
        <p:spPr>
          <a:xfrm>
            <a:off x="623736" y="481290"/>
            <a:ext cx="3249360" cy="398655"/>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822960">
              <a:lnSpc>
                <a:spcPct val="100000"/>
              </a:lnSpc>
            </a:pPr>
            <a:r>
              <a:rPr lang="de-DE" sz="2000" strike="noStrike" spc="-1" dirty="0">
                <a:ea typeface="Noto Sans Medium" panose="020B0502040504020204" pitchFamily="34" charset="0"/>
                <a:cs typeface="Noto Sans Medium" panose="020B0502040504020204" pitchFamily="34" charset="0"/>
              </a:rPr>
              <a:t>Kommunikation</a:t>
            </a:r>
          </a:p>
        </p:txBody>
      </p:sp>
      <p:sp>
        <p:nvSpPr>
          <p:cNvPr id="6" name="Textfeld 10">
            <a:extLst>
              <a:ext uri="{FF2B5EF4-FFF2-40B4-BE49-F238E27FC236}">
                <a16:creationId xmlns:a16="http://schemas.microsoft.com/office/drawing/2014/main" id="{3D77217C-DB71-A296-4216-A378EC6BF361}"/>
              </a:ext>
            </a:extLst>
          </p:cNvPr>
          <p:cNvSpPr/>
          <p:nvPr/>
        </p:nvSpPr>
        <p:spPr>
          <a:xfrm>
            <a:off x="613296" y="4625687"/>
            <a:ext cx="3249360" cy="398655"/>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822960">
              <a:lnSpc>
                <a:spcPct val="100000"/>
              </a:lnSpc>
            </a:pPr>
            <a:r>
              <a:rPr lang="de-DE" sz="2000" strike="noStrike" spc="-1" dirty="0" err="1">
                <a:ea typeface="Noto Sans Medium" panose="020B0502040504020204" pitchFamily="34" charset="0"/>
                <a:cs typeface="Noto Sans Medium" panose="020B0502040504020204" pitchFamily="34" charset="0"/>
              </a:rPr>
              <a:t>Social</a:t>
            </a:r>
            <a:r>
              <a:rPr lang="de-DE" sz="2000" strike="noStrike" spc="-1" dirty="0">
                <a:ea typeface="Noto Sans Medium" panose="020B0502040504020204" pitchFamily="34" charset="0"/>
                <a:cs typeface="Noto Sans Medium" panose="020B0502040504020204" pitchFamily="34" charset="0"/>
              </a:rPr>
              <a:t> Media</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7662AD-2F6B-10B9-4603-5D1D8D103FA3}"/>
            </a:ext>
          </a:extLst>
        </p:cNvPr>
        <p:cNvGrpSpPr/>
        <p:nvPr/>
      </p:nvGrpSpPr>
      <p:grpSpPr>
        <a:xfrm>
          <a:off x="0" y="0"/>
          <a:ext cx="0" cy="0"/>
          <a:chOff x="0" y="0"/>
          <a:chExt cx="0" cy="0"/>
        </a:xfrm>
      </p:grpSpPr>
      <p:pic>
        <p:nvPicPr>
          <p:cNvPr id="341" name="Grafik 340">
            <a:extLst>
              <a:ext uri="{FF2B5EF4-FFF2-40B4-BE49-F238E27FC236}">
                <a16:creationId xmlns:a16="http://schemas.microsoft.com/office/drawing/2014/main" id="{CFC70EC7-C1CA-3B8F-868C-0BB973CA978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61138" y="3949605"/>
            <a:ext cx="242336" cy="242336"/>
          </a:xfrm>
          <a:prstGeom prst="rect">
            <a:avLst/>
          </a:prstGeom>
        </p:spPr>
      </p:pic>
      <p:pic>
        <p:nvPicPr>
          <p:cNvPr id="343" name="Grafik 342">
            <a:extLst>
              <a:ext uri="{FF2B5EF4-FFF2-40B4-BE49-F238E27FC236}">
                <a16:creationId xmlns:a16="http://schemas.microsoft.com/office/drawing/2014/main" id="{B88CC0AA-0390-FD78-B1B7-AD8A291AE8F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71568" y="3949605"/>
            <a:ext cx="242336" cy="242336"/>
          </a:xfrm>
          <a:prstGeom prst="rect">
            <a:avLst/>
          </a:prstGeom>
        </p:spPr>
      </p:pic>
      <p:pic>
        <p:nvPicPr>
          <p:cNvPr id="345" name="Grafik 344">
            <a:extLst>
              <a:ext uri="{FF2B5EF4-FFF2-40B4-BE49-F238E27FC236}">
                <a16:creationId xmlns:a16="http://schemas.microsoft.com/office/drawing/2014/main" id="{8CCE9793-C85E-8BC4-26FB-72DC6FF18810}"/>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832370" y="3304299"/>
            <a:ext cx="290803" cy="242336"/>
          </a:xfrm>
          <a:prstGeom prst="rect">
            <a:avLst/>
          </a:prstGeom>
        </p:spPr>
      </p:pic>
      <p:pic>
        <p:nvPicPr>
          <p:cNvPr id="347" name="Grafik 346">
            <a:extLst>
              <a:ext uri="{FF2B5EF4-FFF2-40B4-BE49-F238E27FC236}">
                <a16:creationId xmlns:a16="http://schemas.microsoft.com/office/drawing/2014/main" id="{7C08B8EB-B300-165B-A8C4-FE5C96B5C7F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659924" y="3278581"/>
            <a:ext cx="274647" cy="258491"/>
          </a:xfrm>
          <a:prstGeom prst="rect">
            <a:avLst/>
          </a:prstGeom>
        </p:spPr>
      </p:pic>
      <p:pic>
        <p:nvPicPr>
          <p:cNvPr id="351" name="Grafik 350">
            <a:extLst>
              <a:ext uri="{FF2B5EF4-FFF2-40B4-BE49-F238E27FC236}">
                <a16:creationId xmlns:a16="http://schemas.microsoft.com/office/drawing/2014/main" id="{ED0272BD-86D6-D1B8-6240-6F97B3787303}"/>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667859" y="2567678"/>
            <a:ext cx="242336" cy="226180"/>
          </a:xfrm>
          <a:prstGeom prst="rect">
            <a:avLst/>
          </a:prstGeom>
        </p:spPr>
      </p:pic>
      <p:pic>
        <p:nvPicPr>
          <p:cNvPr id="353" name="Grafik 352">
            <a:extLst>
              <a:ext uri="{FF2B5EF4-FFF2-40B4-BE49-F238E27FC236}">
                <a16:creationId xmlns:a16="http://schemas.microsoft.com/office/drawing/2014/main" id="{5ED1913C-DCD7-19EF-A510-8B085F59F721}"/>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498212" y="3244338"/>
            <a:ext cx="161557" cy="306958"/>
          </a:xfrm>
          <a:prstGeom prst="rect">
            <a:avLst/>
          </a:prstGeom>
        </p:spPr>
      </p:pic>
      <p:pic>
        <p:nvPicPr>
          <p:cNvPr id="357" name="Grafik 356">
            <a:extLst>
              <a:ext uri="{FF2B5EF4-FFF2-40B4-BE49-F238E27FC236}">
                <a16:creationId xmlns:a16="http://schemas.microsoft.com/office/drawing/2014/main" id="{6DB6816C-E7AA-D3C8-BFBF-90A6B8F4F7FE}"/>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969629" y="3175340"/>
            <a:ext cx="233625" cy="350437"/>
          </a:xfrm>
          <a:prstGeom prst="rect">
            <a:avLst/>
          </a:prstGeom>
        </p:spPr>
      </p:pic>
      <p:pic>
        <p:nvPicPr>
          <p:cNvPr id="359" name="Grafik 358">
            <a:extLst>
              <a:ext uri="{FF2B5EF4-FFF2-40B4-BE49-F238E27FC236}">
                <a16:creationId xmlns:a16="http://schemas.microsoft.com/office/drawing/2014/main" id="{83832BDC-DF52-FC9F-EE72-DE24D77FC10C}"/>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2610271" y="3286492"/>
            <a:ext cx="314370" cy="227045"/>
          </a:xfrm>
          <a:prstGeom prst="rect">
            <a:avLst/>
          </a:prstGeom>
        </p:spPr>
      </p:pic>
      <p:pic>
        <p:nvPicPr>
          <p:cNvPr id="361" name="Grafik 360">
            <a:extLst>
              <a:ext uri="{FF2B5EF4-FFF2-40B4-BE49-F238E27FC236}">
                <a16:creationId xmlns:a16="http://schemas.microsoft.com/office/drawing/2014/main" id="{238775C3-5F81-69C7-5B03-A654ACA5B77A}"/>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3492631" y="3305962"/>
            <a:ext cx="314370" cy="209580"/>
          </a:xfrm>
          <a:prstGeom prst="rect">
            <a:avLst/>
          </a:prstGeom>
        </p:spPr>
      </p:pic>
      <p:pic>
        <p:nvPicPr>
          <p:cNvPr id="363" name="Grafik 362">
            <a:extLst>
              <a:ext uri="{FF2B5EF4-FFF2-40B4-BE49-F238E27FC236}">
                <a16:creationId xmlns:a16="http://schemas.microsoft.com/office/drawing/2014/main" id="{1A72EBF0-DD38-726E-5071-B9088DF38AFC}"/>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4324272" y="3276200"/>
            <a:ext cx="275808" cy="258570"/>
          </a:xfrm>
          <a:prstGeom prst="rect">
            <a:avLst/>
          </a:prstGeom>
        </p:spPr>
      </p:pic>
      <p:pic>
        <p:nvPicPr>
          <p:cNvPr id="365" name="Grafik 364">
            <a:extLst>
              <a:ext uri="{FF2B5EF4-FFF2-40B4-BE49-F238E27FC236}">
                <a16:creationId xmlns:a16="http://schemas.microsoft.com/office/drawing/2014/main" id="{EBC5C3F7-D022-15D1-29FB-DEC9243866BF}"/>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5142863" y="3218351"/>
            <a:ext cx="214156" cy="350437"/>
          </a:xfrm>
          <a:prstGeom prst="rect">
            <a:avLst/>
          </a:prstGeom>
        </p:spPr>
      </p:pic>
      <p:pic>
        <p:nvPicPr>
          <p:cNvPr id="383" name="Grafik 382">
            <a:extLst>
              <a:ext uri="{FF2B5EF4-FFF2-40B4-BE49-F238E27FC236}">
                <a16:creationId xmlns:a16="http://schemas.microsoft.com/office/drawing/2014/main" id="{779FF013-7309-129C-6604-7F7BB8F5F46C}"/>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8306501" y="3267957"/>
            <a:ext cx="161557" cy="306958"/>
          </a:xfrm>
          <a:prstGeom prst="rect">
            <a:avLst/>
          </a:prstGeom>
        </p:spPr>
      </p:pic>
      <p:pic>
        <p:nvPicPr>
          <p:cNvPr id="385" name="Grafik 384">
            <a:extLst>
              <a:ext uri="{FF2B5EF4-FFF2-40B4-BE49-F238E27FC236}">
                <a16:creationId xmlns:a16="http://schemas.microsoft.com/office/drawing/2014/main" id="{A6F58FAA-57A2-CB99-D8EF-CA5987D40B05}"/>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880021" y="1055981"/>
            <a:ext cx="357521" cy="357521"/>
          </a:xfrm>
          <a:prstGeom prst="rect">
            <a:avLst/>
          </a:prstGeom>
        </p:spPr>
      </p:pic>
      <p:pic>
        <p:nvPicPr>
          <p:cNvPr id="387" name="Grafik 386">
            <a:extLst>
              <a:ext uri="{FF2B5EF4-FFF2-40B4-BE49-F238E27FC236}">
                <a16:creationId xmlns:a16="http://schemas.microsoft.com/office/drawing/2014/main" id="{225B4CC2-F75C-6806-B64E-44FA7215832D}"/>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1692556" y="1055981"/>
            <a:ext cx="357521" cy="357521"/>
          </a:xfrm>
          <a:prstGeom prst="rect">
            <a:avLst/>
          </a:prstGeom>
        </p:spPr>
      </p:pic>
      <p:pic>
        <p:nvPicPr>
          <p:cNvPr id="389" name="Grafik 388">
            <a:extLst>
              <a:ext uri="{FF2B5EF4-FFF2-40B4-BE49-F238E27FC236}">
                <a16:creationId xmlns:a16="http://schemas.microsoft.com/office/drawing/2014/main" id="{1149E5C5-40AD-4F42-D90F-D2EDD589109F}"/>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2505091" y="1055981"/>
            <a:ext cx="357521" cy="357521"/>
          </a:xfrm>
          <a:prstGeom prst="rect">
            <a:avLst/>
          </a:prstGeom>
        </p:spPr>
      </p:pic>
      <p:pic>
        <p:nvPicPr>
          <p:cNvPr id="391" name="Grafik 390">
            <a:extLst>
              <a:ext uri="{FF2B5EF4-FFF2-40B4-BE49-F238E27FC236}">
                <a16:creationId xmlns:a16="http://schemas.microsoft.com/office/drawing/2014/main" id="{EA60EDDA-572D-A397-99F6-3795039C0EAD}"/>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3317626" y="1055981"/>
            <a:ext cx="357521" cy="357521"/>
          </a:xfrm>
          <a:prstGeom prst="rect">
            <a:avLst/>
          </a:prstGeom>
        </p:spPr>
      </p:pic>
      <p:pic>
        <p:nvPicPr>
          <p:cNvPr id="393" name="Grafik 392">
            <a:extLst>
              <a:ext uri="{FF2B5EF4-FFF2-40B4-BE49-F238E27FC236}">
                <a16:creationId xmlns:a16="http://schemas.microsoft.com/office/drawing/2014/main" id="{06499B83-E417-ACCE-B2D7-2757E28B3BED}"/>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4162637" y="1052591"/>
            <a:ext cx="357521" cy="357521"/>
          </a:xfrm>
          <a:prstGeom prst="rect">
            <a:avLst/>
          </a:prstGeom>
        </p:spPr>
      </p:pic>
      <p:pic>
        <p:nvPicPr>
          <p:cNvPr id="395" name="Grafik 394">
            <a:extLst>
              <a:ext uri="{FF2B5EF4-FFF2-40B4-BE49-F238E27FC236}">
                <a16:creationId xmlns:a16="http://schemas.microsoft.com/office/drawing/2014/main" id="{47BB10DA-6CC3-BBD1-3B6A-DF59A846E164}"/>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4942697" y="1055981"/>
            <a:ext cx="357521" cy="357521"/>
          </a:xfrm>
          <a:prstGeom prst="rect">
            <a:avLst/>
          </a:prstGeom>
        </p:spPr>
      </p:pic>
      <p:pic>
        <p:nvPicPr>
          <p:cNvPr id="397" name="Grafik 396">
            <a:extLst>
              <a:ext uri="{FF2B5EF4-FFF2-40B4-BE49-F238E27FC236}">
                <a16:creationId xmlns:a16="http://schemas.microsoft.com/office/drawing/2014/main" id="{DE13DBF2-07B9-D0D3-3635-E3858AF6B46D}"/>
              </a:ext>
            </a:extLst>
          </p:cNvPr>
          <p:cNvPicPr>
            <a:picLocks noChangeAspect="1"/>
          </p:cNvPicPr>
          <p:nvPr/>
        </p:nvPicPr>
        <p:blipFill>
          <a:blip>
            <a:extLst>
              <a:ext uri="{96DAC541-7B7A-43D3-8B79-37D633B846F1}">
                <asvg:svgBlip xmlns:asvg="http://schemas.microsoft.com/office/drawing/2016/SVG/main" r:embed="rId21"/>
              </a:ext>
            </a:extLst>
          </a:blip>
          <a:stretch>
            <a:fillRect/>
          </a:stretch>
        </p:blipFill>
        <p:spPr>
          <a:xfrm>
            <a:off x="5748857" y="1061971"/>
            <a:ext cx="357521" cy="357521"/>
          </a:xfrm>
          <a:prstGeom prst="rect">
            <a:avLst/>
          </a:prstGeom>
        </p:spPr>
      </p:pic>
      <p:pic>
        <p:nvPicPr>
          <p:cNvPr id="399" name="Grafik 398">
            <a:extLst>
              <a:ext uri="{FF2B5EF4-FFF2-40B4-BE49-F238E27FC236}">
                <a16:creationId xmlns:a16="http://schemas.microsoft.com/office/drawing/2014/main" id="{395CD647-EFEE-093E-CEE3-D90B9826844C}"/>
              </a:ext>
            </a:extLst>
          </p:cNvPr>
          <p:cNvPicPr>
            <a:picLocks noChangeAspect="1"/>
          </p:cNvPicPr>
          <p:nvPr/>
        </p:nvPicPr>
        <p:blipFill>
          <a:blip>
            <a:extLst>
              <a:ext uri="{96DAC541-7B7A-43D3-8B79-37D633B846F1}">
                <asvg:svgBlip xmlns:asvg="http://schemas.microsoft.com/office/drawing/2016/SVG/main" r:embed="rId22"/>
              </a:ext>
            </a:extLst>
          </a:blip>
          <a:stretch>
            <a:fillRect/>
          </a:stretch>
        </p:blipFill>
        <p:spPr>
          <a:xfrm>
            <a:off x="6567769" y="1055981"/>
            <a:ext cx="357521" cy="357521"/>
          </a:xfrm>
          <a:prstGeom prst="rect">
            <a:avLst/>
          </a:prstGeom>
        </p:spPr>
      </p:pic>
      <p:pic>
        <p:nvPicPr>
          <p:cNvPr id="401" name="Grafik 400">
            <a:extLst>
              <a:ext uri="{FF2B5EF4-FFF2-40B4-BE49-F238E27FC236}">
                <a16:creationId xmlns:a16="http://schemas.microsoft.com/office/drawing/2014/main" id="{43D3D7B6-83A2-444A-0DA7-0A2A67E88948}"/>
              </a:ext>
            </a:extLst>
          </p:cNvPr>
          <p:cNvPicPr>
            <a:picLocks noChangeAspect="1"/>
          </p:cNvPicPr>
          <p:nvPr/>
        </p:nvPicPr>
        <p:blipFill>
          <a:blip>
            <a:extLst>
              <a:ext uri="{96DAC541-7B7A-43D3-8B79-37D633B846F1}">
                <asvg:svgBlip xmlns:asvg="http://schemas.microsoft.com/office/drawing/2016/SVG/main" r:embed="rId23"/>
              </a:ext>
            </a:extLst>
          </a:blip>
          <a:stretch>
            <a:fillRect/>
          </a:stretch>
        </p:blipFill>
        <p:spPr>
          <a:xfrm>
            <a:off x="7380305" y="1055981"/>
            <a:ext cx="357521" cy="357521"/>
          </a:xfrm>
          <a:prstGeom prst="rect">
            <a:avLst/>
          </a:prstGeom>
        </p:spPr>
      </p:pic>
      <p:pic>
        <p:nvPicPr>
          <p:cNvPr id="403" name="Grafik 402">
            <a:extLst>
              <a:ext uri="{FF2B5EF4-FFF2-40B4-BE49-F238E27FC236}">
                <a16:creationId xmlns:a16="http://schemas.microsoft.com/office/drawing/2014/main" id="{988FD64C-AD92-864F-FD2A-A142D9E42365}"/>
              </a:ext>
            </a:extLst>
          </p:cNvPr>
          <p:cNvPicPr>
            <a:picLocks noChangeAspect="1"/>
          </p:cNvPicPr>
          <p:nvPr/>
        </p:nvPicPr>
        <p:blipFill>
          <a:blip>
            <a:extLst>
              <a:ext uri="{96DAC541-7B7A-43D3-8B79-37D633B846F1}">
                <asvg:svgBlip xmlns:asvg="http://schemas.microsoft.com/office/drawing/2016/SVG/main" r:embed="rId24"/>
              </a:ext>
            </a:extLst>
          </a:blip>
          <a:stretch>
            <a:fillRect/>
          </a:stretch>
        </p:blipFill>
        <p:spPr>
          <a:xfrm>
            <a:off x="8192841" y="1055981"/>
            <a:ext cx="357521" cy="357521"/>
          </a:xfrm>
          <a:prstGeom prst="rect">
            <a:avLst/>
          </a:prstGeom>
        </p:spPr>
      </p:pic>
      <p:pic>
        <p:nvPicPr>
          <p:cNvPr id="405" name="Grafik 404">
            <a:extLst>
              <a:ext uri="{FF2B5EF4-FFF2-40B4-BE49-F238E27FC236}">
                <a16:creationId xmlns:a16="http://schemas.microsoft.com/office/drawing/2014/main" id="{2D4444B1-6AD5-D256-77F9-DFE99622DFD6}"/>
              </a:ext>
            </a:extLst>
          </p:cNvPr>
          <p:cNvPicPr>
            <a:picLocks noChangeAspect="1"/>
          </p:cNvPicPr>
          <p:nvPr/>
        </p:nvPicPr>
        <p:blipFill>
          <a:blip>
            <a:extLst>
              <a:ext uri="{96DAC541-7B7A-43D3-8B79-37D633B846F1}">
                <asvg:svgBlip xmlns:asvg="http://schemas.microsoft.com/office/drawing/2016/SVG/main" r:embed="rId25"/>
              </a:ext>
            </a:extLst>
          </a:blip>
          <a:stretch>
            <a:fillRect/>
          </a:stretch>
        </p:blipFill>
        <p:spPr>
          <a:xfrm>
            <a:off x="9005377" y="1055981"/>
            <a:ext cx="357521" cy="357521"/>
          </a:xfrm>
          <a:prstGeom prst="rect">
            <a:avLst/>
          </a:prstGeom>
        </p:spPr>
      </p:pic>
      <p:pic>
        <p:nvPicPr>
          <p:cNvPr id="407" name="Grafik 406">
            <a:extLst>
              <a:ext uri="{FF2B5EF4-FFF2-40B4-BE49-F238E27FC236}">
                <a16:creationId xmlns:a16="http://schemas.microsoft.com/office/drawing/2014/main" id="{D53C70A7-0CE9-2402-00CF-B81FB717CE6F}"/>
              </a:ext>
            </a:extLst>
          </p:cNvPr>
          <p:cNvPicPr>
            <a:picLocks noChangeAspect="1"/>
          </p:cNvPicPr>
          <p:nvPr/>
        </p:nvPicPr>
        <p:blipFill>
          <a:blip>
            <a:extLst>
              <a:ext uri="{96DAC541-7B7A-43D3-8B79-37D633B846F1}">
                <asvg:svgBlip xmlns:asvg="http://schemas.microsoft.com/office/drawing/2016/SVG/main" r:embed="rId26"/>
              </a:ext>
            </a:extLst>
          </a:blip>
          <a:stretch>
            <a:fillRect/>
          </a:stretch>
        </p:blipFill>
        <p:spPr>
          <a:xfrm>
            <a:off x="9817913" y="1055981"/>
            <a:ext cx="357521" cy="357521"/>
          </a:xfrm>
          <a:prstGeom prst="rect">
            <a:avLst/>
          </a:prstGeom>
        </p:spPr>
      </p:pic>
      <p:pic>
        <p:nvPicPr>
          <p:cNvPr id="409" name="Grafik 408">
            <a:extLst>
              <a:ext uri="{FF2B5EF4-FFF2-40B4-BE49-F238E27FC236}">
                <a16:creationId xmlns:a16="http://schemas.microsoft.com/office/drawing/2014/main" id="{51734713-FA2A-C51E-30EE-46203C02011E}"/>
              </a:ext>
            </a:extLst>
          </p:cNvPr>
          <p:cNvPicPr>
            <a:picLocks noChangeAspect="1"/>
          </p:cNvPicPr>
          <p:nvPr/>
        </p:nvPicPr>
        <p:blipFill>
          <a:blip>
            <a:extLst>
              <a:ext uri="{96DAC541-7B7A-43D3-8B79-37D633B846F1}">
                <asvg:svgBlip xmlns:asvg="http://schemas.microsoft.com/office/drawing/2016/SVG/main" r:embed="rId27"/>
              </a:ext>
            </a:extLst>
          </a:blip>
          <a:stretch>
            <a:fillRect/>
          </a:stretch>
        </p:blipFill>
        <p:spPr>
          <a:xfrm>
            <a:off x="10630447" y="1055981"/>
            <a:ext cx="357521" cy="357521"/>
          </a:xfrm>
          <a:prstGeom prst="rect">
            <a:avLst/>
          </a:prstGeom>
        </p:spPr>
      </p:pic>
      <p:pic>
        <p:nvPicPr>
          <p:cNvPr id="411" name="Grafik 410">
            <a:extLst>
              <a:ext uri="{FF2B5EF4-FFF2-40B4-BE49-F238E27FC236}">
                <a16:creationId xmlns:a16="http://schemas.microsoft.com/office/drawing/2014/main" id="{48F1E7FC-0E79-1C17-10E9-9864E721B668}"/>
              </a:ext>
            </a:extLst>
          </p:cNvPr>
          <p:cNvPicPr>
            <a:picLocks noChangeAspect="1"/>
          </p:cNvPicPr>
          <p:nvPr/>
        </p:nvPicPr>
        <p:blipFill>
          <a:blip>
            <a:extLst>
              <a:ext uri="{96DAC541-7B7A-43D3-8B79-37D633B846F1}">
                <asvg:svgBlip xmlns:asvg="http://schemas.microsoft.com/office/drawing/2016/SVG/main" r:embed="rId28"/>
              </a:ext>
            </a:extLst>
          </a:blip>
          <a:stretch>
            <a:fillRect/>
          </a:stretch>
        </p:blipFill>
        <p:spPr>
          <a:xfrm>
            <a:off x="893444" y="1834026"/>
            <a:ext cx="343853" cy="343853"/>
          </a:xfrm>
          <a:prstGeom prst="rect">
            <a:avLst/>
          </a:prstGeom>
        </p:spPr>
      </p:pic>
      <p:pic>
        <p:nvPicPr>
          <p:cNvPr id="413" name="Grafik 412">
            <a:extLst>
              <a:ext uri="{FF2B5EF4-FFF2-40B4-BE49-F238E27FC236}">
                <a16:creationId xmlns:a16="http://schemas.microsoft.com/office/drawing/2014/main" id="{6FF67F7D-7CBB-E7EA-AE89-41D5B285EEF9}"/>
              </a:ext>
            </a:extLst>
          </p:cNvPr>
          <p:cNvPicPr>
            <a:picLocks noChangeAspect="1"/>
          </p:cNvPicPr>
          <p:nvPr/>
        </p:nvPicPr>
        <p:blipFill>
          <a:blip>
            <a:extLst>
              <a:ext uri="{96DAC541-7B7A-43D3-8B79-37D633B846F1}">
                <asvg:svgBlip xmlns:asvg="http://schemas.microsoft.com/office/drawing/2016/SVG/main" r:embed="rId29"/>
              </a:ext>
            </a:extLst>
          </a:blip>
          <a:stretch>
            <a:fillRect/>
          </a:stretch>
        </p:blipFill>
        <p:spPr>
          <a:xfrm>
            <a:off x="1692556" y="1827653"/>
            <a:ext cx="343853" cy="343853"/>
          </a:xfrm>
          <a:prstGeom prst="rect">
            <a:avLst/>
          </a:prstGeom>
        </p:spPr>
      </p:pic>
      <p:pic>
        <p:nvPicPr>
          <p:cNvPr id="415" name="Grafik 414">
            <a:extLst>
              <a:ext uri="{FF2B5EF4-FFF2-40B4-BE49-F238E27FC236}">
                <a16:creationId xmlns:a16="http://schemas.microsoft.com/office/drawing/2014/main" id="{4E50CC1E-9FA7-37C4-D2F5-D95C2E7880D7}"/>
              </a:ext>
            </a:extLst>
          </p:cNvPr>
          <p:cNvPicPr>
            <a:picLocks noChangeAspect="1"/>
          </p:cNvPicPr>
          <p:nvPr/>
        </p:nvPicPr>
        <p:blipFill>
          <a:blip>
            <a:extLst>
              <a:ext uri="{96DAC541-7B7A-43D3-8B79-37D633B846F1}">
                <asvg:svgBlip xmlns:asvg="http://schemas.microsoft.com/office/drawing/2016/SVG/main" r:embed="rId30"/>
              </a:ext>
            </a:extLst>
          </a:blip>
          <a:stretch>
            <a:fillRect/>
          </a:stretch>
        </p:blipFill>
        <p:spPr>
          <a:xfrm>
            <a:off x="2529530" y="1816138"/>
            <a:ext cx="343853" cy="343853"/>
          </a:xfrm>
          <a:prstGeom prst="rect">
            <a:avLst/>
          </a:prstGeom>
        </p:spPr>
      </p:pic>
      <p:pic>
        <p:nvPicPr>
          <p:cNvPr id="417" name="Grafik 416">
            <a:extLst>
              <a:ext uri="{FF2B5EF4-FFF2-40B4-BE49-F238E27FC236}">
                <a16:creationId xmlns:a16="http://schemas.microsoft.com/office/drawing/2014/main" id="{C1D94E74-9F70-3312-8F89-C1E6A47697C7}"/>
              </a:ext>
            </a:extLst>
          </p:cNvPr>
          <p:cNvPicPr>
            <a:picLocks noChangeAspect="1"/>
          </p:cNvPicPr>
          <p:nvPr/>
        </p:nvPicPr>
        <p:blipFill>
          <a:blip>
            <a:extLst>
              <a:ext uri="{96DAC541-7B7A-43D3-8B79-37D633B846F1}">
                <asvg:svgBlip xmlns:asvg="http://schemas.microsoft.com/office/drawing/2016/SVG/main" r:embed="rId31"/>
              </a:ext>
            </a:extLst>
          </a:blip>
          <a:stretch>
            <a:fillRect/>
          </a:stretch>
        </p:blipFill>
        <p:spPr>
          <a:xfrm>
            <a:off x="3338060" y="1809486"/>
            <a:ext cx="343853" cy="343853"/>
          </a:xfrm>
          <a:prstGeom prst="rect">
            <a:avLst/>
          </a:prstGeom>
        </p:spPr>
      </p:pic>
      <p:pic>
        <p:nvPicPr>
          <p:cNvPr id="419" name="Grafik 418">
            <a:extLst>
              <a:ext uri="{FF2B5EF4-FFF2-40B4-BE49-F238E27FC236}">
                <a16:creationId xmlns:a16="http://schemas.microsoft.com/office/drawing/2014/main" id="{02CB4D48-13CC-52DC-93C2-9D2F054C30AF}"/>
              </a:ext>
            </a:extLst>
          </p:cNvPr>
          <p:cNvPicPr>
            <a:picLocks noChangeAspect="1"/>
          </p:cNvPicPr>
          <p:nvPr/>
        </p:nvPicPr>
        <p:blipFill>
          <a:blip>
            <a:extLst>
              <a:ext uri="{96DAC541-7B7A-43D3-8B79-37D633B846F1}">
                <asvg:svgBlip xmlns:asvg="http://schemas.microsoft.com/office/drawing/2016/SVG/main" r:embed="rId32"/>
              </a:ext>
            </a:extLst>
          </a:blip>
          <a:stretch>
            <a:fillRect/>
          </a:stretch>
        </p:blipFill>
        <p:spPr>
          <a:xfrm>
            <a:off x="4166704" y="1822078"/>
            <a:ext cx="343853" cy="343853"/>
          </a:xfrm>
          <a:prstGeom prst="rect">
            <a:avLst/>
          </a:prstGeom>
        </p:spPr>
      </p:pic>
      <p:pic>
        <p:nvPicPr>
          <p:cNvPr id="421" name="Grafik 420">
            <a:extLst>
              <a:ext uri="{FF2B5EF4-FFF2-40B4-BE49-F238E27FC236}">
                <a16:creationId xmlns:a16="http://schemas.microsoft.com/office/drawing/2014/main" id="{87FC0342-13B6-40E5-9461-A7527B53FD27}"/>
              </a:ext>
            </a:extLst>
          </p:cNvPr>
          <p:cNvPicPr>
            <a:picLocks noChangeAspect="1"/>
          </p:cNvPicPr>
          <p:nvPr/>
        </p:nvPicPr>
        <p:blipFill>
          <a:blip>
            <a:extLst>
              <a:ext uri="{96DAC541-7B7A-43D3-8B79-37D633B846F1}">
                <asvg:svgBlip xmlns:asvg="http://schemas.microsoft.com/office/drawing/2016/SVG/main" r:embed="rId33"/>
              </a:ext>
            </a:extLst>
          </a:blip>
          <a:stretch>
            <a:fillRect/>
          </a:stretch>
        </p:blipFill>
        <p:spPr>
          <a:xfrm>
            <a:off x="5050937" y="1834026"/>
            <a:ext cx="114618" cy="245610"/>
          </a:xfrm>
          <a:prstGeom prst="rect">
            <a:avLst/>
          </a:prstGeom>
        </p:spPr>
      </p:pic>
      <p:pic>
        <p:nvPicPr>
          <p:cNvPr id="423" name="Grafik 422">
            <a:extLst>
              <a:ext uri="{FF2B5EF4-FFF2-40B4-BE49-F238E27FC236}">
                <a16:creationId xmlns:a16="http://schemas.microsoft.com/office/drawing/2014/main" id="{9B4DE256-C595-AE7D-F0F4-DA586BABC111}"/>
              </a:ext>
            </a:extLst>
          </p:cNvPr>
          <p:cNvPicPr>
            <a:picLocks noChangeAspect="1"/>
          </p:cNvPicPr>
          <p:nvPr/>
        </p:nvPicPr>
        <p:blipFill>
          <a:blip>
            <a:extLst>
              <a:ext uri="{96DAC541-7B7A-43D3-8B79-37D633B846F1}">
                <asvg:svgBlip xmlns:asvg="http://schemas.microsoft.com/office/drawing/2016/SVG/main" r:embed="rId34"/>
              </a:ext>
            </a:extLst>
          </a:blip>
          <a:stretch>
            <a:fillRect/>
          </a:stretch>
        </p:blipFill>
        <p:spPr>
          <a:xfrm>
            <a:off x="5862684" y="1840016"/>
            <a:ext cx="114618" cy="229236"/>
          </a:xfrm>
          <a:prstGeom prst="rect">
            <a:avLst/>
          </a:prstGeom>
        </p:spPr>
      </p:pic>
      <p:pic>
        <p:nvPicPr>
          <p:cNvPr id="425" name="Grafik 424">
            <a:extLst>
              <a:ext uri="{FF2B5EF4-FFF2-40B4-BE49-F238E27FC236}">
                <a16:creationId xmlns:a16="http://schemas.microsoft.com/office/drawing/2014/main" id="{0D0495C5-2BC9-9220-DECF-5CC8E54E175B}"/>
              </a:ext>
            </a:extLst>
          </p:cNvPr>
          <p:cNvPicPr>
            <a:picLocks noChangeAspect="1"/>
          </p:cNvPicPr>
          <p:nvPr/>
        </p:nvPicPr>
        <p:blipFill>
          <a:blip>
            <a:extLst>
              <a:ext uri="{96DAC541-7B7A-43D3-8B79-37D633B846F1}">
                <asvg:svgBlip xmlns:asvg="http://schemas.microsoft.com/office/drawing/2016/SVG/main" r:embed="rId35"/>
              </a:ext>
            </a:extLst>
          </a:blip>
          <a:stretch>
            <a:fillRect/>
          </a:stretch>
        </p:blipFill>
        <p:spPr>
          <a:xfrm>
            <a:off x="6624653" y="1850249"/>
            <a:ext cx="229235" cy="114618"/>
          </a:xfrm>
          <a:prstGeom prst="rect">
            <a:avLst/>
          </a:prstGeom>
        </p:spPr>
      </p:pic>
      <p:pic>
        <p:nvPicPr>
          <p:cNvPr id="427" name="Grafik 426">
            <a:extLst>
              <a:ext uri="{FF2B5EF4-FFF2-40B4-BE49-F238E27FC236}">
                <a16:creationId xmlns:a16="http://schemas.microsoft.com/office/drawing/2014/main" id="{2E68FA6B-AF0C-CB06-7E5D-5189AC199115}"/>
              </a:ext>
            </a:extLst>
          </p:cNvPr>
          <p:cNvPicPr>
            <a:picLocks noChangeAspect="1"/>
          </p:cNvPicPr>
          <p:nvPr/>
        </p:nvPicPr>
        <p:blipFill>
          <a:blip>
            <a:extLst>
              <a:ext uri="{96DAC541-7B7A-43D3-8B79-37D633B846F1}">
                <asvg:svgBlip xmlns:asvg="http://schemas.microsoft.com/office/drawing/2016/SVG/main" r:embed="rId36"/>
              </a:ext>
            </a:extLst>
          </a:blip>
          <a:stretch>
            <a:fillRect/>
          </a:stretch>
        </p:blipFill>
        <p:spPr>
          <a:xfrm>
            <a:off x="7457701" y="1850249"/>
            <a:ext cx="229235" cy="114618"/>
          </a:xfrm>
          <a:prstGeom prst="rect">
            <a:avLst/>
          </a:prstGeom>
        </p:spPr>
      </p:pic>
      <p:pic>
        <p:nvPicPr>
          <p:cNvPr id="429" name="Grafik 428">
            <a:extLst>
              <a:ext uri="{FF2B5EF4-FFF2-40B4-BE49-F238E27FC236}">
                <a16:creationId xmlns:a16="http://schemas.microsoft.com/office/drawing/2014/main" id="{CEED0F99-CFCF-F5E2-D7F9-9FEB8C81F6BA}"/>
              </a:ext>
            </a:extLst>
          </p:cNvPr>
          <p:cNvPicPr>
            <a:picLocks noChangeAspect="1"/>
          </p:cNvPicPr>
          <p:nvPr/>
        </p:nvPicPr>
        <p:blipFill>
          <a:blip>
            <a:extLst>
              <a:ext uri="{96DAC541-7B7A-43D3-8B79-37D633B846F1}">
                <asvg:svgBlip xmlns:asvg="http://schemas.microsoft.com/office/drawing/2016/SVG/main" r:embed="rId37"/>
              </a:ext>
            </a:extLst>
          </a:blip>
          <a:stretch>
            <a:fillRect/>
          </a:stretch>
        </p:blipFill>
        <p:spPr>
          <a:xfrm>
            <a:off x="8244914" y="1834026"/>
            <a:ext cx="196487" cy="229235"/>
          </a:xfrm>
          <a:prstGeom prst="rect">
            <a:avLst/>
          </a:prstGeom>
        </p:spPr>
      </p:pic>
      <p:pic>
        <p:nvPicPr>
          <p:cNvPr id="431" name="Grafik 430">
            <a:extLst>
              <a:ext uri="{FF2B5EF4-FFF2-40B4-BE49-F238E27FC236}">
                <a16:creationId xmlns:a16="http://schemas.microsoft.com/office/drawing/2014/main" id="{CFC57F58-66D5-281E-D091-85B1D5EBBD14}"/>
              </a:ext>
            </a:extLst>
          </p:cNvPr>
          <p:cNvPicPr>
            <a:picLocks noChangeAspect="1"/>
          </p:cNvPicPr>
          <p:nvPr/>
        </p:nvPicPr>
        <p:blipFill>
          <a:blip>
            <a:extLst>
              <a:ext uri="{96DAC541-7B7A-43D3-8B79-37D633B846F1}">
                <asvg:svgBlip xmlns:asvg="http://schemas.microsoft.com/office/drawing/2016/SVG/main" r:embed="rId38"/>
              </a:ext>
            </a:extLst>
          </a:blip>
          <a:stretch>
            <a:fillRect/>
          </a:stretch>
        </p:blipFill>
        <p:spPr>
          <a:xfrm>
            <a:off x="9039862" y="1834026"/>
            <a:ext cx="196487" cy="212861"/>
          </a:xfrm>
          <a:prstGeom prst="rect">
            <a:avLst/>
          </a:prstGeom>
        </p:spPr>
      </p:pic>
      <p:pic>
        <p:nvPicPr>
          <p:cNvPr id="433" name="Grafik 432">
            <a:extLst>
              <a:ext uri="{FF2B5EF4-FFF2-40B4-BE49-F238E27FC236}">
                <a16:creationId xmlns:a16="http://schemas.microsoft.com/office/drawing/2014/main" id="{A297E5BF-B922-C7D1-451B-64EBB0B70A8C}"/>
              </a:ext>
            </a:extLst>
          </p:cNvPr>
          <p:cNvPicPr>
            <a:picLocks noChangeAspect="1"/>
          </p:cNvPicPr>
          <p:nvPr/>
        </p:nvPicPr>
        <p:blipFill>
          <a:blip>
            <a:extLst>
              <a:ext uri="{96DAC541-7B7A-43D3-8B79-37D633B846F1}">
                <asvg:svgBlip xmlns:asvg="http://schemas.microsoft.com/office/drawing/2016/SVG/main" r:embed="rId39"/>
              </a:ext>
            </a:extLst>
          </a:blip>
          <a:stretch>
            <a:fillRect/>
          </a:stretch>
        </p:blipFill>
        <p:spPr>
          <a:xfrm>
            <a:off x="9834810" y="1834026"/>
            <a:ext cx="229235" cy="196487"/>
          </a:xfrm>
          <a:prstGeom prst="rect">
            <a:avLst/>
          </a:prstGeom>
        </p:spPr>
      </p:pic>
      <p:pic>
        <p:nvPicPr>
          <p:cNvPr id="435" name="Grafik 434">
            <a:extLst>
              <a:ext uri="{FF2B5EF4-FFF2-40B4-BE49-F238E27FC236}">
                <a16:creationId xmlns:a16="http://schemas.microsoft.com/office/drawing/2014/main" id="{EA60E480-6F33-55F8-A0A2-E03897E15319}"/>
              </a:ext>
            </a:extLst>
          </p:cNvPr>
          <p:cNvPicPr>
            <a:picLocks noChangeAspect="1"/>
          </p:cNvPicPr>
          <p:nvPr/>
        </p:nvPicPr>
        <p:blipFill>
          <a:blip>
            <a:extLst>
              <a:ext uri="{96DAC541-7B7A-43D3-8B79-37D633B846F1}">
                <asvg:svgBlip xmlns:asvg="http://schemas.microsoft.com/office/drawing/2016/SVG/main" r:embed="rId40"/>
              </a:ext>
            </a:extLst>
          </a:blip>
          <a:stretch>
            <a:fillRect/>
          </a:stretch>
        </p:blipFill>
        <p:spPr>
          <a:xfrm>
            <a:off x="10667859" y="1862601"/>
            <a:ext cx="229235" cy="196487"/>
          </a:xfrm>
          <a:prstGeom prst="rect">
            <a:avLst/>
          </a:prstGeom>
        </p:spPr>
      </p:pic>
      <p:pic>
        <p:nvPicPr>
          <p:cNvPr id="459" name="Grafik 458">
            <a:extLst>
              <a:ext uri="{FF2B5EF4-FFF2-40B4-BE49-F238E27FC236}">
                <a16:creationId xmlns:a16="http://schemas.microsoft.com/office/drawing/2014/main" id="{D647FE0D-16BB-0F45-4CA5-FF022A940F99}"/>
              </a:ext>
            </a:extLst>
          </p:cNvPr>
          <p:cNvPicPr>
            <a:picLocks noChangeAspect="1"/>
          </p:cNvPicPr>
          <p:nvPr/>
        </p:nvPicPr>
        <p:blipFill>
          <a:blip>
            <a:extLst>
              <a:ext uri="{96DAC541-7B7A-43D3-8B79-37D633B846F1}">
                <asvg:svgBlip xmlns:asvg="http://schemas.microsoft.com/office/drawing/2016/SVG/main" r:embed="rId41"/>
              </a:ext>
            </a:extLst>
          </a:blip>
          <a:stretch>
            <a:fillRect/>
          </a:stretch>
        </p:blipFill>
        <p:spPr>
          <a:xfrm>
            <a:off x="891255" y="2539656"/>
            <a:ext cx="340704" cy="275808"/>
          </a:xfrm>
          <a:prstGeom prst="rect">
            <a:avLst/>
          </a:prstGeom>
        </p:spPr>
      </p:pic>
      <p:pic>
        <p:nvPicPr>
          <p:cNvPr id="461" name="Grafik 460">
            <a:extLst>
              <a:ext uri="{FF2B5EF4-FFF2-40B4-BE49-F238E27FC236}">
                <a16:creationId xmlns:a16="http://schemas.microsoft.com/office/drawing/2014/main" id="{9A21C2C4-C4E9-945C-586B-9E141908307F}"/>
              </a:ext>
            </a:extLst>
          </p:cNvPr>
          <p:cNvPicPr>
            <a:picLocks noChangeAspect="1"/>
          </p:cNvPicPr>
          <p:nvPr/>
        </p:nvPicPr>
        <p:blipFill>
          <a:blip>
            <a:extLst>
              <a:ext uri="{96DAC541-7B7A-43D3-8B79-37D633B846F1}">
                <asvg:svgBlip xmlns:asvg="http://schemas.microsoft.com/office/drawing/2016/SVG/main" r:embed="rId42"/>
              </a:ext>
            </a:extLst>
          </a:blip>
          <a:stretch>
            <a:fillRect/>
          </a:stretch>
        </p:blipFill>
        <p:spPr>
          <a:xfrm>
            <a:off x="1750763" y="2539656"/>
            <a:ext cx="340704" cy="275808"/>
          </a:xfrm>
          <a:prstGeom prst="rect">
            <a:avLst/>
          </a:prstGeom>
        </p:spPr>
      </p:pic>
      <p:pic>
        <p:nvPicPr>
          <p:cNvPr id="463" name="Grafik 462">
            <a:extLst>
              <a:ext uri="{FF2B5EF4-FFF2-40B4-BE49-F238E27FC236}">
                <a16:creationId xmlns:a16="http://schemas.microsoft.com/office/drawing/2014/main" id="{A3B3795E-66B1-F11B-ED88-6E2BD52FDA4B}"/>
              </a:ext>
            </a:extLst>
          </p:cNvPr>
          <p:cNvPicPr>
            <a:picLocks noChangeAspect="1"/>
          </p:cNvPicPr>
          <p:nvPr/>
        </p:nvPicPr>
        <p:blipFill>
          <a:blip>
            <a:extLst>
              <a:ext uri="{96DAC541-7B7A-43D3-8B79-37D633B846F1}">
                <asvg:svgBlip xmlns:asvg="http://schemas.microsoft.com/office/drawing/2016/SVG/main" r:embed="rId43"/>
              </a:ext>
            </a:extLst>
          </a:blip>
          <a:stretch>
            <a:fillRect/>
          </a:stretch>
        </p:blipFill>
        <p:spPr>
          <a:xfrm>
            <a:off x="2610271" y="2523432"/>
            <a:ext cx="292032" cy="292032"/>
          </a:xfrm>
          <a:prstGeom prst="rect">
            <a:avLst/>
          </a:prstGeom>
        </p:spPr>
      </p:pic>
      <p:pic>
        <p:nvPicPr>
          <p:cNvPr id="465" name="Grafik 464">
            <a:extLst>
              <a:ext uri="{FF2B5EF4-FFF2-40B4-BE49-F238E27FC236}">
                <a16:creationId xmlns:a16="http://schemas.microsoft.com/office/drawing/2014/main" id="{D09D818A-5B0E-253D-0C3B-BB6F91C64277}"/>
              </a:ext>
            </a:extLst>
          </p:cNvPr>
          <p:cNvPicPr>
            <a:picLocks noChangeAspect="1"/>
          </p:cNvPicPr>
          <p:nvPr/>
        </p:nvPicPr>
        <p:blipFill>
          <a:blip>
            <a:extLst>
              <a:ext uri="{96DAC541-7B7A-43D3-8B79-37D633B846F1}">
                <asvg:svgBlip xmlns:asvg="http://schemas.microsoft.com/office/drawing/2016/SVG/main" r:embed="rId44"/>
              </a:ext>
            </a:extLst>
          </a:blip>
          <a:stretch>
            <a:fillRect/>
          </a:stretch>
        </p:blipFill>
        <p:spPr>
          <a:xfrm>
            <a:off x="3421107" y="2523432"/>
            <a:ext cx="292032" cy="292032"/>
          </a:xfrm>
          <a:prstGeom prst="rect">
            <a:avLst/>
          </a:prstGeom>
        </p:spPr>
      </p:pic>
      <p:pic>
        <p:nvPicPr>
          <p:cNvPr id="467" name="Grafik 466">
            <a:extLst>
              <a:ext uri="{FF2B5EF4-FFF2-40B4-BE49-F238E27FC236}">
                <a16:creationId xmlns:a16="http://schemas.microsoft.com/office/drawing/2014/main" id="{5A850A91-BC04-9D93-EBF6-81DE76C6B060}"/>
              </a:ext>
            </a:extLst>
          </p:cNvPr>
          <p:cNvPicPr>
            <a:picLocks noChangeAspect="1"/>
          </p:cNvPicPr>
          <p:nvPr/>
        </p:nvPicPr>
        <p:blipFill>
          <a:blip>
            <a:extLst>
              <a:ext uri="{96DAC541-7B7A-43D3-8B79-37D633B846F1}">
                <asvg:svgBlip xmlns:asvg="http://schemas.microsoft.com/office/drawing/2016/SVG/main" r:embed="rId45"/>
              </a:ext>
            </a:extLst>
          </a:blip>
          <a:stretch>
            <a:fillRect/>
          </a:stretch>
        </p:blipFill>
        <p:spPr>
          <a:xfrm>
            <a:off x="4231943" y="2474760"/>
            <a:ext cx="275808" cy="340704"/>
          </a:xfrm>
          <a:prstGeom prst="rect">
            <a:avLst/>
          </a:prstGeom>
        </p:spPr>
      </p:pic>
      <p:pic>
        <p:nvPicPr>
          <p:cNvPr id="469" name="Grafik 468">
            <a:extLst>
              <a:ext uri="{FF2B5EF4-FFF2-40B4-BE49-F238E27FC236}">
                <a16:creationId xmlns:a16="http://schemas.microsoft.com/office/drawing/2014/main" id="{970F6A04-D49B-EB0B-6443-E7D83BB0EED6}"/>
              </a:ext>
            </a:extLst>
          </p:cNvPr>
          <p:cNvPicPr>
            <a:picLocks noChangeAspect="1"/>
          </p:cNvPicPr>
          <p:nvPr/>
        </p:nvPicPr>
        <p:blipFill>
          <a:blip>
            <a:extLst>
              <a:ext uri="{96DAC541-7B7A-43D3-8B79-37D633B846F1}">
                <asvg:svgBlip xmlns:asvg="http://schemas.microsoft.com/office/drawing/2016/SVG/main" r:embed="rId46"/>
              </a:ext>
            </a:extLst>
          </a:blip>
          <a:stretch>
            <a:fillRect/>
          </a:stretch>
        </p:blipFill>
        <p:spPr>
          <a:xfrm>
            <a:off x="5026555" y="2474760"/>
            <a:ext cx="275808" cy="340704"/>
          </a:xfrm>
          <a:prstGeom prst="rect">
            <a:avLst/>
          </a:prstGeom>
        </p:spPr>
      </p:pic>
      <p:pic>
        <p:nvPicPr>
          <p:cNvPr id="471" name="Grafik 470">
            <a:extLst>
              <a:ext uri="{FF2B5EF4-FFF2-40B4-BE49-F238E27FC236}">
                <a16:creationId xmlns:a16="http://schemas.microsoft.com/office/drawing/2014/main" id="{7F5189E8-7EC1-5C5F-CD98-48A4344F1DBC}"/>
              </a:ext>
            </a:extLst>
          </p:cNvPr>
          <p:cNvPicPr>
            <a:picLocks noChangeAspect="1"/>
          </p:cNvPicPr>
          <p:nvPr/>
        </p:nvPicPr>
        <p:blipFill>
          <a:blip>
            <a:extLst>
              <a:ext uri="{96DAC541-7B7A-43D3-8B79-37D633B846F1}">
                <asvg:svgBlip xmlns:asvg="http://schemas.microsoft.com/office/drawing/2016/SVG/main" r:embed="rId47"/>
              </a:ext>
            </a:extLst>
          </a:blip>
          <a:stretch>
            <a:fillRect/>
          </a:stretch>
        </p:blipFill>
        <p:spPr>
          <a:xfrm>
            <a:off x="5814791" y="2545646"/>
            <a:ext cx="292032" cy="275808"/>
          </a:xfrm>
          <a:prstGeom prst="rect">
            <a:avLst/>
          </a:prstGeom>
        </p:spPr>
      </p:pic>
      <p:pic>
        <p:nvPicPr>
          <p:cNvPr id="473" name="Grafik 472">
            <a:extLst>
              <a:ext uri="{FF2B5EF4-FFF2-40B4-BE49-F238E27FC236}">
                <a16:creationId xmlns:a16="http://schemas.microsoft.com/office/drawing/2014/main" id="{31292D00-54A6-27C7-6B71-EB7869C53B77}"/>
              </a:ext>
            </a:extLst>
          </p:cNvPr>
          <p:cNvPicPr>
            <a:picLocks noChangeAspect="1"/>
          </p:cNvPicPr>
          <p:nvPr/>
        </p:nvPicPr>
        <p:blipFill>
          <a:blip>
            <a:extLst>
              <a:ext uri="{96DAC541-7B7A-43D3-8B79-37D633B846F1}">
                <asvg:svgBlip xmlns:asvg="http://schemas.microsoft.com/office/drawing/2016/SVG/main" r:embed="rId48"/>
              </a:ext>
            </a:extLst>
          </a:blip>
          <a:stretch>
            <a:fillRect/>
          </a:stretch>
        </p:blipFill>
        <p:spPr>
          <a:xfrm>
            <a:off x="6632003" y="2523432"/>
            <a:ext cx="292032" cy="292032"/>
          </a:xfrm>
          <a:prstGeom prst="rect">
            <a:avLst/>
          </a:prstGeom>
        </p:spPr>
      </p:pic>
      <p:pic>
        <p:nvPicPr>
          <p:cNvPr id="475" name="Grafik 474">
            <a:extLst>
              <a:ext uri="{FF2B5EF4-FFF2-40B4-BE49-F238E27FC236}">
                <a16:creationId xmlns:a16="http://schemas.microsoft.com/office/drawing/2014/main" id="{D729A8DE-C936-20E2-44A8-EB0D5322EBFF}"/>
              </a:ext>
            </a:extLst>
          </p:cNvPr>
          <p:cNvPicPr>
            <a:picLocks noChangeAspect="1"/>
          </p:cNvPicPr>
          <p:nvPr/>
        </p:nvPicPr>
        <p:blipFill>
          <a:blip>
            <a:extLst>
              <a:ext uri="{96DAC541-7B7A-43D3-8B79-37D633B846F1}">
                <asvg:svgBlip xmlns:asvg="http://schemas.microsoft.com/office/drawing/2016/SVG/main" r:embed="rId49"/>
              </a:ext>
            </a:extLst>
          </a:blip>
          <a:stretch>
            <a:fillRect/>
          </a:stretch>
        </p:blipFill>
        <p:spPr>
          <a:xfrm>
            <a:off x="7380305" y="2523432"/>
            <a:ext cx="454272" cy="292032"/>
          </a:xfrm>
          <a:prstGeom prst="rect">
            <a:avLst/>
          </a:prstGeom>
        </p:spPr>
      </p:pic>
      <p:pic>
        <p:nvPicPr>
          <p:cNvPr id="477" name="Grafik 476">
            <a:extLst>
              <a:ext uri="{FF2B5EF4-FFF2-40B4-BE49-F238E27FC236}">
                <a16:creationId xmlns:a16="http://schemas.microsoft.com/office/drawing/2014/main" id="{E3B86050-621C-3EF0-7959-F04A9F8E2FCA}"/>
              </a:ext>
            </a:extLst>
          </p:cNvPr>
          <p:cNvPicPr>
            <a:picLocks noChangeAspect="1"/>
          </p:cNvPicPr>
          <p:nvPr/>
        </p:nvPicPr>
        <p:blipFill>
          <a:blip>
            <a:extLst>
              <a:ext uri="{96DAC541-7B7A-43D3-8B79-37D633B846F1}">
                <asvg:svgBlip xmlns:asvg="http://schemas.microsoft.com/office/drawing/2016/SVG/main" r:embed="rId50"/>
              </a:ext>
            </a:extLst>
          </a:blip>
          <a:stretch>
            <a:fillRect/>
          </a:stretch>
        </p:blipFill>
        <p:spPr>
          <a:xfrm>
            <a:off x="8286725" y="2422930"/>
            <a:ext cx="292031" cy="471742"/>
          </a:xfrm>
          <a:prstGeom prst="rect">
            <a:avLst/>
          </a:prstGeom>
        </p:spPr>
      </p:pic>
      <p:pic>
        <p:nvPicPr>
          <p:cNvPr id="479" name="Grafik 478">
            <a:extLst>
              <a:ext uri="{FF2B5EF4-FFF2-40B4-BE49-F238E27FC236}">
                <a16:creationId xmlns:a16="http://schemas.microsoft.com/office/drawing/2014/main" id="{96BCEDA3-E9E1-08EA-6584-475A91DB5A78}"/>
              </a:ext>
            </a:extLst>
          </p:cNvPr>
          <p:cNvPicPr>
            <a:picLocks noChangeAspect="1"/>
          </p:cNvPicPr>
          <p:nvPr/>
        </p:nvPicPr>
        <p:blipFill>
          <a:blip>
            <a:extLst>
              <a:ext uri="{96DAC541-7B7A-43D3-8B79-37D633B846F1}">
                <asvg:svgBlip xmlns:asvg="http://schemas.microsoft.com/office/drawing/2016/SVG/main" r:embed="rId51"/>
              </a:ext>
            </a:extLst>
          </a:blip>
          <a:stretch>
            <a:fillRect/>
          </a:stretch>
        </p:blipFill>
        <p:spPr>
          <a:xfrm>
            <a:off x="9043073" y="2499096"/>
            <a:ext cx="243360" cy="292032"/>
          </a:xfrm>
          <a:prstGeom prst="rect">
            <a:avLst/>
          </a:prstGeom>
        </p:spPr>
      </p:pic>
      <p:pic>
        <p:nvPicPr>
          <p:cNvPr id="481" name="Grafik 480">
            <a:extLst>
              <a:ext uri="{FF2B5EF4-FFF2-40B4-BE49-F238E27FC236}">
                <a16:creationId xmlns:a16="http://schemas.microsoft.com/office/drawing/2014/main" id="{EED61BAF-1734-518B-0111-4D9A7ADC05DD}"/>
              </a:ext>
            </a:extLst>
          </p:cNvPr>
          <p:cNvPicPr>
            <a:picLocks noChangeAspect="1"/>
          </p:cNvPicPr>
          <p:nvPr/>
        </p:nvPicPr>
        <p:blipFill>
          <a:blip>
            <a:extLst>
              <a:ext uri="{96DAC541-7B7A-43D3-8B79-37D633B846F1}">
                <asvg:svgBlip xmlns:asvg="http://schemas.microsoft.com/office/drawing/2016/SVG/main" r:embed="rId52"/>
              </a:ext>
            </a:extLst>
          </a:blip>
          <a:stretch>
            <a:fillRect/>
          </a:stretch>
        </p:blipFill>
        <p:spPr>
          <a:xfrm>
            <a:off x="9864416" y="2536728"/>
            <a:ext cx="259584" cy="275808"/>
          </a:xfrm>
          <a:prstGeom prst="rect">
            <a:avLst/>
          </a:prstGeom>
        </p:spPr>
      </p:pic>
      <p:pic>
        <p:nvPicPr>
          <p:cNvPr id="483" name="Grafik 482">
            <a:extLst>
              <a:ext uri="{FF2B5EF4-FFF2-40B4-BE49-F238E27FC236}">
                <a16:creationId xmlns:a16="http://schemas.microsoft.com/office/drawing/2014/main" id="{C5F4ABEB-FD03-31F4-AC04-F2745F3B5967}"/>
              </a:ext>
            </a:extLst>
          </p:cNvPr>
          <p:cNvPicPr>
            <a:picLocks noChangeAspect="1"/>
          </p:cNvPicPr>
          <p:nvPr/>
        </p:nvPicPr>
        <p:blipFill>
          <a:blip>
            <a:extLst>
              <a:ext uri="{96DAC541-7B7A-43D3-8B79-37D633B846F1}">
                <asvg:svgBlip xmlns:asvg="http://schemas.microsoft.com/office/drawing/2016/SVG/main" r:embed="rId53"/>
              </a:ext>
            </a:extLst>
          </a:blip>
          <a:stretch>
            <a:fillRect/>
          </a:stretch>
        </p:blipFill>
        <p:spPr>
          <a:xfrm>
            <a:off x="1815659" y="3223509"/>
            <a:ext cx="210912" cy="292032"/>
          </a:xfrm>
          <a:prstGeom prst="rect">
            <a:avLst/>
          </a:prstGeom>
        </p:spPr>
      </p:pic>
      <p:pic>
        <p:nvPicPr>
          <p:cNvPr id="547" name="Grafik 546">
            <a:extLst>
              <a:ext uri="{FF2B5EF4-FFF2-40B4-BE49-F238E27FC236}">
                <a16:creationId xmlns:a16="http://schemas.microsoft.com/office/drawing/2014/main" id="{FE3FC645-CE7C-3A59-0DEA-9F34487A909B}"/>
              </a:ext>
            </a:extLst>
          </p:cNvPr>
          <p:cNvPicPr>
            <a:picLocks noChangeAspect="1"/>
          </p:cNvPicPr>
          <p:nvPr/>
        </p:nvPicPr>
        <p:blipFill>
          <a:blip>
            <a:extLst>
              <a:ext uri="{96DAC541-7B7A-43D3-8B79-37D633B846F1}">
                <asvg:svgBlip xmlns:asvg="http://schemas.microsoft.com/office/drawing/2016/SVG/main" r:embed="rId54"/>
              </a:ext>
            </a:extLst>
          </a:blip>
          <a:stretch>
            <a:fillRect/>
          </a:stretch>
        </p:blipFill>
        <p:spPr>
          <a:xfrm>
            <a:off x="883684" y="5610843"/>
            <a:ext cx="350056" cy="350056"/>
          </a:xfrm>
          <a:prstGeom prst="rect">
            <a:avLst/>
          </a:prstGeom>
        </p:spPr>
      </p:pic>
      <p:pic>
        <p:nvPicPr>
          <p:cNvPr id="549" name="Grafik 548">
            <a:extLst>
              <a:ext uri="{FF2B5EF4-FFF2-40B4-BE49-F238E27FC236}">
                <a16:creationId xmlns:a16="http://schemas.microsoft.com/office/drawing/2014/main" id="{CA7E168F-DDCB-3EF8-40F7-2024DDA0508D}"/>
              </a:ext>
            </a:extLst>
          </p:cNvPr>
          <p:cNvPicPr>
            <a:picLocks noChangeAspect="1"/>
          </p:cNvPicPr>
          <p:nvPr/>
        </p:nvPicPr>
        <p:blipFill>
          <a:blip>
            <a:extLst>
              <a:ext uri="{96DAC541-7B7A-43D3-8B79-37D633B846F1}">
                <asvg:svgBlip xmlns:asvg="http://schemas.microsoft.com/office/drawing/2016/SVG/main" r:embed="rId55"/>
              </a:ext>
            </a:extLst>
          </a:blip>
          <a:stretch>
            <a:fillRect/>
          </a:stretch>
        </p:blipFill>
        <p:spPr>
          <a:xfrm>
            <a:off x="5024631" y="5593340"/>
            <a:ext cx="420067" cy="367559"/>
          </a:xfrm>
          <a:prstGeom prst="rect">
            <a:avLst/>
          </a:prstGeom>
        </p:spPr>
      </p:pic>
      <p:pic>
        <p:nvPicPr>
          <p:cNvPr id="551" name="Grafik 550">
            <a:extLst>
              <a:ext uri="{FF2B5EF4-FFF2-40B4-BE49-F238E27FC236}">
                <a16:creationId xmlns:a16="http://schemas.microsoft.com/office/drawing/2014/main" id="{D70FCFC3-68A4-AF44-27CB-64CD7A54DF11}"/>
              </a:ext>
            </a:extLst>
          </p:cNvPr>
          <p:cNvPicPr>
            <a:picLocks noChangeAspect="1"/>
          </p:cNvPicPr>
          <p:nvPr/>
        </p:nvPicPr>
        <p:blipFill>
          <a:blip>
            <a:extLst>
              <a:ext uri="{96DAC541-7B7A-43D3-8B79-37D633B846F1}">
                <asvg:svgBlip xmlns:asvg="http://schemas.microsoft.com/office/drawing/2016/SVG/main" r:embed="rId56"/>
              </a:ext>
            </a:extLst>
          </a:blip>
          <a:stretch>
            <a:fillRect/>
          </a:stretch>
        </p:blipFill>
        <p:spPr>
          <a:xfrm>
            <a:off x="4196453" y="5575837"/>
            <a:ext cx="420068" cy="385062"/>
          </a:xfrm>
          <a:prstGeom prst="rect">
            <a:avLst/>
          </a:prstGeom>
        </p:spPr>
      </p:pic>
      <p:pic>
        <p:nvPicPr>
          <p:cNvPr id="553" name="Grafik 552">
            <a:extLst>
              <a:ext uri="{FF2B5EF4-FFF2-40B4-BE49-F238E27FC236}">
                <a16:creationId xmlns:a16="http://schemas.microsoft.com/office/drawing/2014/main" id="{3CB25E22-4920-8EAD-3056-5E3F5E1A66DB}"/>
              </a:ext>
            </a:extLst>
          </p:cNvPr>
          <p:cNvPicPr>
            <a:picLocks noChangeAspect="1"/>
          </p:cNvPicPr>
          <p:nvPr/>
        </p:nvPicPr>
        <p:blipFill>
          <a:blip>
            <a:extLst>
              <a:ext uri="{96DAC541-7B7A-43D3-8B79-37D633B846F1}">
                <asvg:svgBlip xmlns:asvg="http://schemas.microsoft.com/office/drawing/2016/SVG/main" r:embed="rId57"/>
              </a:ext>
            </a:extLst>
          </a:blip>
          <a:stretch>
            <a:fillRect/>
          </a:stretch>
        </p:blipFill>
        <p:spPr>
          <a:xfrm>
            <a:off x="3315318" y="5558334"/>
            <a:ext cx="507582" cy="402565"/>
          </a:xfrm>
          <a:prstGeom prst="rect">
            <a:avLst/>
          </a:prstGeom>
        </p:spPr>
      </p:pic>
      <p:pic>
        <p:nvPicPr>
          <p:cNvPr id="555" name="Grafik 554">
            <a:extLst>
              <a:ext uri="{FF2B5EF4-FFF2-40B4-BE49-F238E27FC236}">
                <a16:creationId xmlns:a16="http://schemas.microsoft.com/office/drawing/2014/main" id="{89899C3E-DAB0-54CC-D037-E33F862173C6}"/>
              </a:ext>
            </a:extLst>
          </p:cNvPr>
          <p:cNvPicPr>
            <a:picLocks noChangeAspect="1"/>
          </p:cNvPicPr>
          <p:nvPr/>
        </p:nvPicPr>
        <p:blipFill>
          <a:blip>
            <a:extLst>
              <a:ext uri="{96DAC541-7B7A-43D3-8B79-37D633B846F1}">
                <asvg:svgBlip xmlns:asvg="http://schemas.microsoft.com/office/drawing/2016/SVG/main" r:embed="rId58"/>
              </a:ext>
            </a:extLst>
          </a:blip>
          <a:stretch>
            <a:fillRect/>
          </a:stretch>
        </p:blipFill>
        <p:spPr>
          <a:xfrm>
            <a:off x="2529530" y="5698357"/>
            <a:ext cx="455073" cy="262542"/>
          </a:xfrm>
          <a:prstGeom prst="rect">
            <a:avLst/>
          </a:prstGeom>
        </p:spPr>
      </p:pic>
      <p:pic>
        <p:nvPicPr>
          <p:cNvPr id="557" name="Grafik 556">
            <a:extLst>
              <a:ext uri="{FF2B5EF4-FFF2-40B4-BE49-F238E27FC236}">
                <a16:creationId xmlns:a16="http://schemas.microsoft.com/office/drawing/2014/main" id="{898F602E-DCD9-7615-CB91-2AD526D67101}"/>
              </a:ext>
            </a:extLst>
          </p:cNvPr>
          <p:cNvPicPr>
            <a:picLocks noChangeAspect="1"/>
          </p:cNvPicPr>
          <p:nvPr/>
        </p:nvPicPr>
        <p:blipFill>
          <a:blip>
            <a:extLst>
              <a:ext uri="{96DAC541-7B7A-43D3-8B79-37D633B846F1}">
                <asvg:svgBlip xmlns:asvg="http://schemas.microsoft.com/office/drawing/2016/SVG/main" r:embed="rId59"/>
              </a:ext>
            </a:extLst>
          </a:blip>
          <a:stretch>
            <a:fillRect/>
          </a:stretch>
        </p:blipFill>
        <p:spPr>
          <a:xfrm>
            <a:off x="1691900" y="5505826"/>
            <a:ext cx="315051" cy="455073"/>
          </a:xfrm>
          <a:prstGeom prst="rect">
            <a:avLst/>
          </a:prstGeom>
        </p:spPr>
      </p:pic>
      <p:pic>
        <p:nvPicPr>
          <p:cNvPr id="10" name="Grafik 9">
            <a:extLst>
              <a:ext uri="{FF2B5EF4-FFF2-40B4-BE49-F238E27FC236}">
                <a16:creationId xmlns:a16="http://schemas.microsoft.com/office/drawing/2014/main" id="{16D1BFE6-3809-0847-B450-D5ADC8BF4B1E}"/>
              </a:ext>
            </a:extLst>
          </p:cNvPr>
          <p:cNvPicPr>
            <a:picLocks noChangeAspect="1"/>
          </p:cNvPicPr>
          <p:nvPr/>
        </p:nvPicPr>
        <p:blipFill>
          <a:blip>
            <a:extLst>
              <a:ext uri="{96DAC541-7B7A-43D3-8B79-37D633B846F1}">
                <asvg:svgBlip xmlns:asvg="http://schemas.microsoft.com/office/drawing/2016/SVG/main" r:embed="rId60"/>
              </a:ext>
            </a:extLst>
          </a:blip>
          <a:stretch>
            <a:fillRect/>
          </a:stretch>
        </p:blipFill>
        <p:spPr>
          <a:xfrm>
            <a:off x="2654394" y="3954735"/>
            <a:ext cx="233625" cy="233625"/>
          </a:xfrm>
          <a:prstGeom prst="rect">
            <a:avLst/>
          </a:prstGeom>
        </p:spPr>
      </p:pic>
      <p:pic>
        <p:nvPicPr>
          <p:cNvPr id="11" name="Grafik 10">
            <a:extLst>
              <a:ext uri="{FF2B5EF4-FFF2-40B4-BE49-F238E27FC236}">
                <a16:creationId xmlns:a16="http://schemas.microsoft.com/office/drawing/2014/main" id="{5A441244-A07B-A69D-D7CB-EF0A289B92FB}"/>
              </a:ext>
            </a:extLst>
          </p:cNvPr>
          <p:cNvPicPr>
            <a:picLocks noChangeAspect="1"/>
          </p:cNvPicPr>
          <p:nvPr/>
        </p:nvPicPr>
        <p:blipFill>
          <a:blip>
            <a:extLst>
              <a:ext uri="{96DAC541-7B7A-43D3-8B79-37D633B846F1}">
                <asvg:svgBlip xmlns:asvg="http://schemas.microsoft.com/office/drawing/2016/SVG/main" r:embed="rId61"/>
              </a:ext>
            </a:extLst>
          </a:blip>
          <a:stretch>
            <a:fillRect/>
          </a:stretch>
        </p:blipFill>
        <p:spPr>
          <a:xfrm>
            <a:off x="3452687" y="3956121"/>
            <a:ext cx="229236" cy="229236"/>
          </a:xfrm>
          <a:prstGeom prst="rect">
            <a:avLst/>
          </a:prstGeom>
        </p:spPr>
      </p:pic>
      <p:pic>
        <p:nvPicPr>
          <p:cNvPr id="12" name="Grafik 11">
            <a:extLst>
              <a:ext uri="{FF2B5EF4-FFF2-40B4-BE49-F238E27FC236}">
                <a16:creationId xmlns:a16="http://schemas.microsoft.com/office/drawing/2014/main" id="{D4C8DF2F-0514-1423-9E34-9DE235187640}"/>
              </a:ext>
            </a:extLst>
          </p:cNvPr>
          <p:cNvPicPr>
            <a:picLocks noChangeAspect="1"/>
          </p:cNvPicPr>
          <p:nvPr/>
        </p:nvPicPr>
        <p:blipFill>
          <a:blip>
            <a:extLst>
              <a:ext uri="{96DAC541-7B7A-43D3-8B79-37D633B846F1}">
                <asvg:svgBlip xmlns:asvg="http://schemas.microsoft.com/office/drawing/2016/SVG/main" r:embed="rId62"/>
              </a:ext>
            </a:extLst>
          </a:blip>
          <a:stretch>
            <a:fillRect/>
          </a:stretch>
        </p:blipFill>
        <p:spPr>
          <a:xfrm>
            <a:off x="4270119" y="3956121"/>
            <a:ext cx="229236" cy="229236"/>
          </a:xfrm>
          <a:prstGeom prst="rect">
            <a:avLst/>
          </a:prstGeom>
        </p:spPr>
      </p:pic>
      <p:pic>
        <p:nvPicPr>
          <p:cNvPr id="13" name="Grafik 12">
            <a:extLst>
              <a:ext uri="{FF2B5EF4-FFF2-40B4-BE49-F238E27FC236}">
                <a16:creationId xmlns:a16="http://schemas.microsoft.com/office/drawing/2014/main" id="{25D87377-1EF5-7719-AA19-87047841C000}"/>
              </a:ext>
            </a:extLst>
          </p:cNvPr>
          <p:cNvPicPr>
            <a:picLocks noChangeAspect="1"/>
          </p:cNvPicPr>
          <p:nvPr/>
        </p:nvPicPr>
        <p:blipFill>
          <a:blip>
            <a:extLst>
              <a:ext uri="{96DAC541-7B7A-43D3-8B79-37D633B846F1}">
                <asvg:svgBlip xmlns:asvg="http://schemas.microsoft.com/office/drawing/2016/SVG/main" r:embed="rId63"/>
              </a:ext>
            </a:extLst>
          </a:blip>
          <a:stretch>
            <a:fillRect/>
          </a:stretch>
        </p:blipFill>
        <p:spPr>
          <a:xfrm>
            <a:off x="5087551" y="3956121"/>
            <a:ext cx="229236" cy="229236"/>
          </a:xfrm>
          <a:prstGeom prst="rect">
            <a:avLst/>
          </a:prstGeom>
        </p:spPr>
      </p:pic>
      <p:pic>
        <p:nvPicPr>
          <p:cNvPr id="14" name="Grafik 13">
            <a:extLst>
              <a:ext uri="{FF2B5EF4-FFF2-40B4-BE49-F238E27FC236}">
                <a16:creationId xmlns:a16="http://schemas.microsoft.com/office/drawing/2014/main" id="{11213D05-B64A-0390-2B86-F500BF7D8683}"/>
              </a:ext>
            </a:extLst>
          </p:cNvPr>
          <p:cNvPicPr>
            <a:picLocks noChangeAspect="1"/>
          </p:cNvPicPr>
          <p:nvPr/>
        </p:nvPicPr>
        <p:blipFill>
          <a:blip>
            <a:extLst>
              <a:ext uri="{96DAC541-7B7A-43D3-8B79-37D633B846F1}">
                <asvg:svgBlip xmlns:asvg="http://schemas.microsoft.com/office/drawing/2016/SVG/main" r:embed="rId64"/>
              </a:ext>
            </a:extLst>
          </a:blip>
          <a:stretch>
            <a:fillRect/>
          </a:stretch>
        </p:blipFill>
        <p:spPr>
          <a:xfrm>
            <a:off x="5904982" y="3971403"/>
            <a:ext cx="213953" cy="213953"/>
          </a:xfrm>
          <a:prstGeom prst="rect">
            <a:avLst/>
          </a:prstGeom>
        </p:spPr>
      </p:pic>
      <p:pic>
        <p:nvPicPr>
          <p:cNvPr id="15" name="Grafik 14">
            <a:extLst>
              <a:ext uri="{FF2B5EF4-FFF2-40B4-BE49-F238E27FC236}">
                <a16:creationId xmlns:a16="http://schemas.microsoft.com/office/drawing/2014/main" id="{05832966-E901-51F4-7FEB-62A77F448F42}"/>
              </a:ext>
            </a:extLst>
          </p:cNvPr>
          <p:cNvPicPr>
            <a:picLocks noChangeAspect="1"/>
          </p:cNvPicPr>
          <p:nvPr/>
        </p:nvPicPr>
        <p:blipFill>
          <a:blip>
            <a:extLst>
              <a:ext uri="{96DAC541-7B7A-43D3-8B79-37D633B846F1}">
                <asvg:svgBlip xmlns:asvg="http://schemas.microsoft.com/office/drawing/2016/SVG/main" r:embed="rId65"/>
              </a:ext>
            </a:extLst>
          </a:blip>
          <a:stretch>
            <a:fillRect/>
          </a:stretch>
        </p:blipFill>
        <p:spPr>
          <a:xfrm>
            <a:off x="6702946" y="3956121"/>
            <a:ext cx="229236" cy="229236"/>
          </a:xfrm>
          <a:prstGeom prst="rect">
            <a:avLst/>
          </a:prstGeom>
        </p:spPr>
      </p:pic>
      <p:pic>
        <p:nvPicPr>
          <p:cNvPr id="16" name="Grafik 15">
            <a:extLst>
              <a:ext uri="{FF2B5EF4-FFF2-40B4-BE49-F238E27FC236}">
                <a16:creationId xmlns:a16="http://schemas.microsoft.com/office/drawing/2014/main" id="{40ED751B-D6ED-D714-EE57-3290A3B9B3FD}"/>
              </a:ext>
            </a:extLst>
          </p:cNvPr>
          <p:cNvPicPr>
            <a:picLocks noChangeAspect="1"/>
          </p:cNvPicPr>
          <p:nvPr/>
        </p:nvPicPr>
        <p:blipFill>
          <a:blip>
            <a:extLst>
              <a:ext uri="{96DAC541-7B7A-43D3-8B79-37D633B846F1}">
                <asvg:svgBlip xmlns:asvg="http://schemas.microsoft.com/office/drawing/2016/SVG/main" r:embed="rId66"/>
              </a:ext>
            </a:extLst>
          </a:blip>
          <a:stretch>
            <a:fillRect/>
          </a:stretch>
        </p:blipFill>
        <p:spPr>
          <a:xfrm>
            <a:off x="7484152" y="3948200"/>
            <a:ext cx="229236" cy="229236"/>
          </a:xfrm>
          <a:prstGeom prst="rect">
            <a:avLst/>
          </a:prstGeom>
        </p:spPr>
      </p:pic>
      <p:pic>
        <p:nvPicPr>
          <p:cNvPr id="17" name="Grafik 16">
            <a:extLst>
              <a:ext uri="{FF2B5EF4-FFF2-40B4-BE49-F238E27FC236}">
                <a16:creationId xmlns:a16="http://schemas.microsoft.com/office/drawing/2014/main" id="{69E070B0-BDB9-5059-85B9-4BB9773EE8B0}"/>
              </a:ext>
            </a:extLst>
          </p:cNvPr>
          <p:cNvPicPr>
            <a:picLocks noChangeAspect="1"/>
          </p:cNvPicPr>
          <p:nvPr/>
        </p:nvPicPr>
        <p:blipFill>
          <a:blip>
            <a:extLst>
              <a:ext uri="{96DAC541-7B7A-43D3-8B79-37D633B846F1}">
                <asvg:svgBlip xmlns:asvg="http://schemas.microsoft.com/office/drawing/2016/SVG/main" r:embed="rId67"/>
              </a:ext>
            </a:extLst>
          </a:blip>
          <a:stretch>
            <a:fillRect/>
          </a:stretch>
        </p:blipFill>
        <p:spPr>
          <a:xfrm>
            <a:off x="8197172" y="3948200"/>
            <a:ext cx="242337" cy="242337"/>
          </a:xfrm>
          <a:prstGeom prst="rect">
            <a:avLst/>
          </a:prstGeom>
        </p:spPr>
      </p:pic>
      <p:pic>
        <p:nvPicPr>
          <p:cNvPr id="3" name="Grafik 2">
            <a:extLst>
              <a:ext uri="{FF2B5EF4-FFF2-40B4-BE49-F238E27FC236}">
                <a16:creationId xmlns:a16="http://schemas.microsoft.com/office/drawing/2014/main" id="{28C08CFF-4290-5789-A03F-BF524059B23D}"/>
              </a:ext>
            </a:extLst>
          </p:cNvPr>
          <p:cNvPicPr>
            <a:picLocks noChangeAspect="1"/>
          </p:cNvPicPr>
          <p:nvPr/>
        </p:nvPicPr>
        <p:blipFill>
          <a:blip>
            <a:extLst>
              <a:ext uri="{96DAC541-7B7A-43D3-8B79-37D633B846F1}">
                <asvg:svgBlip xmlns:asvg="http://schemas.microsoft.com/office/drawing/2016/SVG/main" r:embed="rId68"/>
              </a:ext>
            </a:extLst>
          </a:blip>
          <a:stretch>
            <a:fillRect/>
          </a:stretch>
        </p:blipFill>
        <p:spPr>
          <a:xfrm>
            <a:off x="5819776" y="5647726"/>
            <a:ext cx="315051" cy="339285"/>
          </a:xfrm>
          <a:prstGeom prst="rect">
            <a:avLst/>
          </a:prstGeom>
        </p:spPr>
      </p:pic>
      <p:pic>
        <p:nvPicPr>
          <p:cNvPr id="4" name="Grafik 3">
            <a:extLst>
              <a:ext uri="{FF2B5EF4-FFF2-40B4-BE49-F238E27FC236}">
                <a16:creationId xmlns:a16="http://schemas.microsoft.com/office/drawing/2014/main" id="{BC8DC07F-DBF4-85FB-66FE-417670281AE2}"/>
              </a:ext>
            </a:extLst>
          </p:cNvPr>
          <p:cNvPicPr>
            <a:picLocks noChangeAspect="1"/>
          </p:cNvPicPr>
          <p:nvPr/>
        </p:nvPicPr>
        <p:blipFill>
          <a:blip>
            <a:extLst>
              <a:ext uri="{96DAC541-7B7A-43D3-8B79-37D633B846F1}">
                <asvg:svgBlip xmlns:asvg="http://schemas.microsoft.com/office/drawing/2016/SVG/main" r:embed="rId69"/>
              </a:ext>
            </a:extLst>
          </a:blip>
          <a:stretch>
            <a:fillRect/>
          </a:stretch>
        </p:blipFill>
        <p:spPr>
          <a:xfrm>
            <a:off x="950122" y="4525387"/>
            <a:ext cx="229236" cy="294733"/>
          </a:xfrm>
          <a:prstGeom prst="rect">
            <a:avLst/>
          </a:prstGeom>
        </p:spPr>
      </p:pic>
      <p:pic>
        <p:nvPicPr>
          <p:cNvPr id="5" name="Grafik 4">
            <a:extLst>
              <a:ext uri="{FF2B5EF4-FFF2-40B4-BE49-F238E27FC236}">
                <a16:creationId xmlns:a16="http://schemas.microsoft.com/office/drawing/2014/main" id="{C7C1F928-DF19-9C2C-0995-842FE5BFC9BB}"/>
              </a:ext>
            </a:extLst>
          </p:cNvPr>
          <p:cNvPicPr>
            <a:picLocks noChangeAspect="1"/>
          </p:cNvPicPr>
          <p:nvPr/>
        </p:nvPicPr>
        <p:blipFill>
          <a:blip>
            <a:extLst>
              <a:ext uri="{96DAC541-7B7A-43D3-8B79-37D633B846F1}">
                <asvg:svgBlip xmlns:asvg="http://schemas.microsoft.com/office/drawing/2016/SVG/main" r:embed="rId70"/>
              </a:ext>
            </a:extLst>
          </a:blip>
          <a:stretch>
            <a:fillRect/>
          </a:stretch>
        </p:blipFill>
        <p:spPr>
          <a:xfrm>
            <a:off x="1782976" y="4525387"/>
            <a:ext cx="229236" cy="294733"/>
          </a:xfrm>
          <a:prstGeom prst="rect">
            <a:avLst/>
          </a:prstGeom>
        </p:spPr>
      </p:pic>
      <p:pic>
        <p:nvPicPr>
          <p:cNvPr id="6" name="Grafik 5">
            <a:extLst>
              <a:ext uri="{FF2B5EF4-FFF2-40B4-BE49-F238E27FC236}">
                <a16:creationId xmlns:a16="http://schemas.microsoft.com/office/drawing/2014/main" id="{C42DB427-57FC-427F-EF31-67F1AFAF2C8D}"/>
              </a:ext>
            </a:extLst>
          </p:cNvPr>
          <p:cNvPicPr>
            <a:picLocks noChangeAspect="1"/>
          </p:cNvPicPr>
          <p:nvPr/>
        </p:nvPicPr>
        <p:blipFill>
          <a:blip>
            <a:extLst>
              <a:ext uri="{96DAC541-7B7A-43D3-8B79-37D633B846F1}">
                <asvg:svgBlip xmlns:asvg="http://schemas.microsoft.com/office/drawing/2016/SVG/main" r:embed="rId71"/>
              </a:ext>
            </a:extLst>
          </a:blip>
          <a:stretch>
            <a:fillRect/>
          </a:stretch>
        </p:blipFill>
        <p:spPr>
          <a:xfrm>
            <a:off x="2648526" y="4525387"/>
            <a:ext cx="229236" cy="294733"/>
          </a:xfrm>
          <a:prstGeom prst="rect">
            <a:avLst/>
          </a:prstGeom>
        </p:spPr>
      </p:pic>
      <p:pic>
        <p:nvPicPr>
          <p:cNvPr id="7" name="Grafik 6">
            <a:extLst>
              <a:ext uri="{FF2B5EF4-FFF2-40B4-BE49-F238E27FC236}">
                <a16:creationId xmlns:a16="http://schemas.microsoft.com/office/drawing/2014/main" id="{004CDA85-2273-20E9-1569-8F767B339EFC}"/>
              </a:ext>
            </a:extLst>
          </p:cNvPr>
          <p:cNvPicPr>
            <a:picLocks noChangeAspect="1"/>
          </p:cNvPicPr>
          <p:nvPr/>
        </p:nvPicPr>
        <p:blipFill>
          <a:blip>
            <a:extLst>
              <a:ext uri="{96DAC541-7B7A-43D3-8B79-37D633B846F1}">
                <asvg:svgBlip xmlns:asvg="http://schemas.microsoft.com/office/drawing/2016/SVG/main" r:embed="rId72"/>
              </a:ext>
            </a:extLst>
          </a:blip>
          <a:stretch>
            <a:fillRect/>
          </a:stretch>
        </p:blipFill>
        <p:spPr>
          <a:xfrm>
            <a:off x="4221437" y="4557692"/>
            <a:ext cx="294733" cy="229236"/>
          </a:xfrm>
          <a:prstGeom prst="rect">
            <a:avLst/>
          </a:prstGeom>
        </p:spPr>
      </p:pic>
      <p:pic>
        <p:nvPicPr>
          <p:cNvPr id="8" name="Grafik 7">
            <a:extLst>
              <a:ext uri="{FF2B5EF4-FFF2-40B4-BE49-F238E27FC236}">
                <a16:creationId xmlns:a16="http://schemas.microsoft.com/office/drawing/2014/main" id="{119099C1-4272-BD47-A46D-5EBD10454538}"/>
              </a:ext>
            </a:extLst>
          </p:cNvPr>
          <p:cNvPicPr>
            <a:picLocks noChangeAspect="1"/>
          </p:cNvPicPr>
          <p:nvPr/>
        </p:nvPicPr>
        <p:blipFill>
          <a:blip>
            <a:extLst>
              <a:ext uri="{96DAC541-7B7A-43D3-8B79-37D633B846F1}">
                <asvg:svgBlip xmlns:asvg="http://schemas.microsoft.com/office/drawing/2016/SVG/main" r:embed="rId73"/>
              </a:ext>
            </a:extLst>
          </a:blip>
          <a:stretch>
            <a:fillRect/>
          </a:stretch>
        </p:blipFill>
        <p:spPr>
          <a:xfrm>
            <a:off x="5058298" y="4557692"/>
            <a:ext cx="294733" cy="229236"/>
          </a:xfrm>
          <a:prstGeom prst="rect">
            <a:avLst/>
          </a:prstGeom>
        </p:spPr>
      </p:pic>
      <p:pic>
        <p:nvPicPr>
          <p:cNvPr id="9" name="Grafik 8">
            <a:extLst>
              <a:ext uri="{FF2B5EF4-FFF2-40B4-BE49-F238E27FC236}">
                <a16:creationId xmlns:a16="http://schemas.microsoft.com/office/drawing/2014/main" id="{34CDF6AD-8141-6C13-C581-0F9D255A3648}"/>
              </a:ext>
            </a:extLst>
          </p:cNvPr>
          <p:cNvPicPr>
            <a:picLocks noChangeAspect="1"/>
          </p:cNvPicPr>
          <p:nvPr/>
        </p:nvPicPr>
        <p:blipFill>
          <a:blip>
            <a:extLst>
              <a:ext uri="{96DAC541-7B7A-43D3-8B79-37D633B846F1}">
                <asvg:svgBlip xmlns:asvg="http://schemas.microsoft.com/office/drawing/2016/SVG/main" r:embed="rId74"/>
              </a:ext>
            </a:extLst>
          </a:blip>
          <a:stretch>
            <a:fillRect/>
          </a:stretch>
        </p:blipFill>
        <p:spPr>
          <a:xfrm>
            <a:off x="5867712" y="4557692"/>
            <a:ext cx="294733" cy="229236"/>
          </a:xfrm>
          <a:prstGeom prst="rect">
            <a:avLst/>
          </a:prstGeom>
        </p:spPr>
      </p:pic>
      <p:pic>
        <p:nvPicPr>
          <p:cNvPr id="18" name="Grafik 17">
            <a:extLst>
              <a:ext uri="{FF2B5EF4-FFF2-40B4-BE49-F238E27FC236}">
                <a16:creationId xmlns:a16="http://schemas.microsoft.com/office/drawing/2014/main" id="{21126FFD-D73E-5163-5A5B-3DDDB6D3E8CF}"/>
              </a:ext>
            </a:extLst>
          </p:cNvPr>
          <p:cNvPicPr>
            <a:picLocks noChangeAspect="1"/>
          </p:cNvPicPr>
          <p:nvPr/>
        </p:nvPicPr>
        <p:blipFill>
          <a:blip>
            <a:extLst>
              <a:ext uri="{96DAC541-7B7A-43D3-8B79-37D633B846F1}">
                <asvg:svgBlip xmlns:asvg="http://schemas.microsoft.com/office/drawing/2016/SVG/main" r:embed="rId75"/>
              </a:ext>
            </a:extLst>
          </a:blip>
          <a:stretch>
            <a:fillRect/>
          </a:stretch>
        </p:blipFill>
        <p:spPr>
          <a:xfrm>
            <a:off x="6668203" y="4557692"/>
            <a:ext cx="294733" cy="229236"/>
          </a:xfrm>
          <a:prstGeom prst="rect">
            <a:avLst/>
          </a:prstGeom>
        </p:spPr>
      </p:pic>
      <p:pic>
        <p:nvPicPr>
          <p:cNvPr id="19" name="Grafik 18">
            <a:extLst>
              <a:ext uri="{FF2B5EF4-FFF2-40B4-BE49-F238E27FC236}">
                <a16:creationId xmlns:a16="http://schemas.microsoft.com/office/drawing/2014/main" id="{10C63A54-B469-6E78-FCEB-A2DC626F5118}"/>
              </a:ext>
            </a:extLst>
          </p:cNvPr>
          <p:cNvPicPr>
            <a:picLocks noChangeAspect="1"/>
          </p:cNvPicPr>
          <p:nvPr/>
        </p:nvPicPr>
        <p:blipFill>
          <a:blip>
            <a:extLst>
              <a:ext uri="{96DAC541-7B7A-43D3-8B79-37D633B846F1}">
                <asvg:svgBlip xmlns:asvg="http://schemas.microsoft.com/office/drawing/2016/SVG/main" r:embed="rId76"/>
              </a:ext>
            </a:extLst>
          </a:blip>
          <a:stretch>
            <a:fillRect/>
          </a:stretch>
        </p:blipFill>
        <p:spPr>
          <a:xfrm>
            <a:off x="3452687" y="4511038"/>
            <a:ext cx="251863" cy="323824"/>
          </a:xfrm>
          <a:prstGeom prst="rect">
            <a:avLst/>
          </a:prstGeom>
        </p:spPr>
      </p:pic>
      <p:sp>
        <p:nvSpPr>
          <p:cNvPr id="2" name="Textfeld 10">
            <a:extLst>
              <a:ext uri="{FF2B5EF4-FFF2-40B4-BE49-F238E27FC236}">
                <a16:creationId xmlns:a16="http://schemas.microsoft.com/office/drawing/2014/main" id="{12097764-7070-B562-AC9F-88A4011F2636}"/>
              </a:ext>
            </a:extLst>
          </p:cNvPr>
          <p:cNvSpPr/>
          <p:nvPr/>
        </p:nvSpPr>
        <p:spPr>
          <a:xfrm>
            <a:off x="609600" y="490309"/>
            <a:ext cx="3249360" cy="398655"/>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822960">
              <a:lnSpc>
                <a:spcPct val="100000"/>
              </a:lnSpc>
            </a:pPr>
            <a:r>
              <a:rPr lang="de-DE" sz="2000" strike="noStrike" spc="-1" dirty="0">
                <a:ea typeface="Noto Sans Medium" panose="020B0502040504020204" pitchFamily="34" charset="0"/>
                <a:cs typeface="Noto Sans Medium" panose="020B0502040504020204" pitchFamily="34" charset="0"/>
              </a:rPr>
              <a:t>Zeichen und Pfeile</a:t>
            </a:r>
          </a:p>
        </p:txBody>
      </p:sp>
      <p:sp>
        <p:nvSpPr>
          <p:cNvPr id="20" name="Textfeld 10">
            <a:extLst>
              <a:ext uri="{FF2B5EF4-FFF2-40B4-BE49-F238E27FC236}">
                <a16:creationId xmlns:a16="http://schemas.microsoft.com/office/drawing/2014/main" id="{E8CA50DE-52F4-8309-2649-667469DE447C}"/>
              </a:ext>
            </a:extLst>
          </p:cNvPr>
          <p:cNvSpPr/>
          <p:nvPr/>
        </p:nvSpPr>
        <p:spPr>
          <a:xfrm>
            <a:off x="609600" y="5082274"/>
            <a:ext cx="3249360" cy="398655"/>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822960">
              <a:lnSpc>
                <a:spcPct val="100000"/>
              </a:lnSpc>
            </a:pPr>
            <a:r>
              <a:rPr lang="de-DE" sz="2000" strike="noStrike" spc="-1" dirty="0">
                <a:ea typeface="Noto Sans Medium" panose="020B0502040504020204" pitchFamily="34" charset="0"/>
                <a:cs typeface="Noto Sans Medium" panose="020B0502040504020204" pitchFamily="34" charset="0"/>
              </a:rPr>
              <a:t>Sicherheit und Notfall</a:t>
            </a:r>
          </a:p>
        </p:txBody>
      </p:sp>
    </p:spTree>
    <p:extLst>
      <p:ext uri="{BB962C8B-B14F-4D97-AF65-F5344CB8AC3E}">
        <p14:creationId xmlns:p14="http://schemas.microsoft.com/office/powerpoint/2010/main" val="40294473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9447F9-96DB-2219-80EA-7EE9DDD0425F}"/>
            </a:ext>
          </a:extLst>
        </p:cNvPr>
        <p:cNvGrpSpPr/>
        <p:nvPr/>
      </p:nvGrpSpPr>
      <p:grpSpPr>
        <a:xfrm>
          <a:off x="0" y="0"/>
          <a:ext cx="0" cy="0"/>
          <a:chOff x="0" y="0"/>
          <a:chExt cx="0" cy="0"/>
        </a:xfrm>
      </p:grpSpPr>
      <p:pic>
        <p:nvPicPr>
          <p:cNvPr id="3" name="Grafik 2">
            <a:extLst>
              <a:ext uri="{FF2B5EF4-FFF2-40B4-BE49-F238E27FC236}">
                <a16:creationId xmlns:a16="http://schemas.microsoft.com/office/drawing/2014/main" id="{D91E84AE-480C-BEE5-BA1F-D8DDA2BAA46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14161" y="1117710"/>
            <a:ext cx="285533" cy="374762"/>
          </a:xfrm>
          <a:prstGeom prst="rect">
            <a:avLst/>
          </a:prstGeom>
        </p:spPr>
      </p:pic>
      <p:pic>
        <p:nvPicPr>
          <p:cNvPr id="5" name="Grafik 4">
            <a:extLst>
              <a:ext uri="{FF2B5EF4-FFF2-40B4-BE49-F238E27FC236}">
                <a16:creationId xmlns:a16="http://schemas.microsoft.com/office/drawing/2014/main" id="{BEC35CD6-BAF5-C03E-0B6E-5184A4EFF6B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64981" y="1130409"/>
            <a:ext cx="214150" cy="339071"/>
          </a:xfrm>
          <a:prstGeom prst="rect">
            <a:avLst/>
          </a:prstGeom>
        </p:spPr>
      </p:pic>
      <p:pic>
        <p:nvPicPr>
          <p:cNvPr id="7" name="Grafik 6">
            <a:extLst>
              <a:ext uri="{FF2B5EF4-FFF2-40B4-BE49-F238E27FC236}">
                <a16:creationId xmlns:a16="http://schemas.microsoft.com/office/drawing/2014/main" id="{850078DB-BEB2-A00E-B684-D7950A6A488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565000" y="1192102"/>
            <a:ext cx="364970" cy="277377"/>
          </a:xfrm>
          <a:prstGeom prst="rect">
            <a:avLst/>
          </a:prstGeom>
        </p:spPr>
      </p:pic>
      <p:pic>
        <p:nvPicPr>
          <p:cNvPr id="9" name="Grafik 8">
            <a:extLst>
              <a:ext uri="{FF2B5EF4-FFF2-40B4-BE49-F238E27FC236}">
                <a16:creationId xmlns:a16="http://schemas.microsoft.com/office/drawing/2014/main" id="{FE838A8C-D5BD-091B-21CA-E283F32A717A}"/>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530118" y="1117709"/>
            <a:ext cx="339071" cy="374763"/>
          </a:xfrm>
          <a:prstGeom prst="rect">
            <a:avLst/>
          </a:prstGeom>
        </p:spPr>
      </p:pic>
      <p:pic>
        <p:nvPicPr>
          <p:cNvPr id="11" name="Grafik 10">
            <a:extLst>
              <a:ext uri="{FF2B5EF4-FFF2-40B4-BE49-F238E27FC236}">
                <a16:creationId xmlns:a16="http://schemas.microsoft.com/office/drawing/2014/main" id="{FECBE773-7CFB-1C82-FCAC-4187780055D2}"/>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419038" y="1130409"/>
            <a:ext cx="214150" cy="339071"/>
          </a:xfrm>
          <a:prstGeom prst="rect">
            <a:avLst/>
          </a:prstGeom>
        </p:spPr>
      </p:pic>
      <p:pic>
        <p:nvPicPr>
          <p:cNvPr id="13" name="Grafik 12">
            <a:extLst>
              <a:ext uri="{FF2B5EF4-FFF2-40B4-BE49-F238E27FC236}">
                <a16:creationId xmlns:a16="http://schemas.microsoft.com/office/drawing/2014/main" id="{BF64EFDF-9B2A-C8A3-29FA-33CAC02E25D8}"/>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5219057" y="1092310"/>
            <a:ext cx="214150" cy="446146"/>
          </a:xfrm>
          <a:prstGeom prst="rect">
            <a:avLst/>
          </a:prstGeom>
        </p:spPr>
      </p:pic>
      <p:pic>
        <p:nvPicPr>
          <p:cNvPr id="15" name="Grafik 14">
            <a:extLst>
              <a:ext uri="{FF2B5EF4-FFF2-40B4-BE49-F238E27FC236}">
                <a16:creationId xmlns:a16="http://schemas.microsoft.com/office/drawing/2014/main" id="{A547A55B-6F16-9CFD-C991-7B6F39A914DE}"/>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019076" y="1124060"/>
            <a:ext cx="356916" cy="356916"/>
          </a:xfrm>
          <a:prstGeom prst="rect">
            <a:avLst/>
          </a:prstGeom>
        </p:spPr>
      </p:pic>
      <p:pic>
        <p:nvPicPr>
          <p:cNvPr id="17" name="Grafik 16">
            <a:extLst>
              <a:ext uri="{FF2B5EF4-FFF2-40B4-BE49-F238E27FC236}">
                <a16:creationId xmlns:a16="http://schemas.microsoft.com/office/drawing/2014/main" id="{32DB45B0-EC5D-9A06-C11B-6E8863AA1274}"/>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6920694" y="1117709"/>
            <a:ext cx="321225" cy="374763"/>
          </a:xfrm>
          <a:prstGeom prst="rect">
            <a:avLst/>
          </a:prstGeom>
        </p:spPr>
      </p:pic>
      <p:pic>
        <p:nvPicPr>
          <p:cNvPr id="19" name="Grafik 18">
            <a:extLst>
              <a:ext uri="{FF2B5EF4-FFF2-40B4-BE49-F238E27FC236}">
                <a16:creationId xmlns:a16="http://schemas.microsoft.com/office/drawing/2014/main" id="{A34B5C27-FC13-8A2E-3C7A-E22C0D50E72F}"/>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7796913" y="1105010"/>
            <a:ext cx="321225" cy="410454"/>
          </a:xfrm>
          <a:prstGeom prst="rect">
            <a:avLst/>
          </a:prstGeom>
        </p:spPr>
      </p:pic>
      <p:pic>
        <p:nvPicPr>
          <p:cNvPr id="21" name="Grafik 20">
            <a:extLst>
              <a:ext uri="{FF2B5EF4-FFF2-40B4-BE49-F238E27FC236}">
                <a16:creationId xmlns:a16="http://schemas.microsoft.com/office/drawing/2014/main" id="{5F1AFFA6-FDCF-6EA9-ECDB-05F629A6155D}"/>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8673132" y="1117710"/>
            <a:ext cx="267687" cy="374762"/>
          </a:xfrm>
          <a:prstGeom prst="rect">
            <a:avLst/>
          </a:prstGeom>
        </p:spPr>
      </p:pic>
      <p:pic>
        <p:nvPicPr>
          <p:cNvPr id="23" name="Grafik 22">
            <a:extLst>
              <a:ext uri="{FF2B5EF4-FFF2-40B4-BE49-F238E27FC236}">
                <a16:creationId xmlns:a16="http://schemas.microsoft.com/office/drawing/2014/main" id="{EEE0FBB6-6497-0820-75D2-75B4CCA52F34}"/>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9511251" y="1117709"/>
            <a:ext cx="339071" cy="374763"/>
          </a:xfrm>
          <a:prstGeom prst="rect">
            <a:avLst/>
          </a:prstGeom>
        </p:spPr>
      </p:pic>
      <p:pic>
        <p:nvPicPr>
          <p:cNvPr id="25" name="Grafik 24">
            <a:extLst>
              <a:ext uri="{FF2B5EF4-FFF2-40B4-BE49-F238E27FC236}">
                <a16:creationId xmlns:a16="http://schemas.microsoft.com/office/drawing/2014/main" id="{45EA4425-68F9-7634-59B4-D5B610A8963F}"/>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10400171" y="1152410"/>
            <a:ext cx="437222" cy="340061"/>
          </a:xfrm>
          <a:prstGeom prst="rect">
            <a:avLst/>
          </a:prstGeom>
        </p:spPr>
      </p:pic>
      <p:pic>
        <p:nvPicPr>
          <p:cNvPr id="27" name="Grafik 26">
            <a:extLst>
              <a:ext uri="{FF2B5EF4-FFF2-40B4-BE49-F238E27FC236}">
                <a16:creationId xmlns:a16="http://schemas.microsoft.com/office/drawing/2014/main" id="{F9BD07DA-EC8B-4541-5454-3FE737489E40}"/>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914162" y="1810440"/>
            <a:ext cx="374762" cy="410454"/>
          </a:xfrm>
          <a:prstGeom prst="rect">
            <a:avLst/>
          </a:prstGeom>
        </p:spPr>
      </p:pic>
      <p:pic>
        <p:nvPicPr>
          <p:cNvPr id="29" name="Grafik 28">
            <a:extLst>
              <a:ext uri="{FF2B5EF4-FFF2-40B4-BE49-F238E27FC236}">
                <a16:creationId xmlns:a16="http://schemas.microsoft.com/office/drawing/2014/main" id="{46A210B1-68E1-6AA3-CEC2-551E68BD76CA}"/>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1699487" y="1842189"/>
            <a:ext cx="428300" cy="374763"/>
          </a:xfrm>
          <a:prstGeom prst="rect">
            <a:avLst/>
          </a:prstGeom>
        </p:spPr>
      </p:pic>
      <p:pic>
        <p:nvPicPr>
          <p:cNvPr id="31" name="Grafik 30">
            <a:extLst>
              <a:ext uri="{FF2B5EF4-FFF2-40B4-BE49-F238E27FC236}">
                <a16:creationId xmlns:a16="http://schemas.microsoft.com/office/drawing/2014/main" id="{14633FCD-E5CA-6D3F-6BBD-87B2047E0891}"/>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2612757" y="1855609"/>
            <a:ext cx="339071" cy="339071"/>
          </a:xfrm>
          <a:prstGeom prst="rect">
            <a:avLst/>
          </a:prstGeom>
        </p:spPr>
      </p:pic>
      <p:pic>
        <p:nvPicPr>
          <p:cNvPr id="33" name="Grafik 32">
            <a:extLst>
              <a:ext uri="{FF2B5EF4-FFF2-40B4-BE49-F238E27FC236}">
                <a16:creationId xmlns:a16="http://schemas.microsoft.com/office/drawing/2014/main" id="{4120E171-FC8D-8499-7ECC-FFA3F880064F}"/>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3501276" y="1829489"/>
            <a:ext cx="428300" cy="356917"/>
          </a:xfrm>
          <a:prstGeom prst="rect">
            <a:avLst/>
          </a:prstGeom>
        </p:spPr>
      </p:pic>
      <p:pic>
        <p:nvPicPr>
          <p:cNvPr id="35" name="Grafik 34">
            <a:extLst>
              <a:ext uri="{FF2B5EF4-FFF2-40B4-BE49-F238E27FC236}">
                <a16:creationId xmlns:a16="http://schemas.microsoft.com/office/drawing/2014/main" id="{05E00089-EC07-70C2-2887-18C602E56AAD}"/>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4415940" y="1829489"/>
            <a:ext cx="249841" cy="374762"/>
          </a:xfrm>
          <a:prstGeom prst="rect">
            <a:avLst/>
          </a:prstGeom>
        </p:spPr>
      </p:pic>
      <p:pic>
        <p:nvPicPr>
          <p:cNvPr id="37" name="Grafik 36">
            <a:extLst>
              <a:ext uri="{FF2B5EF4-FFF2-40B4-BE49-F238E27FC236}">
                <a16:creationId xmlns:a16="http://schemas.microsoft.com/office/drawing/2014/main" id="{782343C4-DB13-86BD-A7D6-046E8AACD691}"/>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5117793" y="1855609"/>
            <a:ext cx="444607" cy="307805"/>
          </a:xfrm>
          <a:prstGeom prst="rect">
            <a:avLst/>
          </a:prstGeom>
        </p:spPr>
      </p:pic>
      <p:pic>
        <p:nvPicPr>
          <p:cNvPr id="39" name="Grafik 38">
            <a:extLst>
              <a:ext uri="{FF2B5EF4-FFF2-40B4-BE49-F238E27FC236}">
                <a16:creationId xmlns:a16="http://schemas.microsoft.com/office/drawing/2014/main" id="{3E3EB3DB-221D-81C6-E943-BC2E80913416}"/>
              </a:ext>
            </a:extLst>
          </p:cNvPr>
          <p:cNvPicPr>
            <a:picLocks noChangeAspect="1"/>
          </p:cNvPicPr>
          <p:nvPr/>
        </p:nvPicPr>
        <p:blipFill>
          <a:blip>
            <a:extLst>
              <a:ext uri="{96DAC541-7B7A-43D3-8B79-37D633B846F1}">
                <asvg:svgBlip xmlns:asvg="http://schemas.microsoft.com/office/drawing/2016/SVG/main" r:embed="rId21"/>
              </a:ext>
            </a:extLst>
          </a:blip>
          <a:stretch>
            <a:fillRect/>
          </a:stretch>
        </p:blipFill>
        <p:spPr>
          <a:xfrm>
            <a:off x="6054867" y="1816790"/>
            <a:ext cx="285533" cy="392608"/>
          </a:xfrm>
          <a:prstGeom prst="rect">
            <a:avLst/>
          </a:prstGeom>
        </p:spPr>
      </p:pic>
      <p:pic>
        <p:nvPicPr>
          <p:cNvPr id="41" name="Grafik 40">
            <a:extLst>
              <a:ext uri="{FF2B5EF4-FFF2-40B4-BE49-F238E27FC236}">
                <a16:creationId xmlns:a16="http://schemas.microsoft.com/office/drawing/2014/main" id="{F54F609D-290F-522C-778B-172CB159089A}"/>
              </a:ext>
            </a:extLst>
          </p:cNvPr>
          <p:cNvPicPr>
            <a:picLocks noChangeAspect="1"/>
          </p:cNvPicPr>
          <p:nvPr/>
        </p:nvPicPr>
        <p:blipFill>
          <a:blip>
            <a:extLst>
              <a:ext uri="{96DAC541-7B7A-43D3-8B79-37D633B846F1}">
                <asvg:svgBlip xmlns:asvg="http://schemas.microsoft.com/office/drawing/2016/SVG/main" r:embed="rId22"/>
              </a:ext>
            </a:extLst>
          </a:blip>
          <a:stretch>
            <a:fillRect/>
          </a:stretch>
        </p:blipFill>
        <p:spPr>
          <a:xfrm>
            <a:off x="6918119" y="1793377"/>
            <a:ext cx="392608" cy="428300"/>
          </a:xfrm>
          <a:prstGeom prst="rect">
            <a:avLst/>
          </a:prstGeom>
        </p:spPr>
      </p:pic>
      <p:pic>
        <p:nvPicPr>
          <p:cNvPr id="43" name="Grafik 42">
            <a:extLst>
              <a:ext uri="{FF2B5EF4-FFF2-40B4-BE49-F238E27FC236}">
                <a16:creationId xmlns:a16="http://schemas.microsoft.com/office/drawing/2014/main" id="{B4A31A91-BE63-4413-2914-4970089A0C5F}"/>
              </a:ext>
            </a:extLst>
          </p:cNvPr>
          <p:cNvPicPr>
            <a:picLocks noChangeAspect="1"/>
          </p:cNvPicPr>
          <p:nvPr/>
        </p:nvPicPr>
        <p:blipFill>
          <a:blip>
            <a:extLst>
              <a:ext uri="{96DAC541-7B7A-43D3-8B79-37D633B846F1}">
                <asvg:svgBlip xmlns:asvg="http://schemas.microsoft.com/office/drawing/2016/SVG/main" r:embed="rId23"/>
              </a:ext>
            </a:extLst>
          </a:blip>
          <a:stretch>
            <a:fillRect/>
          </a:stretch>
        </p:blipFill>
        <p:spPr>
          <a:xfrm>
            <a:off x="7783810" y="1804090"/>
            <a:ext cx="517529" cy="392608"/>
          </a:xfrm>
          <a:prstGeom prst="rect">
            <a:avLst/>
          </a:prstGeom>
        </p:spPr>
      </p:pic>
      <p:pic>
        <p:nvPicPr>
          <p:cNvPr id="45" name="Grafik 44">
            <a:extLst>
              <a:ext uri="{FF2B5EF4-FFF2-40B4-BE49-F238E27FC236}">
                <a16:creationId xmlns:a16="http://schemas.microsoft.com/office/drawing/2014/main" id="{A5FB8F84-5BD1-8929-0446-AE1E274ED55E}"/>
              </a:ext>
            </a:extLst>
          </p:cNvPr>
          <p:cNvPicPr>
            <a:picLocks noChangeAspect="1"/>
          </p:cNvPicPr>
          <p:nvPr/>
        </p:nvPicPr>
        <p:blipFill>
          <a:blip>
            <a:extLst>
              <a:ext uri="{96DAC541-7B7A-43D3-8B79-37D633B846F1}">
                <asvg:svgBlip xmlns:asvg="http://schemas.microsoft.com/office/drawing/2016/SVG/main" r:embed="rId24"/>
              </a:ext>
            </a:extLst>
          </a:blip>
          <a:stretch>
            <a:fillRect/>
          </a:stretch>
        </p:blipFill>
        <p:spPr>
          <a:xfrm>
            <a:off x="8636986" y="1798527"/>
            <a:ext cx="517529" cy="562532"/>
          </a:xfrm>
          <a:prstGeom prst="rect">
            <a:avLst/>
          </a:prstGeom>
        </p:spPr>
      </p:pic>
      <p:pic>
        <p:nvPicPr>
          <p:cNvPr id="47" name="Grafik 46">
            <a:extLst>
              <a:ext uri="{FF2B5EF4-FFF2-40B4-BE49-F238E27FC236}">
                <a16:creationId xmlns:a16="http://schemas.microsoft.com/office/drawing/2014/main" id="{8E3C1679-BCF7-5E53-0E9D-949FCDB59112}"/>
              </a:ext>
            </a:extLst>
          </p:cNvPr>
          <p:cNvPicPr>
            <a:picLocks noChangeAspect="1"/>
          </p:cNvPicPr>
          <p:nvPr/>
        </p:nvPicPr>
        <p:blipFill>
          <a:blip>
            <a:extLst>
              <a:ext uri="{96DAC541-7B7A-43D3-8B79-37D633B846F1}">
                <asvg:svgBlip xmlns:asvg="http://schemas.microsoft.com/office/drawing/2016/SVG/main" r:embed="rId25"/>
              </a:ext>
            </a:extLst>
          </a:blip>
          <a:stretch>
            <a:fillRect/>
          </a:stretch>
        </p:blipFill>
        <p:spPr>
          <a:xfrm>
            <a:off x="9558771" y="1800105"/>
            <a:ext cx="392608" cy="495926"/>
          </a:xfrm>
          <a:prstGeom prst="rect">
            <a:avLst/>
          </a:prstGeom>
        </p:spPr>
      </p:pic>
      <p:pic>
        <p:nvPicPr>
          <p:cNvPr id="49" name="Grafik 48">
            <a:extLst>
              <a:ext uri="{FF2B5EF4-FFF2-40B4-BE49-F238E27FC236}">
                <a16:creationId xmlns:a16="http://schemas.microsoft.com/office/drawing/2014/main" id="{6CE0EE7B-E0E0-1616-171E-5A67C156DD2F}"/>
              </a:ext>
            </a:extLst>
          </p:cNvPr>
          <p:cNvPicPr>
            <a:picLocks noChangeAspect="1"/>
          </p:cNvPicPr>
          <p:nvPr/>
        </p:nvPicPr>
        <p:blipFill>
          <a:blip>
            <a:extLst>
              <a:ext uri="{96DAC541-7B7A-43D3-8B79-37D633B846F1}">
                <asvg:svgBlip xmlns:asvg="http://schemas.microsoft.com/office/drawing/2016/SVG/main" r:embed="rId26"/>
              </a:ext>
            </a:extLst>
          </a:blip>
          <a:stretch>
            <a:fillRect/>
          </a:stretch>
        </p:blipFill>
        <p:spPr>
          <a:xfrm>
            <a:off x="10444784" y="1824344"/>
            <a:ext cx="392608" cy="392608"/>
          </a:xfrm>
          <a:prstGeom prst="rect">
            <a:avLst/>
          </a:prstGeom>
        </p:spPr>
      </p:pic>
      <p:pic>
        <p:nvPicPr>
          <p:cNvPr id="51" name="Grafik 50">
            <a:extLst>
              <a:ext uri="{FF2B5EF4-FFF2-40B4-BE49-F238E27FC236}">
                <a16:creationId xmlns:a16="http://schemas.microsoft.com/office/drawing/2014/main" id="{D0A1D8D5-748D-0033-E2F9-E68AE696040D}"/>
              </a:ext>
            </a:extLst>
          </p:cNvPr>
          <p:cNvPicPr>
            <a:picLocks noChangeAspect="1"/>
          </p:cNvPicPr>
          <p:nvPr/>
        </p:nvPicPr>
        <p:blipFill>
          <a:blip>
            <a:extLst>
              <a:ext uri="{96DAC541-7B7A-43D3-8B79-37D633B846F1}">
                <asvg:svgBlip xmlns:asvg="http://schemas.microsoft.com/office/drawing/2016/SVG/main" r:embed="rId27"/>
              </a:ext>
            </a:extLst>
          </a:blip>
          <a:stretch>
            <a:fillRect/>
          </a:stretch>
        </p:blipFill>
        <p:spPr>
          <a:xfrm>
            <a:off x="952710" y="2570917"/>
            <a:ext cx="288685" cy="303119"/>
          </a:xfrm>
          <a:prstGeom prst="rect">
            <a:avLst/>
          </a:prstGeom>
        </p:spPr>
      </p:pic>
      <p:pic>
        <p:nvPicPr>
          <p:cNvPr id="263" name="Grafik 262">
            <a:extLst>
              <a:ext uri="{FF2B5EF4-FFF2-40B4-BE49-F238E27FC236}">
                <a16:creationId xmlns:a16="http://schemas.microsoft.com/office/drawing/2014/main" id="{78F0E074-8D0C-7673-0B4B-DD90DC52990C}"/>
              </a:ext>
            </a:extLst>
          </p:cNvPr>
          <p:cNvPicPr>
            <a:picLocks noChangeAspect="1"/>
          </p:cNvPicPr>
          <p:nvPr/>
        </p:nvPicPr>
        <p:blipFill>
          <a:blip>
            <a:extLst>
              <a:ext uri="{96DAC541-7B7A-43D3-8B79-37D633B846F1}">
                <asvg:svgBlip xmlns:asvg="http://schemas.microsoft.com/office/drawing/2016/SVG/main" r:embed="rId28"/>
              </a:ext>
            </a:extLst>
          </a:blip>
          <a:stretch>
            <a:fillRect/>
          </a:stretch>
        </p:blipFill>
        <p:spPr>
          <a:xfrm>
            <a:off x="921416" y="3963509"/>
            <a:ext cx="362824" cy="362824"/>
          </a:xfrm>
          <a:prstGeom prst="rect">
            <a:avLst/>
          </a:prstGeom>
        </p:spPr>
      </p:pic>
      <p:pic>
        <p:nvPicPr>
          <p:cNvPr id="265" name="Grafik 264">
            <a:extLst>
              <a:ext uri="{FF2B5EF4-FFF2-40B4-BE49-F238E27FC236}">
                <a16:creationId xmlns:a16="http://schemas.microsoft.com/office/drawing/2014/main" id="{4F6D6962-A14D-CC0F-32EE-8E34F7621F16}"/>
              </a:ext>
            </a:extLst>
          </p:cNvPr>
          <p:cNvPicPr>
            <a:picLocks noChangeAspect="1"/>
          </p:cNvPicPr>
          <p:nvPr/>
        </p:nvPicPr>
        <p:blipFill>
          <a:blip>
            <a:extLst>
              <a:ext uri="{96DAC541-7B7A-43D3-8B79-37D633B846F1}">
                <asvg:svgBlip xmlns:asvg="http://schemas.microsoft.com/office/drawing/2016/SVG/main" r:embed="rId29"/>
              </a:ext>
            </a:extLst>
          </a:blip>
          <a:stretch>
            <a:fillRect/>
          </a:stretch>
        </p:blipFill>
        <p:spPr>
          <a:xfrm>
            <a:off x="1726793" y="3954870"/>
            <a:ext cx="345548" cy="380102"/>
          </a:xfrm>
          <a:prstGeom prst="rect">
            <a:avLst/>
          </a:prstGeom>
        </p:spPr>
      </p:pic>
      <p:pic>
        <p:nvPicPr>
          <p:cNvPr id="267" name="Grafik 266">
            <a:extLst>
              <a:ext uri="{FF2B5EF4-FFF2-40B4-BE49-F238E27FC236}">
                <a16:creationId xmlns:a16="http://schemas.microsoft.com/office/drawing/2014/main" id="{BFC3C220-D6D5-BE78-508B-F9E71E6B0A71}"/>
              </a:ext>
            </a:extLst>
          </p:cNvPr>
          <p:cNvPicPr>
            <a:picLocks noChangeAspect="1"/>
          </p:cNvPicPr>
          <p:nvPr/>
        </p:nvPicPr>
        <p:blipFill>
          <a:blip>
            <a:extLst>
              <a:ext uri="{96DAC541-7B7A-43D3-8B79-37D633B846F1}">
                <asvg:svgBlip xmlns:asvg="http://schemas.microsoft.com/office/drawing/2016/SVG/main" r:embed="rId30"/>
              </a:ext>
            </a:extLst>
          </a:blip>
          <a:stretch>
            <a:fillRect/>
          </a:stretch>
        </p:blipFill>
        <p:spPr>
          <a:xfrm>
            <a:off x="2508028" y="3954870"/>
            <a:ext cx="414656" cy="380102"/>
          </a:xfrm>
          <a:prstGeom prst="rect">
            <a:avLst/>
          </a:prstGeom>
        </p:spPr>
      </p:pic>
      <p:pic>
        <p:nvPicPr>
          <p:cNvPr id="269" name="Grafik 268">
            <a:extLst>
              <a:ext uri="{FF2B5EF4-FFF2-40B4-BE49-F238E27FC236}">
                <a16:creationId xmlns:a16="http://schemas.microsoft.com/office/drawing/2014/main" id="{7B2C1130-985E-605A-6F9E-22ABD29A063C}"/>
              </a:ext>
            </a:extLst>
          </p:cNvPr>
          <p:cNvPicPr>
            <a:picLocks noChangeAspect="1"/>
          </p:cNvPicPr>
          <p:nvPr/>
        </p:nvPicPr>
        <p:blipFill>
          <a:blip>
            <a:extLst>
              <a:ext uri="{96DAC541-7B7A-43D3-8B79-37D633B846F1}">
                <asvg:svgBlip xmlns:asvg="http://schemas.microsoft.com/office/drawing/2016/SVG/main" r:embed="rId31"/>
              </a:ext>
            </a:extLst>
          </a:blip>
          <a:stretch>
            <a:fillRect/>
          </a:stretch>
        </p:blipFill>
        <p:spPr>
          <a:xfrm>
            <a:off x="3356083" y="3954870"/>
            <a:ext cx="362824" cy="380102"/>
          </a:xfrm>
          <a:prstGeom prst="rect">
            <a:avLst/>
          </a:prstGeom>
        </p:spPr>
      </p:pic>
      <p:pic>
        <p:nvPicPr>
          <p:cNvPr id="271" name="Grafik 270">
            <a:extLst>
              <a:ext uri="{FF2B5EF4-FFF2-40B4-BE49-F238E27FC236}">
                <a16:creationId xmlns:a16="http://schemas.microsoft.com/office/drawing/2014/main" id="{4528D46D-5B8A-71FB-AAAB-8F97B893FF57}"/>
              </a:ext>
            </a:extLst>
          </p:cNvPr>
          <p:cNvPicPr>
            <a:picLocks noChangeAspect="1"/>
          </p:cNvPicPr>
          <p:nvPr/>
        </p:nvPicPr>
        <p:blipFill>
          <a:blip>
            <a:extLst>
              <a:ext uri="{96DAC541-7B7A-43D3-8B79-37D633B846F1}">
                <asvg:svgBlip xmlns:asvg="http://schemas.microsoft.com/office/drawing/2016/SVG/main" r:embed="rId32"/>
              </a:ext>
            </a:extLst>
          </a:blip>
          <a:stretch>
            <a:fillRect/>
          </a:stretch>
        </p:blipFill>
        <p:spPr>
          <a:xfrm>
            <a:off x="4143151" y="3954870"/>
            <a:ext cx="483766" cy="380102"/>
          </a:xfrm>
          <a:prstGeom prst="rect">
            <a:avLst/>
          </a:prstGeom>
        </p:spPr>
      </p:pic>
      <p:pic>
        <p:nvPicPr>
          <p:cNvPr id="273" name="Grafik 272">
            <a:extLst>
              <a:ext uri="{FF2B5EF4-FFF2-40B4-BE49-F238E27FC236}">
                <a16:creationId xmlns:a16="http://schemas.microsoft.com/office/drawing/2014/main" id="{4696C0E2-A48A-B8BB-D3F8-8ADB457F5865}"/>
              </a:ext>
            </a:extLst>
          </p:cNvPr>
          <p:cNvPicPr>
            <a:picLocks noChangeAspect="1"/>
          </p:cNvPicPr>
          <p:nvPr/>
        </p:nvPicPr>
        <p:blipFill>
          <a:blip>
            <a:extLst>
              <a:ext uri="{96DAC541-7B7A-43D3-8B79-37D633B846F1}">
                <asvg:svgBlip xmlns:asvg="http://schemas.microsoft.com/office/drawing/2016/SVG/main" r:embed="rId33"/>
              </a:ext>
            </a:extLst>
          </a:blip>
          <a:stretch>
            <a:fillRect/>
          </a:stretch>
        </p:blipFill>
        <p:spPr>
          <a:xfrm>
            <a:off x="5037429" y="3954870"/>
            <a:ext cx="466488" cy="380102"/>
          </a:xfrm>
          <a:prstGeom prst="rect">
            <a:avLst/>
          </a:prstGeom>
        </p:spPr>
      </p:pic>
      <p:pic>
        <p:nvPicPr>
          <p:cNvPr id="275" name="Grafik 274">
            <a:extLst>
              <a:ext uri="{FF2B5EF4-FFF2-40B4-BE49-F238E27FC236}">
                <a16:creationId xmlns:a16="http://schemas.microsoft.com/office/drawing/2014/main" id="{0CFF43A0-A8C7-0879-ACFF-113C51A6F825}"/>
              </a:ext>
            </a:extLst>
          </p:cNvPr>
          <p:cNvPicPr>
            <a:picLocks noChangeAspect="1"/>
          </p:cNvPicPr>
          <p:nvPr/>
        </p:nvPicPr>
        <p:blipFill>
          <a:blip>
            <a:extLst>
              <a:ext uri="{96DAC541-7B7A-43D3-8B79-37D633B846F1}">
                <asvg:svgBlip xmlns:asvg="http://schemas.microsoft.com/office/drawing/2016/SVG/main" r:embed="rId34"/>
              </a:ext>
            </a:extLst>
          </a:blip>
          <a:stretch>
            <a:fillRect/>
          </a:stretch>
        </p:blipFill>
        <p:spPr>
          <a:xfrm>
            <a:off x="5909851" y="3963508"/>
            <a:ext cx="518322" cy="362826"/>
          </a:xfrm>
          <a:prstGeom prst="rect">
            <a:avLst/>
          </a:prstGeom>
        </p:spPr>
      </p:pic>
      <p:pic>
        <p:nvPicPr>
          <p:cNvPr id="277" name="Grafik 276">
            <a:extLst>
              <a:ext uri="{FF2B5EF4-FFF2-40B4-BE49-F238E27FC236}">
                <a16:creationId xmlns:a16="http://schemas.microsoft.com/office/drawing/2014/main" id="{F6CF085E-7B20-4DF4-732F-1C66EE65BE79}"/>
              </a:ext>
            </a:extLst>
          </p:cNvPr>
          <p:cNvPicPr>
            <a:picLocks noChangeAspect="1"/>
          </p:cNvPicPr>
          <p:nvPr/>
        </p:nvPicPr>
        <p:blipFill>
          <a:blip>
            <a:extLst>
              <a:ext uri="{96DAC541-7B7A-43D3-8B79-37D633B846F1}">
                <asvg:svgBlip xmlns:asvg="http://schemas.microsoft.com/office/drawing/2016/SVG/main" r:embed="rId35"/>
              </a:ext>
            </a:extLst>
          </a:blip>
          <a:stretch>
            <a:fillRect/>
          </a:stretch>
        </p:blipFill>
        <p:spPr>
          <a:xfrm>
            <a:off x="6815797" y="4020457"/>
            <a:ext cx="509794" cy="305876"/>
          </a:xfrm>
          <a:prstGeom prst="rect">
            <a:avLst/>
          </a:prstGeom>
        </p:spPr>
      </p:pic>
      <p:pic>
        <p:nvPicPr>
          <p:cNvPr id="279" name="Grafik 278">
            <a:extLst>
              <a:ext uri="{FF2B5EF4-FFF2-40B4-BE49-F238E27FC236}">
                <a16:creationId xmlns:a16="http://schemas.microsoft.com/office/drawing/2014/main" id="{1BA0C6CC-E8FD-8A98-5E52-F3B731269916}"/>
              </a:ext>
            </a:extLst>
          </p:cNvPr>
          <p:cNvPicPr>
            <a:picLocks noChangeAspect="1"/>
          </p:cNvPicPr>
          <p:nvPr/>
        </p:nvPicPr>
        <p:blipFill>
          <a:blip>
            <a:extLst>
              <a:ext uri="{96DAC541-7B7A-43D3-8B79-37D633B846F1}">
                <asvg:svgBlip xmlns:asvg="http://schemas.microsoft.com/office/drawing/2016/SVG/main" r:embed="rId36"/>
              </a:ext>
            </a:extLst>
          </a:blip>
          <a:stretch>
            <a:fillRect/>
          </a:stretch>
        </p:blipFill>
        <p:spPr>
          <a:xfrm>
            <a:off x="7826439" y="3963509"/>
            <a:ext cx="380102" cy="362824"/>
          </a:xfrm>
          <a:prstGeom prst="rect">
            <a:avLst/>
          </a:prstGeom>
        </p:spPr>
      </p:pic>
      <p:pic>
        <p:nvPicPr>
          <p:cNvPr id="281" name="Grafik 280">
            <a:extLst>
              <a:ext uri="{FF2B5EF4-FFF2-40B4-BE49-F238E27FC236}">
                <a16:creationId xmlns:a16="http://schemas.microsoft.com/office/drawing/2014/main" id="{6E0127B8-7DF1-0216-FF3F-C577190CAA80}"/>
              </a:ext>
            </a:extLst>
          </p:cNvPr>
          <p:cNvPicPr>
            <a:picLocks noChangeAspect="1"/>
          </p:cNvPicPr>
          <p:nvPr/>
        </p:nvPicPr>
        <p:blipFill>
          <a:blip>
            <a:extLst>
              <a:ext uri="{96DAC541-7B7A-43D3-8B79-37D633B846F1}">
                <asvg:svgBlip xmlns:asvg="http://schemas.microsoft.com/office/drawing/2016/SVG/main" r:embed="rId37"/>
              </a:ext>
            </a:extLst>
          </a:blip>
          <a:stretch>
            <a:fillRect/>
          </a:stretch>
        </p:blipFill>
        <p:spPr>
          <a:xfrm>
            <a:off x="8644517" y="3954870"/>
            <a:ext cx="362824" cy="380102"/>
          </a:xfrm>
          <a:prstGeom prst="rect">
            <a:avLst/>
          </a:prstGeom>
        </p:spPr>
      </p:pic>
      <p:pic>
        <p:nvPicPr>
          <p:cNvPr id="283" name="Grafik 282">
            <a:extLst>
              <a:ext uri="{FF2B5EF4-FFF2-40B4-BE49-F238E27FC236}">
                <a16:creationId xmlns:a16="http://schemas.microsoft.com/office/drawing/2014/main" id="{4E064A6B-B500-E32B-7F4A-7B5E4EAA22BB}"/>
              </a:ext>
            </a:extLst>
          </p:cNvPr>
          <p:cNvPicPr>
            <a:picLocks noChangeAspect="1"/>
          </p:cNvPicPr>
          <p:nvPr/>
        </p:nvPicPr>
        <p:blipFill>
          <a:blip>
            <a:extLst>
              <a:ext uri="{96DAC541-7B7A-43D3-8B79-37D633B846F1}">
                <asvg:svgBlip xmlns:asvg="http://schemas.microsoft.com/office/drawing/2016/SVG/main" r:embed="rId38"/>
              </a:ext>
            </a:extLst>
          </a:blip>
          <a:stretch>
            <a:fillRect/>
          </a:stretch>
        </p:blipFill>
        <p:spPr>
          <a:xfrm>
            <a:off x="9528770" y="3928954"/>
            <a:ext cx="414656" cy="431934"/>
          </a:xfrm>
          <a:prstGeom prst="rect">
            <a:avLst/>
          </a:prstGeom>
        </p:spPr>
      </p:pic>
      <p:pic>
        <p:nvPicPr>
          <p:cNvPr id="285" name="Grafik 284">
            <a:extLst>
              <a:ext uri="{FF2B5EF4-FFF2-40B4-BE49-F238E27FC236}">
                <a16:creationId xmlns:a16="http://schemas.microsoft.com/office/drawing/2014/main" id="{52D4E950-D3ED-5CC3-A462-383D6A436BBB}"/>
              </a:ext>
            </a:extLst>
          </p:cNvPr>
          <p:cNvPicPr>
            <a:picLocks noChangeAspect="1"/>
          </p:cNvPicPr>
          <p:nvPr/>
        </p:nvPicPr>
        <p:blipFill>
          <a:blip>
            <a:extLst>
              <a:ext uri="{96DAC541-7B7A-43D3-8B79-37D633B846F1}">
                <asvg:svgBlip xmlns:asvg="http://schemas.microsoft.com/office/drawing/2016/SVG/main" r:embed="rId39"/>
              </a:ext>
            </a:extLst>
          </a:blip>
          <a:stretch>
            <a:fillRect/>
          </a:stretch>
        </p:blipFill>
        <p:spPr>
          <a:xfrm>
            <a:off x="10552607" y="3924893"/>
            <a:ext cx="328270" cy="414656"/>
          </a:xfrm>
          <a:prstGeom prst="rect">
            <a:avLst/>
          </a:prstGeom>
        </p:spPr>
      </p:pic>
      <p:pic>
        <p:nvPicPr>
          <p:cNvPr id="287" name="Grafik 286">
            <a:extLst>
              <a:ext uri="{FF2B5EF4-FFF2-40B4-BE49-F238E27FC236}">
                <a16:creationId xmlns:a16="http://schemas.microsoft.com/office/drawing/2014/main" id="{0053472D-44D2-B43C-F1EB-36F4CCEDC294}"/>
              </a:ext>
            </a:extLst>
          </p:cNvPr>
          <p:cNvPicPr>
            <a:picLocks noChangeAspect="1"/>
          </p:cNvPicPr>
          <p:nvPr/>
        </p:nvPicPr>
        <p:blipFill>
          <a:blip>
            <a:extLst>
              <a:ext uri="{96DAC541-7B7A-43D3-8B79-37D633B846F1}">
                <asvg:svgBlip xmlns:asvg="http://schemas.microsoft.com/office/drawing/2016/SVG/main" r:embed="rId40"/>
              </a:ext>
            </a:extLst>
          </a:blip>
          <a:stretch>
            <a:fillRect/>
          </a:stretch>
        </p:blipFill>
        <p:spPr>
          <a:xfrm>
            <a:off x="887176" y="4643195"/>
            <a:ext cx="520710" cy="442338"/>
          </a:xfrm>
          <a:prstGeom prst="rect">
            <a:avLst/>
          </a:prstGeom>
        </p:spPr>
      </p:pic>
      <p:pic>
        <p:nvPicPr>
          <p:cNvPr id="289" name="Grafik 288">
            <a:extLst>
              <a:ext uri="{FF2B5EF4-FFF2-40B4-BE49-F238E27FC236}">
                <a16:creationId xmlns:a16="http://schemas.microsoft.com/office/drawing/2014/main" id="{745380CC-B06B-9279-AAB3-F83405B2F87C}"/>
              </a:ext>
            </a:extLst>
          </p:cNvPr>
          <p:cNvPicPr>
            <a:picLocks noChangeAspect="1"/>
          </p:cNvPicPr>
          <p:nvPr/>
        </p:nvPicPr>
        <p:blipFill>
          <a:blip>
            <a:extLst>
              <a:ext uri="{96DAC541-7B7A-43D3-8B79-37D633B846F1}">
                <asvg:svgBlip xmlns:asvg="http://schemas.microsoft.com/office/drawing/2016/SVG/main" r:embed="rId41"/>
              </a:ext>
            </a:extLst>
          </a:blip>
          <a:stretch>
            <a:fillRect/>
          </a:stretch>
        </p:blipFill>
        <p:spPr>
          <a:xfrm>
            <a:off x="1717675" y="4681250"/>
            <a:ext cx="397380" cy="397380"/>
          </a:xfrm>
          <a:prstGeom prst="rect">
            <a:avLst/>
          </a:prstGeom>
        </p:spPr>
      </p:pic>
      <p:pic>
        <p:nvPicPr>
          <p:cNvPr id="336" name="Grafik 335">
            <a:extLst>
              <a:ext uri="{FF2B5EF4-FFF2-40B4-BE49-F238E27FC236}">
                <a16:creationId xmlns:a16="http://schemas.microsoft.com/office/drawing/2014/main" id="{884B8021-A198-F5C5-7758-EF17F8A07F23}"/>
              </a:ext>
            </a:extLst>
          </p:cNvPr>
          <p:cNvPicPr>
            <a:picLocks noChangeAspect="1"/>
          </p:cNvPicPr>
          <p:nvPr/>
        </p:nvPicPr>
        <p:blipFill>
          <a:blip>
            <a:extLst>
              <a:ext uri="{96DAC541-7B7A-43D3-8B79-37D633B846F1}">
                <asvg:svgBlip xmlns:asvg="http://schemas.microsoft.com/office/drawing/2016/SVG/main" r:embed="rId42"/>
              </a:ext>
            </a:extLst>
          </a:blip>
          <a:stretch>
            <a:fillRect/>
          </a:stretch>
        </p:blipFill>
        <p:spPr>
          <a:xfrm>
            <a:off x="2594414" y="4687564"/>
            <a:ext cx="241884" cy="380104"/>
          </a:xfrm>
          <a:prstGeom prst="rect">
            <a:avLst/>
          </a:prstGeom>
        </p:spPr>
      </p:pic>
      <p:pic>
        <p:nvPicPr>
          <p:cNvPr id="338" name="Grafik 337">
            <a:extLst>
              <a:ext uri="{FF2B5EF4-FFF2-40B4-BE49-F238E27FC236}">
                <a16:creationId xmlns:a16="http://schemas.microsoft.com/office/drawing/2014/main" id="{26937248-36F3-25A5-9462-4FE1DD029625}"/>
              </a:ext>
            </a:extLst>
          </p:cNvPr>
          <p:cNvPicPr>
            <a:picLocks noChangeAspect="1"/>
          </p:cNvPicPr>
          <p:nvPr/>
        </p:nvPicPr>
        <p:blipFill>
          <a:blip>
            <a:extLst>
              <a:ext uri="{96DAC541-7B7A-43D3-8B79-37D633B846F1}">
                <asvg:svgBlip xmlns:asvg="http://schemas.microsoft.com/office/drawing/2016/SVG/main" r:embed="rId43"/>
              </a:ext>
            </a:extLst>
          </a:blip>
          <a:stretch>
            <a:fillRect/>
          </a:stretch>
        </p:blipFill>
        <p:spPr>
          <a:xfrm>
            <a:off x="3356083" y="4686846"/>
            <a:ext cx="397380" cy="416304"/>
          </a:xfrm>
          <a:prstGeom prst="rect">
            <a:avLst/>
          </a:prstGeom>
        </p:spPr>
      </p:pic>
      <p:pic>
        <p:nvPicPr>
          <p:cNvPr id="4" name="Grafik 3">
            <a:extLst>
              <a:ext uri="{FF2B5EF4-FFF2-40B4-BE49-F238E27FC236}">
                <a16:creationId xmlns:a16="http://schemas.microsoft.com/office/drawing/2014/main" id="{6073C488-E50A-6C46-6A85-5A36632BA940}"/>
              </a:ext>
            </a:extLst>
          </p:cNvPr>
          <p:cNvPicPr>
            <a:picLocks noChangeAspect="1"/>
          </p:cNvPicPr>
          <p:nvPr/>
        </p:nvPicPr>
        <p:blipFill>
          <a:blip>
            <a:extLst>
              <a:ext uri="{96DAC541-7B7A-43D3-8B79-37D633B846F1}">
                <asvg:svgBlip xmlns:asvg="http://schemas.microsoft.com/office/drawing/2016/SVG/main" r:embed="rId44"/>
              </a:ext>
            </a:extLst>
          </a:blip>
          <a:stretch>
            <a:fillRect/>
          </a:stretch>
        </p:blipFill>
        <p:spPr>
          <a:xfrm>
            <a:off x="1726793" y="2535095"/>
            <a:ext cx="351341" cy="374763"/>
          </a:xfrm>
          <a:prstGeom prst="rect">
            <a:avLst/>
          </a:prstGeom>
        </p:spPr>
      </p:pic>
      <p:pic>
        <p:nvPicPr>
          <p:cNvPr id="8" name="Grafik 7">
            <a:extLst>
              <a:ext uri="{FF2B5EF4-FFF2-40B4-BE49-F238E27FC236}">
                <a16:creationId xmlns:a16="http://schemas.microsoft.com/office/drawing/2014/main" id="{295ABAA1-BDA4-01A0-9694-3C0DBA8C3765}"/>
              </a:ext>
            </a:extLst>
          </p:cNvPr>
          <p:cNvPicPr>
            <a:picLocks noChangeAspect="1"/>
          </p:cNvPicPr>
          <p:nvPr/>
        </p:nvPicPr>
        <p:blipFill>
          <a:blip>
            <a:extLst>
              <a:ext uri="{96DAC541-7B7A-43D3-8B79-37D633B846F1}">
                <asvg:svgBlip xmlns:asvg="http://schemas.microsoft.com/office/drawing/2016/SVG/main" r:embed="rId45"/>
              </a:ext>
            </a:extLst>
          </a:blip>
          <a:stretch>
            <a:fillRect/>
          </a:stretch>
        </p:blipFill>
        <p:spPr>
          <a:xfrm>
            <a:off x="2573459" y="2535095"/>
            <a:ext cx="396808" cy="374763"/>
          </a:xfrm>
          <a:prstGeom prst="rect">
            <a:avLst/>
          </a:prstGeom>
        </p:spPr>
      </p:pic>
      <p:pic>
        <p:nvPicPr>
          <p:cNvPr id="12" name="Grafik 11">
            <a:extLst>
              <a:ext uri="{FF2B5EF4-FFF2-40B4-BE49-F238E27FC236}">
                <a16:creationId xmlns:a16="http://schemas.microsoft.com/office/drawing/2014/main" id="{5804C60A-2285-5856-5691-296C1FEA9F83}"/>
              </a:ext>
            </a:extLst>
          </p:cNvPr>
          <p:cNvPicPr>
            <a:picLocks noChangeAspect="1"/>
          </p:cNvPicPr>
          <p:nvPr/>
        </p:nvPicPr>
        <p:blipFill>
          <a:blip>
            <a:extLst>
              <a:ext uri="{96DAC541-7B7A-43D3-8B79-37D633B846F1}">
                <asvg:svgBlip xmlns:asvg="http://schemas.microsoft.com/office/drawing/2016/SVG/main" r:embed="rId46"/>
              </a:ext>
            </a:extLst>
          </a:blip>
          <a:stretch>
            <a:fillRect/>
          </a:stretch>
        </p:blipFill>
        <p:spPr>
          <a:xfrm>
            <a:off x="3537495" y="2459218"/>
            <a:ext cx="379224" cy="480351"/>
          </a:xfrm>
          <a:prstGeom prst="rect">
            <a:avLst/>
          </a:prstGeom>
        </p:spPr>
      </p:pic>
      <p:pic>
        <p:nvPicPr>
          <p:cNvPr id="16" name="Grafik 15">
            <a:extLst>
              <a:ext uri="{FF2B5EF4-FFF2-40B4-BE49-F238E27FC236}">
                <a16:creationId xmlns:a16="http://schemas.microsoft.com/office/drawing/2014/main" id="{46CD9C02-CBF5-B059-841C-464405160530}"/>
              </a:ext>
            </a:extLst>
          </p:cNvPr>
          <p:cNvPicPr>
            <a:picLocks noChangeAspect="1"/>
          </p:cNvPicPr>
          <p:nvPr/>
        </p:nvPicPr>
        <p:blipFill>
          <a:blip>
            <a:extLst>
              <a:ext uri="{96DAC541-7B7A-43D3-8B79-37D633B846F1}">
                <asvg:svgBlip xmlns:asvg="http://schemas.microsoft.com/office/drawing/2016/SVG/main" r:embed="rId47"/>
              </a:ext>
            </a:extLst>
          </a:blip>
          <a:stretch>
            <a:fillRect/>
          </a:stretch>
        </p:blipFill>
        <p:spPr>
          <a:xfrm>
            <a:off x="4385034" y="2532121"/>
            <a:ext cx="380710" cy="380710"/>
          </a:xfrm>
          <a:prstGeom prst="rect">
            <a:avLst/>
          </a:prstGeom>
        </p:spPr>
      </p:pic>
      <p:pic>
        <p:nvPicPr>
          <p:cNvPr id="20" name="Grafik 19">
            <a:extLst>
              <a:ext uri="{FF2B5EF4-FFF2-40B4-BE49-F238E27FC236}">
                <a16:creationId xmlns:a16="http://schemas.microsoft.com/office/drawing/2014/main" id="{9C622C52-E704-3931-6321-961F707EFFB4}"/>
              </a:ext>
            </a:extLst>
          </p:cNvPr>
          <p:cNvPicPr>
            <a:picLocks noChangeAspect="1"/>
          </p:cNvPicPr>
          <p:nvPr/>
        </p:nvPicPr>
        <p:blipFill>
          <a:blip>
            <a:extLst>
              <a:ext uri="{96DAC541-7B7A-43D3-8B79-37D633B846F1}">
                <asvg:svgBlip xmlns:asvg="http://schemas.microsoft.com/office/drawing/2016/SVG/main" r:embed="rId48"/>
              </a:ext>
            </a:extLst>
          </a:blip>
          <a:stretch>
            <a:fillRect/>
          </a:stretch>
        </p:blipFill>
        <p:spPr>
          <a:xfrm>
            <a:off x="5208931" y="2555914"/>
            <a:ext cx="379224" cy="353943"/>
          </a:xfrm>
          <a:prstGeom prst="rect">
            <a:avLst/>
          </a:prstGeom>
        </p:spPr>
      </p:pic>
      <p:pic>
        <p:nvPicPr>
          <p:cNvPr id="24" name="Grafik 23">
            <a:extLst>
              <a:ext uri="{FF2B5EF4-FFF2-40B4-BE49-F238E27FC236}">
                <a16:creationId xmlns:a16="http://schemas.microsoft.com/office/drawing/2014/main" id="{20476899-CAFB-9BE5-44E0-8DACE24477CB}"/>
              </a:ext>
            </a:extLst>
          </p:cNvPr>
          <p:cNvPicPr>
            <a:picLocks noChangeAspect="1"/>
          </p:cNvPicPr>
          <p:nvPr/>
        </p:nvPicPr>
        <p:blipFill>
          <a:blip>
            <a:extLst>
              <a:ext uri="{96DAC541-7B7A-43D3-8B79-37D633B846F1}">
                <asvg:svgBlip xmlns:asvg="http://schemas.microsoft.com/office/drawing/2016/SVG/main" r:embed="rId49"/>
              </a:ext>
            </a:extLst>
          </a:blip>
          <a:stretch>
            <a:fillRect/>
          </a:stretch>
        </p:blipFill>
        <p:spPr>
          <a:xfrm>
            <a:off x="6038771" y="2585619"/>
            <a:ext cx="356916" cy="333122"/>
          </a:xfrm>
          <a:prstGeom prst="rect">
            <a:avLst/>
          </a:prstGeom>
        </p:spPr>
      </p:pic>
      <p:pic>
        <p:nvPicPr>
          <p:cNvPr id="6" name="Grafik 5">
            <a:extLst>
              <a:ext uri="{FF2B5EF4-FFF2-40B4-BE49-F238E27FC236}">
                <a16:creationId xmlns:a16="http://schemas.microsoft.com/office/drawing/2014/main" id="{E5782FDD-409B-BE54-95F7-82B128E2778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0"/>
              </a:ext>
            </a:extLst>
          </a:blip>
          <a:stretch>
            <a:fillRect/>
          </a:stretch>
        </p:blipFill>
        <p:spPr>
          <a:xfrm>
            <a:off x="4273248" y="4681249"/>
            <a:ext cx="266675" cy="311121"/>
          </a:xfrm>
          <a:prstGeom prst="rect">
            <a:avLst/>
          </a:prstGeom>
        </p:spPr>
      </p:pic>
      <p:sp>
        <p:nvSpPr>
          <p:cNvPr id="2" name="Textfeld 10">
            <a:extLst>
              <a:ext uri="{FF2B5EF4-FFF2-40B4-BE49-F238E27FC236}">
                <a16:creationId xmlns:a16="http://schemas.microsoft.com/office/drawing/2014/main" id="{E65609F2-645C-B3FF-1BA4-19736257B948}"/>
              </a:ext>
            </a:extLst>
          </p:cNvPr>
          <p:cNvSpPr/>
          <p:nvPr/>
        </p:nvSpPr>
        <p:spPr>
          <a:xfrm>
            <a:off x="609600" y="3398792"/>
            <a:ext cx="3249360" cy="398655"/>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822960">
              <a:lnSpc>
                <a:spcPct val="100000"/>
              </a:lnSpc>
            </a:pPr>
            <a:r>
              <a:rPr lang="de-DE" sz="2000" strike="noStrike" spc="-1" dirty="0">
                <a:ea typeface="Noto Sans Medium" panose="020B0502040504020204" pitchFamily="34" charset="0"/>
                <a:cs typeface="Noto Sans Medium" panose="020B0502040504020204" pitchFamily="34" charset="0"/>
              </a:rPr>
              <a:t>Barrierefrei-Kennung</a:t>
            </a:r>
          </a:p>
        </p:txBody>
      </p:sp>
      <p:sp>
        <p:nvSpPr>
          <p:cNvPr id="10" name="Textfeld 10">
            <a:extLst>
              <a:ext uri="{FF2B5EF4-FFF2-40B4-BE49-F238E27FC236}">
                <a16:creationId xmlns:a16="http://schemas.microsoft.com/office/drawing/2014/main" id="{66C99F37-9E51-0B14-178E-5D7310D80AE6}"/>
              </a:ext>
            </a:extLst>
          </p:cNvPr>
          <p:cNvSpPr/>
          <p:nvPr/>
        </p:nvSpPr>
        <p:spPr>
          <a:xfrm>
            <a:off x="619829" y="473682"/>
            <a:ext cx="3249360" cy="398655"/>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822960">
              <a:lnSpc>
                <a:spcPct val="100000"/>
              </a:lnSpc>
            </a:pPr>
            <a:r>
              <a:rPr lang="de-DE" sz="2000" strike="noStrike" spc="-1" dirty="0">
                <a:ea typeface="Noto Sans Medium" panose="020B0502040504020204" pitchFamily="34" charset="0"/>
                <a:cs typeface="Noto Sans Medium" panose="020B0502040504020204" pitchFamily="34" charset="0"/>
              </a:rPr>
              <a:t>Forschung / Lehre</a:t>
            </a:r>
          </a:p>
        </p:txBody>
      </p:sp>
    </p:spTree>
    <p:extLst>
      <p:ext uri="{BB962C8B-B14F-4D97-AF65-F5344CB8AC3E}">
        <p14:creationId xmlns:p14="http://schemas.microsoft.com/office/powerpoint/2010/main" val="276145457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78A4F2-D567-3F6A-86F1-D653003F2CED}"/>
            </a:ext>
          </a:extLst>
        </p:cNvPr>
        <p:cNvGrpSpPr/>
        <p:nvPr/>
      </p:nvGrpSpPr>
      <p:grpSpPr>
        <a:xfrm>
          <a:off x="0" y="0"/>
          <a:ext cx="0" cy="0"/>
          <a:chOff x="0" y="0"/>
          <a:chExt cx="0" cy="0"/>
        </a:xfrm>
      </p:grpSpPr>
      <p:pic>
        <p:nvPicPr>
          <p:cNvPr id="3" name="Grafik 2">
            <a:extLst>
              <a:ext uri="{FF2B5EF4-FFF2-40B4-BE49-F238E27FC236}">
                <a16:creationId xmlns:a16="http://schemas.microsoft.com/office/drawing/2014/main" id="{944EB2AE-27A0-D239-1D03-28F985BBA8A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63335" y="1177175"/>
            <a:ext cx="468095" cy="329400"/>
          </a:xfrm>
          <a:prstGeom prst="rect">
            <a:avLst/>
          </a:prstGeom>
        </p:spPr>
      </p:pic>
      <p:pic>
        <p:nvPicPr>
          <p:cNvPr id="5" name="Grafik 4">
            <a:extLst>
              <a:ext uri="{FF2B5EF4-FFF2-40B4-BE49-F238E27FC236}">
                <a16:creationId xmlns:a16="http://schemas.microsoft.com/office/drawing/2014/main" id="{507197D0-E70C-554A-C514-9C9E9682AEF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55446" y="1104846"/>
            <a:ext cx="728147" cy="520105"/>
          </a:xfrm>
          <a:prstGeom prst="rect">
            <a:avLst/>
          </a:prstGeom>
        </p:spPr>
      </p:pic>
      <p:pic>
        <p:nvPicPr>
          <p:cNvPr id="7" name="Grafik 6">
            <a:extLst>
              <a:ext uri="{FF2B5EF4-FFF2-40B4-BE49-F238E27FC236}">
                <a16:creationId xmlns:a16="http://schemas.microsoft.com/office/drawing/2014/main" id="{A7F12E1D-3AA2-4FEC-E118-FA96729D356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319364" y="1183525"/>
            <a:ext cx="450758" cy="364074"/>
          </a:xfrm>
          <a:prstGeom prst="rect">
            <a:avLst/>
          </a:prstGeom>
        </p:spPr>
      </p:pic>
      <p:pic>
        <p:nvPicPr>
          <p:cNvPr id="9" name="Grafik 8">
            <a:extLst>
              <a:ext uri="{FF2B5EF4-FFF2-40B4-BE49-F238E27FC236}">
                <a16:creationId xmlns:a16="http://schemas.microsoft.com/office/drawing/2014/main" id="{C8389A4B-DFC8-BCD6-13D0-D951934403D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889182" y="2548827"/>
            <a:ext cx="312063" cy="346737"/>
          </a:xfrm>
          <a:prstGeom prst="rect">
            <a:avLst/>
          </a:prstGeom>
        </p:spPr>
      </p:pic>
      <p:pic>
        <p:nvPicPr>
          <p:cNvPr id="11" name="Grafik 10">
            <a:extLst>
              <a:ext uri="{FF2B5EF4-FFF2-40B4-BE49-F238E27FC236}">
                <a16:creationId xmlns:a16="http://schemas.microsoft.com/office/drawing/2014/main" id="{4D08B691-206F-6D8E-50AD-89202291888B}"/>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787323" y="1078378"/>
            <a:ext cx="446736" cy="468009"/>
          </a:xfrm>
          <a:prstGeom prst="rect">
            <a:avLst/>
          </a:prstGeom>
        </p:spPr>
      </p:pic>
      <p:pic>
        <p:nvPicPr>
          <p:cNvPr id="13" name="Grafik 12">
            <a:extLst>
              <a:ext uri="{FF2B5EF4-FFF2-40B4-BE49-F238E27FC236}">
                <a16:creationId xmlns:a16="http://schemas.microsoft.com/office/drawing/2014/main" id="{33F00FD3-3079-C0A3-04AE-BE338E813A14}"/>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578734" y="1177175"/>
            <a:ext cx="294726" cy="329400"/>
          </a:xfrm>
          <a:prstGeom prst="rect">
            <a:avLst/>
          </a:prstGeom>
        </p:spPr>
      </p:pic>
      <p:pic>
        <p:nvPicPr>
          <p:cNvPr id="15" name="Grafik 14">
            <a:extLst>
              <a:ext uri="{FF2B5EF4-FFF2-40B4-BE49-F238E27FC236}">
                <a16:creationId xmlns:a16="http://schemas.microsoft.com/office/drawing/2014/main" id="{9B1A433E-F2E6-E127-FF52-2BF30814ABD5}"/>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5186222" y="1119282"/>
            <a:ext cx="450758" cy="381411"/>
          </a:xfrm>
          <a:prstGeom prst="rect">
            <a:avLst/>
          </a:prstGeom>
        </p:spPr>
      </p:pic>
      <p:pic>
        <p:nvPicPr>
          <p:cNvPr id="17" name="Grafik 16">
            <a:extLst>
              <a:ext uri="{FF2B5EF4-FFF2-40B4-BE49-F238E27FC236}">
                <a16:creationId xmlns:a16="http://schemas.microsoft.com/office/drawing/2014/main" id="{F78BDA19-9680-6A60-FD53-BDBA0BA57CE8}"/>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6015306" y="1283832"/>
            <a:ext cx="416084" cy="190705"/>
          </a:xfrm>
          <a:prstGeom prst="rect">
            <a:avLst/>
          </a:prstGeom>
        </p:spPr>
      </p:pic>
      <p:pic>
        <p:nvPicPr>
          <p:cNvPr id="19" name="Grafik 18">
            <a:extLst>
              <a:ext uri="{FF2B5EF4-FFF2-40B4-BE49-F238E27FC236}">
                <a16:creationId xmlns:a16="http://schemas.microsoft.com/office/drawing/2014/main" id="{7CA1E1E1-173B-AD71-AFAC-44CF24AC3E1F}"/>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6845387" y="1277483"/>
            <a:ext cx="433421" cy="208042"/>
          </a:xfrm>
          <a:prstGeom prst="rect">
            <a:avLst/>
          </a:prstGeom>
        </p:spPr>
      </p:pic>
      <p:pic>
        <p:nvPicPr>
          <p:cNvPr id="21" name="Grafik 20">
            <a:extLst>
              <a:ext uri="{FF2B5EF4-FFF2-40B4-BE49-F238E27FC236}">
                <a16:creationId xmlns:a16="http://schemas.microsoft.com/office/drawing/2014/main" id="{6C765F08-2ABC-92AD-6797-F5FC367CACFB}"/>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7753830" y="1134772"/>
            <a:ext cx="416084" cy="381410"/>
          </a:xfrm>
          <a:prstGeom prst="rect">
            <a:avLst/>
          </a:prstGeom>
        </p:spPr>
      </p:pic>
      <p:pic>
        <p:nvPicPr>
          <p:cNvPr id="23" name="Grafik 22">
            <a:extLst>
              <a:ext uri="{FF2B5EF4-FFF2-40B4-BE49-F238E27FC236}">
                <a16:creationId xmlns:a16="http://schemas.microsoft.com/office/drawing/2014/main" id="{E3317E5F-56E3-CD6B-B692-583DAE430A44}"/>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8725785" y="1204622"/>
            <a:ext cx="267051" cy="311560"/>
          </a:xfrm>
          <a:prstGeom prst="rect">
            <a:avLst/>
          </a:prstGeom>
        </p:spPr>
      </p:pic>
      <p:pic>
        <p:nvPicPr>
          <p:cNvPr id="25" name="Grafik 24">
            <a:extLst>
              <a:ext uri="{FF2B5EF4-FFF2-40B4-BE49-F238E27FC236}">
                <a16:creationId xmlns:a16="http://schemas.microsoft.com/office/drawing/2014/main" id="{2161C25B-F28F-0E38-0ACF-32D404888D41}"/>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9596471" y="1110613"/>
            <a:ext cx="260053" cy="398748"/>
          </a:xfrm>
          <a:prstGeom prst="rect">
            <a:avLst/>
          </a:prstGeom>
        </p:spPr>
      </p:pic>
      <p:pic>
        <p:nvPicPr>
          <p:cNvPr id="27" name="Grafik 26">
            <a:extLst>
              <a:ext uri="{FF2B5EF4-FFF2-40B4-BE49-F238E27FC236}">
                <a16:creationId xmlns:a16="http://schemas.microsoft.com/office/drawing/2014/main" id="{3E5C6F82-56F8-2D61-87A2-3F344EE6010F}"/>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3197860" y="1114134"/>
            <a:ext cx="312063" cy="416084"/>
          </a:xfrm>
          <a:prstGeom prst="rect">
            <a:avLst/>
          </a:prstGeom>
        </p:spPr>
      </p:pic>
      <p:pic>
        <p:nvPicPr>
          <p:cNvPr id="29" name="Grafik 28">
            <a:extLst>
              <a:ext uri="{FF2B5EF4-FFF2-40B4-BE49-F238E27FC236}">
                <a16:creationId xmlns:a16="http://schemas.microsoft.com/office/drawing/2014/main" id="{309CE576-F218-7747-9B05-405F0EFB9076}"/>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1797188" y="1775745"/>
            <a:ext cx="131421" cy="459975"/>
          </a:xfrm>
          <a:prstGeom prst="rect">
            <a:avLst/>
          </a:prstGeom>
        </p:spPr>
      </p:pic>
      <p:pic>
        <p:nvPicPr>
          <p:cNvPr id="31" name="Grafik 30">
            <a:extLst>
              <a:ext uri="{FF2B5EF4-FFF2-40B4-BE49-F238E27FC236}">
                <a16:creationId xmlns:a16="http://schemas.microsoft.com/office/drawing/2014/main" id="{8EB2F3A3-AFF3-BC6E-A467-54049E078159}"/>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865599" y="1904677"/>
            <a:ext cx="468095" cy="260053"/>
          </a:xfrm>
          <a:prstGeom prst="rect">
            <a:avLst/>
          </a:prstGeom>
        </p:spPr>
      </p:pic>
      <p:pic>
        <p:nvPicPr>
          <p:cNvPr id="33" name="Grafik 32">
            <a:extLst>
              <a:ext uri="{FF2B5EF4-FFF2-40B4-BE49-F238E27FC236}">
                <a16:creationId xmlns:a16="http://schemas.microsoft.com/office/drawing/2014/main" id="{6363E755-070C-4052-0415-8367A2E3DBB2}"/>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8703280" y="2574826"/>
            <a:ext cx="312063" cy="312063"/>
          </a:xfrm>
          <a:prstGeom prst="rect">
            <a:avLst/>
          </a:prstGeom>
        </p:spPr>
      </p:pic>
      <p:pic>
        <p:nvPicPr>
          <p:cNvPr id="35" name="Grafik 34">
            <a:extLst>
              <a:ext uri="{FF2B5EF4-FFF2-40B4-BE49-F238E27FC236}">
                <a16:creationId xmlns:a16="http://schemas.microsoft.com/office/drawing/2014/main" id="{E63816D6-FAAF-5696-42F7-96C009739FFF}"/>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2392104" y="1873533"/>
            <a:ext cx="398747" cy="364073"/>
          </a:xfrm>
          <a:prstGeom prst="rect">
            <a:avLst/>
          </a:prstGeom>
        </p:spPr>
      </p:pic>
      <p:pic>
        <p:nvPicPr>
          <p:cNvPr id="37" name="Grafik 36">
            <a:extLst>
              <a:ext uri="{FF2B5EF4-FFF2-40B4-BE49-F238E27FC236}">
                <a16:creationId xmlns:a16="http://schemas.microsoft.com/office/drawing/2014/main" id="{80042A9C-922F-B126-6392-F151D1C227FD}"/>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3095282" y="1891978"/>
            <a:ext cx="398747" cy="294726"/>
          </a:xfrm>
          <a:prstGeom prst="rect">
            <a:avLst/>
          </a:prstGeom>
        </p:spPr>
      </p:pic>
      <p:pic>
        <p:nvPicPr>
          <p:cNvPr id="39" name="Grafik 38">
            <a:extLst>
              <a:ext uri="{FF2B5EF4-FFF2-40B4-BE49-F238E27FC236}">
                <a16:creationId xmlns:a16="http://schemas.microsoft.com/office/drawing/2014/main" id="{DB6AA2CA-6DAA-2915-00CD-8D8D80096AA5}"/>
              </a:ext>
            </a:extLst>
          </p:cNvPr>
          <p:cNvPicPr>
            <a:picLocks noChangeAspect="1"/>
          </p:cNvPicPr>
          <p:nvPr/>
        </p:nvPicPr>
        <p:blipFill>
          <a:blip>
            <a:extLst>
              <a:ext uri="{96DAC541-7B7A-43D3-8B79-37D633B846F1}">
                <asvg:svgBlip xmlns:asvg="http://schemas.microsoft.com/office/drawing/2016/SVG/main" r:embed="rId21"/>
              </a:ext>
            </a:extLst>
          </a:blip>
          <a:stretch>
            <a:fillRect/>
          </a:stretch>
        </p:blipFill>
        <p:spPr>
          <a:xfrm>
            <a:off x="3830044" y="1847528"/>
            <a:ext cx="416084" cy="416084"/>
          </a:xfrm>
          <a:prstGeom prst="rect">
            <a:avLst/>
          </a:prstGeom>
        </p:spPr>
      </p:pic>
      <p:pic>
        <p:nvPicPr>
          <p:cNvPr id="41" name="Grafik 40">
            <a:extLst>
              <a:ext uri="{FF2B5EF4-FFF2-40B4-BE49-F238E27FC236}">
                <a16:creationId xmlns:a16="http://schemas.microsoft.com/office/drawing/2014/main" id="{7B1D4312-333A-DE54-CAC5-91E598890E18}"/>
              </a:ext>
            </a:extLst>
          </p:cNvPr>
          <p:cNvPicPr>
            <a:picLocks noChangeAspect="1"/>
          </p:cNvPicPr>
          <p:nvPr/>
        </p:nvPicPr>
        <p:blipFill>
          <a:blip>
            <a:extLst>
              <a:ext uri="{96DAC541-7B7A-43D3-8B79-37D633B846F1}">
                <asvg:svgBlip xmlns:asvg="http://schemas.microsoft.com/office/drawing/2016/SVG/main" r:embed="rId22"/>
              </a:ext>
            </a:extLst>
          </a:blip>
          <a:stretch>
            <a:fillRect/>
          </a:stretch>
        </p:blipFill>
        <p:spPr>
          <a:xfrm>
            <a:off x="4515233" y="1860228"/>
            <a:ext cx="381411" cy="364074"/>
          </a:xfrm>
          <a:prstGeom prst="rect">
            <a:avLst/>
          </a:prstGeom>
        </p:spPr>
      </p:pic>
      <p:pic>
        <p:nvPicPr>
          <p:cNvPr id="43" name="Grafik 42">
            <a:extLst>
              <a:ext uri="{FF2B5EF4-FFF2-40B4-BE49-F238E27FC236}">
                <a16:creationId xmlns:a16="http://schemas.microsoft.com/office/drawing/2014/main" id="{1A0DA5F2-FCAB-E83C-0CEC-E428C4C9A05A}"/>
              </a:ext>
            </a:extLst>
          </p:cNvPr>
          <p:cNvPicPr>
            <a:picLocks noChangeAspect="1"/>
          </p:cNvPicPr>
          <p:nvPr/>
        </p:nvPicPr>
        <p:blipFill>
          <a:blip>
            <a:extLst>
              <a:ext uri="{96DAC541-7B7A-43D3-8B79-37D633B846F1}">
                <asvg:svgBlip xmlns:asvg="http://schemas.microsoft.com/office/drawing/2016/SVG/main" r:embed="rId23"/>
              </a:ext>
            </a:extLst>
          </a:blip>
          <a:stretch>
            <a:fillRect/>
          </a:stretch>
        </p:blipFill>
        <p:spPr>
          <a:xfrm>
            <a:off x="5265251" y="1771041"/>
            <a:ext cx="346738" cy="509909"/>
          </a:xfrm>
          <a:prstGeom prst="rect">
            <a:avLst/>
          </a:prstGeom>
        </p:spPr>
      </p:pic>
      <p:pic>
        <p:nvPicPr>
          <p:cNvPr id="45" name="Grafik 44">
            <a:extLst>
              <a:ext uri="{FF2B5EF4-FFF2-40B4-BE49-F238E27FC236}">
                <a16:creationId xmlns:a16="http://schemas.microsoft.com/office/drawing/2014/main" id="{4CDB3C5A-D5D3-5ED5-54E6-F0947EB975DF}"/>
              </a:ext>
            </a:extLst>
          </p:cNvPr>
          <p:cNvPicPr>
            <a:picLocks noChangeAspect="1"/>
          </p:cNvPicPr>
          <p:nvPr/>
        </p:nvPicPr>
        <p:blipFill>
          <a:blip>
            <a:extLst>
              <a:ext uri="{96DAC541-7B7A-43D3-8B79-37D633B846F1}">
                <asvg:svgBlip xmlns:asvg="http://schemas.microsoft.com/office/drawing/2016/SVG/main" r:embed="rId24"/>
              </a:ext>
            </a:extLst>
          </a:blip>
          <a:stretch>
            <a:fillRect/>
          </a:stretch>
        </p:blipFill>
        <p:spPr>
          <a:xfrm>
            <a:off x="5958128" y="1828478"/>
            <a:ext cx="467574" cy="409128"/>
          </a:xfrm>
          <a:prstGeom prst="rect">
            <a:avLst/>
          </a:prstGeom>
        </p:spPr>
      </p:pic>
      <p:pic>
        <p:nvPicPr>
          <p:cNvPr id="47" name="Grafik 46">
            <a:extLst>
              <a:ext uri="{FF2B5EF4-FFF2-40B4-BE49-F238E27FC236}">
                <a16:creationId xmlns:a16="http://schemas.microsoft.com/office/drawing/2014/main" id="{9D07952A-4B32-897D-EB70-E9563BD9F6AF}"/>
              </a:ext>
            </a:extLst>
          </p:cNvPr>
          <p:cNvPicPr>
            <a:picLocks noChangeAspect="1"/>
          </p:cNvPicPr>
          <p:nvPr/>
        </p:nvPicPr>
        <p:blipFill>
          <a:blip>
            <a:extLst>
              <a:ext uri="{96DAC541-7B7A-43D3-8B79-37D633B846F1}">
                <asvg:svgBlip xmlns:asvg="http://schemas.microsoft.com/office/drawing/2016/SVG/main" r:embed="rId25"/>
              </a:ext>
            </a:extLst>
          </a:blip>
          <a:stretch>
            <a:fillRect/>
          </a:stretch>
        </p:blipFill>
        <p:spPr>
          <a:xfrm>
            <a:off x="6788209" y="1847528"/>
            <a:ext cx="554779" cy="364074"/>
          </a:xfrm>
          <a:prstGeom prst="rect">
            <a:avLst/>
          </a:prstGeom>
        </p:spPr>
      </p:pic>
      <p:pic>
        <p:nvPicPr>
          <p:cNvPr id="49" name="Grafik 48">
            <a:extLst>
              <a:ext uri="{FF2B5EF4-FFF2-40B4-BE49-F238E27FC236}">
                <a16:creationId xmlns:a16="http://schemas.microsoft.com/office/drawing/2014/main" id="{E302FFE0-2C80-BE8C-39E4-0AB5EA228478}"/>
              </a:ext>
            </a:extLst>
          </p:cNvPr>
          <p:cNvPicPr>
            <a:picLocks noChangeAspect="1"/>
          </p:cNvPicPr>
          <p:nvPr/>
        </p:nvPicPr>
        <p:blipFill>
          <a:blip>
            <a:extLst>
              <a:ext uri="{96DAC541-7B7A-43D3-8B79-37D633B846F1}">
                <asvg:svgBlip xmlns:asvg="http://schemas.microsoft.com/office/drawing/2016/SVG/main" r:embed="rId26"/>
              </a:ext>
            </a:extLst>
          </a:blip>
          <a:stretch>
            <a:fillRect/>
          </a:stretch>
        </p:blipFill>
        <p:spPr>
          <a:xfrm>
            <a:off x="7734779" y="1866578"/>
            <a:ext cx="468095" cy="364074"/>
          </a:xfrm>
          <a:prstGeom prst="rect">
            <a:avLst/>
          </a:prstGeom>
        </p:spPr>
      </p:pic>
      <p:pic>
        <p:nvPicPr>
          <p:cNvPr id="51" name="Grafik 50">
            <a:extLst>
              <a:ext uri="{FF2B5EF4-FFF2-40B4-BE49-F238E27FC236}">
                <a16:creationId xmlns:a16="http://schemas.microsoft.com/office/drawing/2014/main" id="{432E717E-D33F-A154-6D64-F0E5678737BB}"/>
              </a:ext>
            </a:extLst>
          </p:cNvPr>
          <p:cNvPicPr>
            <a:picLocks noChangeAspect="1"/>
          </p:cNvPicPr>
          <p:nvPr/>
        </p:nvPicPr>
        <p:blipFill>
          <a:blip>
            <a:extLst>
              <a:ext uri="{96DAC541-7B7A-43D3-8B79-37D633B846F1}">
                <asvg:svgBlip xmlns:asvg="http://schemas.microsoft.com/office/drawing/2016/SVG/main" r:embed="rId27"/>
              </a:ext>
            </a:extLst>
          </a:blip>
          <a:stretch>
            <a:fillRect/>
          </a:stretch>
        </p:blipFill>
        <p:spPr>
          <a:xfrm>
            <a:off x="8549013" y="1856196"/>
            <a:ext cx="554779" cy="416084"/>
          </a:xfrm>
          <a:prstGeom prst="rect">
            <a:avLst/>
          </a:prstGeom>
        </p:spPr>
      </p:pic>
      <p:pic>
        <p:nvPicPr>
          <p:cNvPr id="53" name="Grafik 52">
            <a:extLst>
              <a:ext uri="{FF2B5EF4-FFF2-40B4-BE49-F238E27FC236}">
                <a16:creationId xmlns:a16="http://schemas.microsoft.com/office/drawing/2014/main" id="{C669B93C-92CE-EA71-EE78-76AA85F75AAF}"/>
              </a:ext>
            </a:extLst>
          </p:cNvPr>
          <p:cNvPicPr>
            <a:picLocks noChangeAspect="1"/>
          </p:cNvPicPr>
          <p:nvPr/>
        </p:nvPicPr>
        <p:blipFill>
          <a:blip>
            <a:extLst>
              <a:ext uri="{96DAC541-7B7A-43D3-8B79-37D633B846F1}">
                <asvg:svgBlip xmlns:asvg="http://schemas.microsoft.com/office/drawing/2016/SVG/main" r:embed="rId28"/>
              </a:ext>
            </a:extLst>
          </a:blip>
          <a:stretch>
            <a:fillRect/>
          </a:stretch>
        </p:blipFill>
        <p:spPr>
          <a:xfrm>
            <a:off x="9535022" y="1930112"/>
            <a:ext cx="554779" cy="329868"/>
          </a:xfrm>
          <a:prstGeom prst="rect">
            <a:avLst/>
          </a:prstGeom>
        </p:spPr>
      </p:pic>
      <p:pic>
        <p:nvPicPr>
          <p:cNvPr id="55" name="Grafik 54">
            <a:extLst>
              <a:ext uri="{FF2B5EF4-FFF2-40B4-BE49-F238E27FC236}">
                <a16:creationId xmlns:a16="http://schemas.microsoft.com/office/drawing/2014/main" id="{C9D66470-AED0-F23F-58EF-A603BEEE1115}"/>
              </a:ext>
            </a:extLst>
          </p:cNvPr>
          <p:cNvPicPr>
            <a:picLocks noChangeAspect="1"/>
          </p:cNvPicPr>
          <p:nvPr/>
        </p:nvPicPr>
        <p:blipFill>
          <a:blip>
            <a:extLst>
              <a:ext uri="{96DAC541-7B7A-43D3-8B79-37D633B846F1}">
                <asvg:svgBlip xmlns:asvg="http://schemas.microsoft.com/office/drawing/2016/SVG/main" r:embed="rId29"/>
              </a:ext>
            </a:extLst>
          </a:blip>
          <a:stretch>
            <a:fillRect/>
          </a:stretch>
        </p:blipFill>
        <p:spPr>
          <a:xfrm>
            <a:off x="10326185" y="1864027"/>
            <a:ext cx="416084" cy="416084"/>
          </a:xfrm>
          <a:prstGeom prst="rect">
            <a:avLst/>
          </a:prstGeom>
        </p:spPr>
      </p:pic>
      <p:pic>
        <p:nvPicPr>
          <p:cNvPr id="57" name="Grafik 56">
            <a:extLst>
              <a:ext uri="{FF2B5EF4-FFF2-40B4-BE49-F238E27FC236}">
                <a16:creationId xmlns:a16="http://schemas.microsoft.com/office/drawing/2014/main" id="{8360A374-C375-C464-D829-7F2019964BD9}"/>
              </a:ext>
            </a:extLst>
          </p:cNvPr>
          <p:cNvPicPr>
            <a:picLocks noChangeAspect="1"/>
          </p:cNvPicPr>
          <p:nvPr/>
        </p:nvPicPr>
        <p:blipFill>
          <a:blip>
            <a:extLst>
              <a:ext uri="{96DAC541-7B7A-43D3-8B79-37D633B846F1}">
                <asvg:svgBlip xmlns:asvg="http://schemas.microsoft.com/office/drawing/2016/SVG/main" r:embed="rId30"/>
              </a:ext>
            </a:extLst>
          </a:blip>
          <a:stretch>
            <a:fillRect/>
          </a:stretch>
        </p:blipFill>
        <p:spPr>
          <a:xfrm>
            <a:off x="10390812" y="1281368"/>
            <a:ext cx="281583" cy="254765"/>
          </a:xfrm>
          <a:prstGeom prst="rect">
            <a:avLst/>
          </a:prstGeom>
        </p:spPr>
      </p:pic>
      <p:pic>
        <p:nvPicPr>
          <p:cNvPr id="60" name="Grafik 59">
            <a:extLst>
              <a:ext uri="{FF2B5EF4-FFF2-40B4-BE49-F238E27FC236}">
                <a16:creationId xmlns:a16="http://schemas.microsoft.com/office/drawing/2014/main" id="{405939FC-38B8-F062-15AD-8F7822A40E8C}"/>
              </a:ext>
            </a:extLst>
          </p:cNvPr>
          <p:cNvPicPr>
            <a:picLocks noChangeAspect="1"/>
          </p:cNvPicPr>
          <p:nvPr/>
        </p:nvPicPr>
        <p:blipFill>
          <a:blip>
            <a:extLst>
              <a:ext uri="{96DAC541-7B7A-43D3-8B79-37D633B846F1}">
                <asvg:svgBlip xmlns:asvg="http://schemas.microsoft.com/office/drawing/2016/SVG/main" r:embed="rId31"/>
              </a:ext>
            </a:extLst>
          </a:blip>
          <a:stretch>
            <a:fillRect/>
          </a:stretch>
        </p:blipFill>
        <p:spPr>
          <a:xfrm>
            <a:off x="865882" y="2614804"/>
            <a:ext cx="512211" cy="263423"/>
          </a:xfrm>
          <a:prstGeom prst="rect">
            <a:avLst/>
          </a:prstGeom>
        </p:spPr>
      </p:pic>
      <p:pic>
        <p:nvPicPr>
          <p:cNvPr id="62" name="Grafik 61">
            <a:extLst>
              <a:ext uri="{FF2B5EF4-FFF2-40B4-BE49-F238E27FC236}">
                <a16:creationId xmlns:a16="http://schemas.microsoft.com/office/drawing/2014/main" id="{3576E7A2-3441-9B3C-30F5-1A2A75168876}"/>
              </a:ext>
            </a:extLst>
          </p:cNvPr>
          <p:cNvPicPr>
            <a:picLocks noChangeAspect="1"/>
          </p:cNvPicPr>
          <p:nvPr/>
        </p:nvPicPr>
        <p:blipFill>
          <a:blip>
            <a:extLst>
              <a:ext uri="{96DAC541-7B7A-43D3-8B79-37D633B846F1}">
                <asvg:svgBlip xmlns:asvg="http://schemas.microsoft.com/office/drawing/2016/SVG/main" r:embed="rId32"/>
              </a:ext>
            </a:extLst>
          </a:blip>
          <a:stretch>
            <a:fillRect/>
          </a:stretch>
        </p:blipFill>
        <p:spPr>
          <a:xfrm>
            <a:off x="1631287" y="2548827"/>
            <a:ext cx="468095" cy="329400"/>
          </a:xfrm>
          <a:prstGeom prst="rect">
            <a:avLst/>
          </a:prstGeom>
        </p:spPr>
      </p:pic>
      <p:pic>
        <p:nvPicPr>
          <p:cNvPr id="320" name="Grafik 319">
            <a:extLst>
              <a:ext uri="{FF2B5EF4-FFF2-40B4-BE49-F238E27FC236}">
                <a16:creationId xmlns:a16="http://schemas.microsoft.com/office/drawing/2014/main" id="{EFC16C1D-5681-7C37-AA30-81160DE3AED1}"/>
              </a:ext>
            </a:extLst>
          </p:cNvPr>
          <p:cNvPicPr>
            <a:picLocks noChangeAspect="1"/>
          </p:cNvPicPr>
          <p:nvPr/>
        </p:nvPicPr>
        <p:blipFill>
          <a:blip>
            <a:extLst>
              <a:ext uri="{96DAC541-7B7A-43D3-8B79-37D633B846F1}">
                <asvg:svgBlip xmlns:asvg="http://schemas.microsoft.com/office/drawing/2016/SVG/main" r:embed="rId33"/>
              </a:ext>
            </a:extLst>
          </a:blip>
          <a:stretch>
            <a:fillRect/>
          </a:stretch>
        </p:blipFill>
        <p:spPr>
          <a:xfrm>
            <a:off x="2449215" y="2536893"/>
            <a:ext cx="292572" cy="341334"/>
          </a:xfrm>
          <a:prstGeom prst="rect">
            <a:avLst/>
          </a:prstGeom>
        </p:spPr>
      </p:pic>
      <p:pic>
        <p:nvPicPr>
          <p:cNvPr id="322" name="Grafik 321">
            <a:extLst>
              <a:ext uri="{FF2B5EF4-FFF2-40B4-BE49-F238E27FC236}">
                <a16:creationId xmlns:a16="http://schemas.microsoft.com/office/drawing/2014/main" id="{E7972BF4-97FA-E6A3-1C08-B3730AA1C968}"/>
              </a:ext>
            </a:extLst>
          </p:cNvPr>
          <p:cNvPicPr>
            <a:picLocks noChangeAspect="1"/>
          </p:cNvPicPr>
          <p:nvPr/>
        </p:nvPicPr>
        <p:blipFill>
          <a:blip>
            <a:extLst>
              <a:ext uri="{96DAC541-7B7A-43D3-8B79-37D633B846F1}">
                <asvg:svgBlip xmlns:asvg="http://schemas.microsoft.com/office/drawing/2016/SVG/main" r:embed="rId34"/>
              </a:ext>
            </a:extLst>
          </a:blip>
          <a:stretch>
            <a:fillRect/>
          </a:stretch>
        </p:blipFill>
        <p:spPr>
          <a:xfrm>
            <a:off x="3160012" y="2536389"/>
            <a:ext cx="329400" cy="364074"/>
          </a:xfrm>
          <a:prstGeom prst="rect">
            <a:avLst/>
          </a:prstGeom>
        </p:spPr>
      </p:pic>
      <p:pic>
        <p:nvPicPr>
          <p:cNvPr id="324" name="Grafik 323">
            <a:extLst>
              <a:ext uri="{FF2B5EF4-FFF2-40B4-BE49-F238E27FC236}">
                <a16:creationId xmlns:a16="http://schemas.microsoft.com/office/drawing/2014/main" id="{2E3B2E01-F75B-0E35-94E6-18ED3CC03469}"/>
              </a:ext>
            </a:extLst>
          </p:cNvPr>
          <p:cNvPicPr>
            <a:picLocks noChangeAspect="1"/>
          </p:cNvPicPr>
          <p:nvPr/>
        </p:nvPicPr>
        <p:blipFill>
          <a:blip>
            <a:extLst>
              <a:ext uri="{96DAC541-7B7A-43D3-8B79-37D633B846F1}">
                <asvg:svgBlip xmlns:asvg="http://schemas.microsoft.com/office/drawing/2016/SVG/main" r:embed="rId35"/>
              </a:ext>
            </a:extLst>
          </a:blip>
          <a:stretch>
            <a:fillRect/>
          </a:stretch>
        </p:blipFill>
        <p:spPr>
          <a:xfrm>
            <a:off x="3796762" y="2551666"/>
            <a:ext cx="456377" cy="330480"/>
          </a:xfrm>
          <a:prstGeom prst="rect">
            <a:avLst/>
          </a:prstGeom>
        </p:spPr>
      </p:pic>
      <p:pic>
        <p:nvPicPr>
          <p:cNvPr id="326" name="Grafik 325">
            <a:extLst>
              <a:ext uri="{FF2B5EF4-FFF2-40B4-BE49-F238E27FC236}">
                <a16:creationId xmlns:a16="http://schemas.microsoft.com/office/drawing/2014/main" id="{2CA032C1-74DF-1F85-6AC5-497F73B852EE}"/>
              </a:ext>
            </a:extLst>
          </p:cNvPr>
          <p:cNvPicPr>
            <a:picLocks noChangeAspect="1"/>
          </p:cNvPicPr>
          <p:nvPr/>
        </p:nvPicPr>
        <p:blipFill>
          <a:blip>
            <a:extLst>
              <a:ext uri="{96DAC541-7B7A-43D3-8B79-37D633B846F1}">
                <asvg:svgBlip xmlns:asvg="http://schemas.microsoft.com/office/drawing/2016/SVG/main" r:embed="rId36"/>
              </a:ext>
            </a:extLst>
          </a:blip>
          <a:stretch>
            <a:fillRect/>
          </a:stretch>
        </p:blipFill>
        <p:spPr>
          <a:xfrm>
            <a:off x="4578734" y="2448725"/>
            <a:ext cx="294726" cy="502768"/>
          </a:xfrm>
          <a:prstGeom prst="rect">
            <a:avLst/>
          </a:prstGeom>
        </p:spPr>
      </p:pic>
      <p:pic>
        <p:nvPicPr>
          <p:cNvPr id="328" name="Grafik 327">
            <a:extLst>
              <a:ext uri="{FF2B5EF4-FFF2-40B4-BE49-F238E27FC236}">
                <a16:creationId xmlns:a16="http://schemas.microsoft.com/office/drawing/2014/main" id="{EABA60A3-47D5-E366-5D82-236C5C22C7EF}"/>
              </a:ext>
            </a:extLst>
          </p:cNvPr>
          <p:cNvPicPr>
            <a:picLocks noChangeAspect="1"/>
          </p:cNvPicPr>
          <p:nvPr/>
        </p:nvPicPr>
        <p:blipFill>
          <a:blip>
            <a:extLst>
              <a:ext uri="{96DAC541-7B7A-43D3-8B79-37D633B846F1}">
                <asvg:svgBlip xmlns:asvg="http://schemas.microsoft.com/office/drawing/2016/SVG/main" r:embed="rId37"/>
              </a:ext>
            </a:extLst>
          </a:blip>
          <a:stretch>
            <a:fillRect/>
          </a:stretch>
        </p:blipFill>
        <p:spPr>
          <a:xfrm>
            <a:off x="5212616" y="2583500"/>
            <a:ext cx="416084" cy="260053"/>
          </a:xfrm>
          <a:prstGeom prst="rect">
            <a:avLst/>
          </a:prstGeom>
        </p:spPr>
      </p:pic>
      <p:pic>
        <p:nvPicPr>
          <p:cNvPr id="330" name="Grafik 329">
            <a:extLst>
              <a:ext uri="{FF2B5EF4-FFF2-40B4-BE49-F238E27FC236}">
                <a16:creationId xmlns:a16="http://schemas.microsoft.com/office/drawing/2014/main" id="{C277727A-1BE3-3F7E-6C8F-65E33B03F8A4}"/>
              </a:ext>
            </a:extLst>
          </p:cNvPr>
          <p:cNvPicPr>
            <a:picLocks noChangeAspect="1"/>
          </p:cNvPicPr>
          <p:nvPr/>
        </p:nvPicPr>
        <p:blipFill>
          <a:blip>
            <a:extLst>
              <a:ext uri="{96DAC541-7B7A-43D3-8B79-37D633B846F1}">
                <asvg:svgBlip xmlns:asvg="http://schemas.microsoft.com/office/drawing/2016/SVG/main" r:embed="rId38"/>
              </a:ext>
            </a:extLst>
          </a:blip>
          <a:stretch>
            <a:fillRect/>
          </a:stretch>
        </p:blipFill>
        <p:spPr>
          <a:xfrm>
            <a:off x="5969610" y="2506210"/>
            <a:ext cx="416084" cy="364074"/>
          </a:xfrm>
          <a:prstGeom prst="rect">
            <a:avLst/>
          </a:prstGeom>
        </p:spPr>
      </p:pic>
      <p:pic>
        <p:nvPicPr>
          <p:cNvPr id="332" name="Grafik 331">
            <a:extLst>
              <a:ext uri="{FF2B5EF4-FFF2-40B4-BE49-F238E27FC236}">
                <a16:creationId xmlns:a16="http://schemas.microsoft.com/office/drawing/2014/main" id="{8737C030-13C3-4367-43D2-896915F6695B}"/>
              </a:ext>
            </a:extLst>
          </p:cNvPr>
          <p:cNvPicPr>
            <a:picLocks noChangeAspect="1"/>
          </p:cNvPicPr>
          <p:nvPr/>
        </p:nvPicPr>
        <p:blipFill>
          <a:blip>
            <a:extLst>
              <a:ext uri="{96DAC541-7B7A-43D3-8B79-37D633B846F1}">
                <asvg:svgBlip xmlns:asvg="http://schemas.microsoft.com/office/drawing/2016/SVG/main" r:embed="rId39"/>
              </a:ext>
            </a:extLst>
          </a:blip>
          <a:stretch>
            <a:fillRect/>
          </a:stretch>
        </p:blipFill>
        <p:spPr>
          <a:xfrm>
            <a:off x="6880414" y="2448725"/>
            <a:ext cx="383807" cy="444409"/>
          </a:xfrm>
          <a:prstGeom prst="rect">
            <a:avLst/>
          </a:prstGeom>
        </p:spPr>
      </p:pic>
      <p:pic>
        <p:nvPicPr>
          <p:cNvPr id="334" name="Grafik 333">
            <a:extLst>
              <a:ext uri="{FF2B5EF4-FFF2-40B4-BE49-F238E27FC236}">
                <a16:creationId xmlns:a16="http://schemas.microsoft.com/office/drawing/2014/main" id="{1D637BD3-B7CA-8EF3-F857-D2DDD862B7EF}"/>
              </a:ext>
            </a:extLst>
          </p:cNvPr>
          <p:cNvPicPr>
            <a:picLocks noChangeAspect="1"/>
          </p:cNvPicPr>
          <p:nvPr/>
        </p:nvPicPr>
        <p:blipFill>
          <a:blip>
            <a:extLst>
              <a:ext uri="{96DAC541-7B7A-43D3-8B79-37D633B846F1}">
                <asvg:svgBlip xmlns:asvg="http://schemas.microsoft.com/office/drawing/2016/SVG/main" r:embed="rId40"/>
              </a:ext>
            </a:extLst>
          </a:blip>
          <a:stretch>
            <a:fillRect/>
          </a:stretch>
        </p:blipFill>
        <p:spPr>
          <a:xfrm>
            <a:off x="847745" y="3885837"/>
            <a:ext cx="557794" cy="202834"/>
          </a:xfrm>
          <a:prstGeom prst="rect">
            <a:avLst/>
          </a:prstGeom>
        </p:spPr>
      </p:pic>
      <p:pic>
        <p:nvPicPr>
          <p:cNvPr id="412" name="Grafik 411">
            <a:extLst>
              <a:ext uri="{FF2B5EF4-FFF2-40B4-BE49-F238E27FC236}">
                <a16:creationId xmlns:a16="http://schemas.microsoft.com/office/drawing/2014/main" id="{0EAAD5B4-3745-2261-C9E5-CE77539D83AD}"/>
              </a:ext>
            </a:extLst>
          </p:cNvPr>
          <p:cNvPicPr>
            <a:picLocks noChangeAspect="1"/>
          </p:cNvPicPr>
          <p:nvPr/>
        </p:nvPicPr>
        <p:blipFill>
          <a:blip>
            <a:extLst>
              <a:ext uri="{96DAC541-7B7A-43D3-8B79-37D633B846F1}">
                <asvg:svgBlip xmlns:asvg="http://schemas.microsoft.com/office/drawing/2016/SVG/main" r:embed="rId41"/>
              </a:ext>
            </a:extLst>
          </a:blip>
          <a:stretch>
            <a:fillRect/>
          </a:stretch>
        </p:blipFill>
        <p:spPr>
          <a:xfrm>
            <a:off x="1723193" y="3809542"/>
            <a:ext cx="608503" cy="287349"/>
          </a:xfrm>
          <a:prstGeom prst="rect">
            <a:avLst/>
          </a:prstGeom>
        </p:spPr>
      </p:pic>
      <p:pic>
        <p:nvPicPr>
          <p:cNvPr id="414" name="Grafik 413">
            <a:extLst>
              <a:ext uri="{FF2B5EF4-FFF2-40B4-BE49-F238E27FC236}">
                <a16:creationId xmlns:a16="http://schemas.microsoft.com/office/drawing/2014/main" id="{F630A46E-390A-AC67-A450-844F225FDDD1}"/>
              </a:ext>
            </a:extLst>
          </p:cNvPr>
          <p:cNvPicPr>
            <a:picLocks noChangeAspect="1"/>
          </p:cNvPicPr>
          <p:nvPr/>
        </p:nvPicPr>
        <p:blipFill>
          <a:blip>
            <a:extLst>
              <a:ext uri="{96DAC541-7B7A-43D3-8B79-37D633B846F1}">
                <asvg:svgBlip xmlns:asvg="http://schemas.microsoft.com/office/drawing/2016/SVG/main" r:embed="rId42"/>
              </a:ext>
            </a:extLst>
          </a:blip>
          <a:stretch>
            <a:fillRect/>
          </a:stretch>
        </p:blipFill>
        <p:spPr>
          <a:xfrm>
            <a:off x="2704810" y="3885837"/>
            <a:ext cx="523989" cy="202834"/>
          </a:xfrm>
          <a:prstGeom prst="rect">
            <a:avLst/>
          </a:prstGeom>
        </p:spPr>
      </p:pic>
      <p:pic>
        <p:nvPicPr>
          <p:cNvPr id="416" name="Grafik 415">
            <a:extLst>
              <a:ext uri="{FF2B5EF4-FFF2-40B4-BE49-F238E27FC236}">
                <a16:creationId xmlns:a16="http://schemas.microsoft.com/office/drawing/2014/main" id="{1CCC6A16-6023-4951-91B1-0054B27EF119}"/>
              </a:ext>
            </a:extLst>
          </p:cNvPr>
          <p:cNvPicPr>
            <a:picLocks noChangeAspect="1"/>
          </p:cNvPicPr>
          <p:nvPr/>
        </p:nvPicPr>
        <p:blipFill>
          <a:blip>
            <a:extLst>
              <a:ext uri="{96DAC541-7B7A-43D3-8B79-37D633B846F1}">
                <asvg:svgBlip xmlns:asvg="http://schemas.microsoft.com/office/drawing/2016/SVG/main" r:embed="rId43"/>
              </a:ext>
            </a:extLst>
          </a:blip>
          <a:stretch>
            <a:fillRect/>
          </a:stretch>
        </p:blipFill>
        <p:spPr>
          <a:xfrm>
            <a:off x="3588893" y="3885837"/>
            <a:ext cx="456377" cy="202834"/>
          </a:xfrm>
          <a:prstGeom prst="rect">
            <a:avLst/>
          </a:prstGeom>
        </p:spPr>
      </p:pic>
      <p:pic>
        <p:nvPicPr>
          <p:cNvPr id="418" name="Grafik 417">
            <a:extLst>
              <a:ext uri="{FF2B5EF4-FFF2-40B4-BE49-F238E27FC236}">
                <a16:creationId xmlns:a16="http://schemas.microsoft.com/office/drawing/2014/main" id="{65195A43-3456-FC17-9EDB-CCA560EF8AC3}"/>
              </a:ext>
            </a:extLst>
          </p:cNvPr>
          <p:cNvPicPr>
            <a:picLocks noChangeAspect="1"/>
          </p:cNvPicPr>
          <p:nvPr/>
        </p:nvPicPr>
        <p:blipFill>
          <a:blip>
            <a:extLst>
              <a:ext uri="{96DAC541-7B7A-43D3-8B79-37D633B846F1}">
                <asvg:svgBlip xmlns:asvg="http://schemas.microsoft.com/office/drawing/2016/SVG/main" r:embed="rId44"/>
              </a:ext>
            </a:extLst>
          </a:blip>
          <a:stretch>
            <a:fillRect/>
          </a:stretch>
        </p:blipFill>
        <p:spPr>
          <a:xfrm>
            <a:off x="4422176" y="3885836"/>
            <a:ext cx="405669" cy="202835"/>
          </a:xfrm>
          <a:prstGeom prst="rect">
            <a:avLst/>
          </a:prstGeom>
        </p:spPr>
      </p:pic>
      <p:pic>
        <p:nvPicPr>
          <p:cNvPr id="420" name="Grafik 419">
            <a:extLst>
              <a:ext uri="{FF2B5EF4-FFF2-40B4-BE49-F238E27FC236}">
                <a16:creationId xmlns:a16="http://schemas.microsoft.com/office/drawing/2014/main" id="{4B41357B-6F00-DD97-1162-3F0F3008E166}"/>
              </a:ext>
            </a:extLst>
          </p:cNvPr>
          <p:cNvPicPr>
            <a:picLocks noChangeAspect="1"/>
          </p:cNvPicPr>
          <p:nvPr/>
        </p:nvPicPr>
        <p:blipFill>
          <a:blip>
            <a:extLst>
              <a:ext uri="{96DAC541-7B7A-43D3-8B79-37D633B846F1}">
                <asvg:svgBlip xmlns:asvg="http://schemas.microsoft.com/office/drawing/2016/SVG/main" r:embed="rId45"/>
              </a:ext>
            </a:extLst>
          </a:blip>
          <a:stretch>
            <a:fillRect/>
          </a:stretch>
        </p:blipFill>
        <p:spPr>
          <a:xfrm>
            <a:off x="5217360" y="3879486"/>
            <a:ext cx="354960" cy="219737"/>
          </a:xfrm>
          <a:prstGeom prst="rect">
            <a:avLst/>
          </a:prstGeom>
        </p:spPr>
      </p:pic>
      <p:pic>
        <p:nvPicPr>
          <p:cNvPr id="422" name="Grafik 421">
            <a:extLst>
              <a:ext uri="{FF2B5EF4-FFF2-40B4-BE49-F238E27FC236}">
                <a16:creationId xmlns:a16="http://schemas.microsoft.com/office/drawing/2014/main" id="{592ACB01-C051-C24E-CA59-8839AFF05076}"/>
              </a:ext>
            </a:extLst>
          </p:cNvPr>
          <p:cNvPicPr>
            <a:picLocks noChangeAspect="1"/>
          </p:cNvPicPr>
          <p:nvPr/>
        </p:nvPicPr>
        <p:blipFill>
          <a:blip>
            <a:extLst>
              <a:ext uri="{96DAC541-7B7A-43D3-8B79-37D633B846F1}">
                <asvg:svgBlip xmlns:asvg="http://schemas.microsoft.com/office/drawing/2016/SVG/main" r:embed="rId46"/>
              </a:ext>
            </a:extLst>
          </a:blip>
          <a:stretch>
            <a:fillRect/>
          </a:stretch>
        </p:blipFill>
        <p:spPr>
          <a:xfrm>
            <a:off x="5974442" y="3873137"/>
            <a:ext cx="422571" cy="236640"/>
          </a:xfrm>
          <a:prstGeom prst="rect">
            <a:avLst/>
          </a:prstGeom>
        </p:spPr>
      </p:pic>
      <p:pic>
        <p:nvPicPr>
          <p:cNvPr id="424" name="Grafik 423">
            <a:extLst>
              <a:ext uri="{FF2B5EF4-FFF2-40B4-BE49-F238E27FC236}">
                <a16:creationId xmlns:a16="http://schemas.microsoft.com/office/drawing/2014/main" id="{CAB8FB8E-D930-1ED2-9C14-4D74BE3F0D2A}"/>
              </a:ext>
            </a:extLst>
          </p:cNvPr>
          <p:cNvPicPr>
            <a:picLocks noChangeAspect="1"/>
          </p:cNvPicPr>
          <p:nvPr/>
        </p:nvPicPr>
        <p:blipFill>
          <a:blip>
            <a:extLst>
              <a:ext uri="{96DAC541-7B7A-43D3-8B79-37D633B846F1}">
                <asvg:svgBlip xmlns:asvg="http://schemas.microsoft.com/office/drawing/2016/SVG/main" r:embed="rId47"/>
              </a:ext>
            </a:extLst>
          </a:blip>
          <a:stretch>
            <a:fillRect/>
          </a:stretch>
        </p:blipFill>
        <p:spPr>
          <a:xfrm>
            <a:off x="6794934" y="3791819"/>
            <a:ext cx="321154" cy="321154"/>
          </a:xfrm>
          <a:prstGeom prst="rect">
            <a:avLst/>
          </a:prstGeom>
        </p:spPr>
      </p:pic>
      <p:pic>
        <p:nvPicPr>
          <p:cNvPr id="426" name="Grafik 425">
            <a:extLst>
              <a:ext uri="{FF2B5EF4-FFF2-40B4-BE49-F238E27FC236}">
                <a16:creationId xmlns:a16="http://schemas.microsoft.com/office/drawing/2014/main" id="{0F4A4E52-B55A-357B-ED09-353F650D4076}"/>
              </a:ext>
            </a:extLst>
          </p:cNvPr>
          <p:cNvPicPr>
            <a:picLocks noChangeAspect="1"/>
          </p:cNvPicPr>
          <p:nvPr/>
        </p:nvPicPr>
        <p:blipFill>
          <a:blip>
            <a:extLst>
              <a:ext uri="{96DAC541-7B7A-43D3-8B79-37D633B846F1}">
                <asvg:svgBlip xmlns:asvg="http://schemas.microsoft.com/office/drawing/2016/SVG/main" r:embed="rId48"/>
              </a:ext>
            </a:extLst>
          </a:blip>
          <a:stretch>
            <a:fillRect/>
          </a:stretch>
        </p:blipFill>
        <p:spPr>
          <a:xfrm>
            <a:off x="8326392" y="4612220"/>
            <a:ext cx="456377" cy="253543"/>
          </a:xfrm>
          <a:prstGeom prst="rect">
            <a:avLst/>
          </a:prstGeom>
        </p:spPr>
      </p:pic>
      <p:pic>
        <p:nvPicPr>
          <p:cNvPr id="428" name="Grafik 427">
            <a:extLst>
              <a:ext uri="{FF2B5EF4-FFF2-40B4-BE49-F238E27FC236}">
                <a16:creationId xmlns:a16="http://schemas.microsoft.com/office/drawing/2014/main" id="{7F7A5E57-70AF-31F3-4A19-6C0AA13547BB}"/>
              </a:ext>
            </a:extLst>
          </p:cNvPr>
          <p:cNvPicPr>
            <a:picLocks noChangeAspect="1"/>
          </p:cNvPicPr>
          <p:nvPr/>
        </p:nvPicPr>
        <p:blipFill>
          <a:blip>
            <a:extLst>
              <a:ext uri="{96DAC541-7B7A-43D3-8B79-37D633B846F1}">
                <asvg:svgBlip xmlns:asvg="http://schemas.microsoft.com/office/drawing/2016/SVG/main" r:embed="rId49"/>
              </a:ext>
            </a:extLst>
          </a:blip>
          <a:stretch>
            <a:fillRect/>
          </a:stretch>
        </p:blipFill>
        <p:spPr>
          <a:xfrm>
            <a:off x="9159676" y="4567770"/>
            <a:ext cx="354960" cy="371863"/>
          </a:xfrm>
          <a:prstGeom prst="rect">
            <a:avLst/>
          </a:prstGeom>
        </p:spPr>
      </p:pic>
      <p:pic>
        <p:nvPicPr>
          <p:cNvPr id="432" name="Grafik 431">
            <a:extLst>
              <a:ext uri="{FF2B5EF4-FFF2-40B4-BE49-F238E27FC236}">
                <a16:creationId xmlns:a16="http://schemas.microsoft.com/office/drawing/2014/main" id="{08724FBB-D0EA-2528-4471-61044A65480F}"/>
              </a:ext>
            </a:extLst>
          </p:cNvPr>
          <p:cNvPicPr>
            <a:picLocks noChangeAspect="1"/>
          </p:cNvPicPr>
          <p:nvPr/>
        </p:nvPicPr>
        <p:blipFill>
          <a:blip>
            <a:extLst>
              <a:ext uri="{96DAC541-7B7A-43D3-8B79-37D633B846F1}">
                <asvg:svgBlip xmlns:asvg="http://schemas.microsoft.com/office/drawing/2016/SVG/main" r:embed="rId50"/>
              </a:ext>
            </a:extLst>
          </a:blip>
          <a:stretch>
            <a:fillRect/>
          </a:stretch>
        </p:blipFill>
        <p:spPr>
          <a:xfrm>
            <a:off x="8334426" y="3895631"/>
            <a:ext cx="371863" cy="253543"/>
          </a:xfrm>
          <a:prstGeom prst="rect">
            <a:avLst/>
          </a:prstGeom>
        </p:spPr>
      </p:pic>
      <p:pic>
        <p:nvPicPr>
          <p:cNvPr id="434" name="Grafik 433">
            <a:extLst>
              <a:ext uri="{FF2B5EF4-FFF2-40B4-BE49-F238E27FC236}">
                <a16:creationId xmlns:a16="http://schemas.microsoft.com/office/drawing/2014/main" id="{1AD1778D-1D0D-773F-50B4-1FCBD9199388}"/>
              </a:ext>
            </a:extLst>
          </p:cNvPr>
          <p:cNvPicPr>
            <a:picLocks noChangeAspect="1"/>
          </p:cNvPicPr>
          <p:nvPr/>
        </p:nvPicPr>
        <p:blipFill>
          <a:blip>
            <a:extLst>
              <a:ext uri="{96DAC541-7B7A-43D3-8B79-37D633B846F1}">
                <asvg:svgBlip xmlns:asvg="http://schemas.microsoft.com/office/drawing/2016/SVG/main" r:embed="rId51"/>
              </a:ext>
            </a:extLst>
          </a:blip>
          <a:stretch>
            <a:fillRect/>
          </a:stretch>
        </p:blipFill>
        <p:spPr>
          <a:xfrm>
            <a:off x="9127766" y="3824977"/>
            <a:ext cx="219737" cy="354960"/>
          </a:xfrm>
          <a:prstGeom prst="rect">
            <a:avLst/>
          </a:prstGeom>
        </p:spPr>
      </p:pic>
      <p:pic>
        <p:nvPicPr>
          <p:cNvPr id="436" name="Grafik 435">
            <a:extLst>
              <a:ext uri="{FF2B5EF4-FFF2-40B4-BE49-F238E27FC236}">
                <a16:creationId xmlns:a16="http://schemas.microsoft.com/office/drawing/2014/main" id="{F7325647-240E-9E4D-F64E-56ED643ED325}"/>
              </a:ext>
            </a:extLst>
          </p:cNvPr>
          <p:cNvPicPr>
            <a:picLocks noChangeAspect="1"/>
          </p:cNvPicPr>
          <p:nvPr/>
        </p:nvPicPr>
        <p:blipFill>
          <a:blip>
            <a:extLst>
              <a:ext uri="{96DAC541-7B7A-43D3-8B79-37D633B846F1}">
                <asvg:svgBlip xmlns:asvg="http://schemas.microsoft.com/office/drawing/2016/SVG/main" r:embed="rId52"/>
              </a:ext>
            </a:extLst>
          </a:blip>
          <a:stretch>
            <a:fillRect/>
          </a:stretch>
        </p:blipFill>
        <p:spPr>
          <a:xfrm>
            <a:off x="7557299" y="4525819"/>
            <a:ext cx="354960" cy="354960"/>
          </a:xfrm>
          <a:prstGeom prst="rect">
            <a:avLst/>
          </a:prstGeom>
        </p:spPr>
      </p:pic>
      <p:pic>
        <p:nvPicPr>
          <p:cNvPr id="438" name="Grafik 437">
            <a:extLst>
              <a:ext uri="{FF2B5EF4-FFF2-40B4-BE49-F238E27FC236}">
                <a16:creationId xmlns:a16="http://schemas.microsoft.com/office/drawing/2014/main" id="{823CCD73-7D8B-8093-28DE-65E11B6C017D}"/>
              </a:ext>
            </a:extLst>
          </p:cNvPr>
          <p:cNvPicPr>
            <a:picLocks noChangeAspect="1"/>
          </p:cNvPicPr>
          <p:nvPr/>
        </p:nvPicPr>
        <p:blipFill>
          <a:blip>
            <a:extLst>
              <a:ext uri="{96DAC541-7B7A-43D3-8B79-37D633B846F1}">
                <asvg:svgBlip xmlns:asvg="http://schemas.microsoft.com/office/drawing/2016/SVG/main" r:embed="rId53"/>
              </a:ext>
            </a:extLst>
          </a:blip>
          <a:stretch>
            <a:fillRect/>
          </a:stretch>
        </p:blipFill>
        <p:spPr>
          <a:xfrm>
            <a:off x="877625" y="4377145"/>
            <a:ext cx="497588" cy="472708"/>
          </a:xfrm>
          <a:prstGeom prst="rect">
            <a:avLst/>
          </a:prstGeom>
        </p:spPr>
      </p:pic>
      <p:pic>
        <p:nvPicPr>
          <p:cNvPr id="440" name="Grafik 439">
            <a:extLst>
              <a:ext uri="{FF2B5EF4-FFF2-40B4-BE49-F238E27FC236}">
                <a16:creationId xmlns:a16="http://schemas.microsoft.com/office/drawing/2014/main" id="{76651A21-B789-4C95-D686-E34013561846}"/>
              </a:ext>
            </a:extLst>
          </p:cNvPr>
          <p:cNvPicPr>
            <a:picLocks noChangeAspect="1"/>
          </p:cNvPicPr>
          <p:nvPr/>
        </p:nvPicPr>
        <p:blipFill>
          <a:blip>
            <a:extLst>
              <a:ext uri="{96DAC541-7B7A-43D3-8B79-37D633B846F1}">
                <asvg:svgBlip xmlns:asvg="http://schemas.microsoft.com/office/drawing/2016/SVG/main" r:embed="rId54"/>
              </a:ext>
            </a:extLst>
          </a:blip>
          <a:stretch>
            <a:fillRect/>
          </a:stretch>
        </p:blipFill>
        <p:spPr>
          <a:xfrm>
            <a:off x="1901268" y="4482836"/>
            <a:ext cx="229210" cy="360740"/>
          </a:xfrm>
          <a:prstGeom prst="rect">
            <a:avLst/>
          </a:prstGeom>
        </p:spPr>
      </p:pic>
      <p:pic>
        <p:nvPicPr>
          <p:cNvPr id="442" name="Grafik 441">
            <a:extLst>
              <a:ext uri="{FF2B5EF4-FFF2-40B4-BE49-F238E27FC236}">
                <a16:creationId xmlns:a16="http://schemas.microsoft.com/office/drawing/2014/main" id="{2F78ECDA-29F5-FA0E-AFA3-4A370A30A7A5}"/>
              </a:ext>
            </a:extLst>
          </p:cNvPr>
          <p:cNvPicPr>
            <a:picLocks noChangeAspect="1"/>
          </p:cNvPicPr>
          <p:nvPr/>
        </p:nvPicPr>
        <p:blipFill>
          <a:blip>
            <a:extLst>
              <a:ext uri="{96DAC541-7B7A-43D3-8B79-37D633B846F1}">
                <asvg:svgBlip xmlns:asvg="http://schemas.microsoft.com/office/drawing/2016/SVG/main" r:embed="rId55"/>
              </a:ext>
            </a:extLst>
          </a:blip>
          <a:stretch>
            <a:fillRect/>
          </a:stretch>
        </p:blipFill>
        <p:spPr>
          <a:xfrm>
            <a:off x="2776859" y="4423623"/>
            <a:ext cx="357923" cy="442140"/>
          </a:xfrm>
          <a:prstGeom prst="rect">
            <a:avLst/>
          </a:prstGeom>
        </p:spPr>
      </p:pic>
      <p:pic>
        <p:nvPicPr>
          <p:cNvPr id="444" name="Grafik 443">
            <a:extLst>
              <a:ext uri="{FF2B5EF4-FFF2-40B4-BE49-F238E27FC236}">
                <a16:creationId xmlns:a16="http://schemas.microsoft.com/office/drawing/2014/main" id="{B10D8709-8DC7-BFE8-383D-939F59CABC44}"/>
              </a:ext>
            </a:extLst>
          </p:cNvPr>
          <p:cNvPicPr>
            <a:picLocks noChangeAspect="1"/>
          </p:cNvPicPr>
          <p:nvPr/>
        </p:nvPicPr>
        <p:blipFill>
          <a:blip>
            <a:extLst>
              <a:ext uri="{96DAC541-7B7A-43D3-8B79-37D633B846F1}">
                <asvg:svgBlip xmlns:asvg="http://schemas.microsoft.com/office/drawing/2016/SVG/main" r:embed="rId56"/>
              </a:ext>
            </a:extLst>
          </a:blip>
          <a:stretch>
            <a:fillRect/>
          </a:stretch>
        </p:blipFill>
        <p:spPr>
          <a:xfrm>
            <a:off x="3665962" y="4422936"/>
            <a:ext cx="304251" cy="492225"/>
          </a:xfrm>
          <a:prstGeom prst="rect">
            <a:avLst/>
          </a:prstGeom>
        </p:spPr>
      </p:pic>
      <p:pic>
        <p:nvPicPr>
          <p:cNvPr id="446" name="Grafik 445">
            <a:extLst>
              <a:ext uri="{FF2B5EF4-FFF2-40B4-BE49-F238E27FC236}">
                <a16:creationId xmlns:a16="http://schemas.microsoft.com/office/drawing/2014/main" id="{DE84F3A5-EAF0-C745-B025-E6E6FDE1A42B}"/>
              </a:ext>
            </a:extLst>
          </p:cNvPr>
          <p:cNvPicPr>
            <a:picLocks noChangeAspect="1"/>
          </p:cNvPicPr>
          <p:nvPr/>
        </p:nvPicPr>
        <p:blipFill>
          <a:blip>
            <a:extLst>
              <a:ext uri="{96DAC541-7B7A-43D3-8B79-37D633B846F1}">
                <asvg:svgBlip xmlns:asvg="http://schemas.microsoft.com/office/drawing/2016/SVG/main" r:embed="rId57"/>
              </a:ext>
            </a:extLst>
          </a:blip>
          <a:stretch>
            <a:fillRect/>
          </a:stretch>
        </p:blipFill>
        <p:spPr>
          <a:xfrm>
            <a:off x="4472884" y="4482835"/>
            <a:ext cx="354960" cy="388765"/>
          </a:xfrm>
          <a:prstGeom prst="rect">
            <a:avLst/>
          </a:prstGeom>
        </p:spPr>
      </p:pic>
      <p:pic>
        <p:nvPicPr>
          <p:cNvPr id="448" name="Grafik 447">
            <a:extLst>
              <a:ext uri="{FF2B5EF4-FFF2-40B4-BE49-F238E27FC236}">
                <a16:creationId xmlns:a16="http://schemas.microsoft.com/office/drawing/2014/main" id="{3F23B9B4-1321-192B-C3CD-673909DDE86F}"/>
              </a:ext>
            </a:extLst>
          </p:cNvPr>
          <p:cNvPicPr>
            <a:picLocks noChangeAspect="1"/>
          </p:cNvPicPr>
          <p:nvPr/>
        </p:nvPicPr>
        <p:blipFill>
          <a:blip>
            <a:extLst>
              <a:ext uri="{96DAC541-7B7A-43D3-8B79-37D633B846F1}">
                <asvg:svgBlip xmlns:asvg="http://schemas.microsoft.com/office/drawing/2016/SVG/main" r:embed="rId58"/>
              </a:ext>
            </a:extLst>
          </a:blip>
          <a:stretch>
            <a:fillRect/>
          </a:stretch>
        </p:blipFill>
        <p:spPr>
          <a:xfrm>
            <a:off x="5257642" y="4535687"/>
            <a:ext cx="304251" cy="338057"/>
          </a:xfrm>
          <a:prstGeom prst="rect">
            <a:avLst/>
          </a:prstGeom>
        </p:spPr>
      </p:pic>
      <p:pic>
        <p:nvPicPr>
          <p:cNvPr id="450" name="Grafik 449">
            <a:extLst>
              <a:ext uri="{FF2B5EF4-FFF2-40B4-BE49-F238E27FC236}">
                <a16:creationId xmlns:a16="http://schemas.microsoft.com/office/drawing/2014/main" id="{93F0FD61-418B-BF57-7FAF-58B8A8789A95}"/>
              </a:ext>
            </a:extLst>
          </p:cNvPr>
          <p:cNvPicPr>
            <a:picLocks noChangeAspect="1"/>
          </p:cNvPicPr>
          <p:nvPr/>
        </p:nvPicPr>
        <p:blipFill>
          <a:blip>
            <a:extLst>
              <a:ext uri="{96DAC541-7B7A-43D3-8B79-37D633B846F1}">
                <asvg:svgBlip xmlns:asvg="http://schemas.microsoft.com/office/drawing/2016/SVG/main" r:embed="rId59"/>
              </a:ext>
            </a:extLst>
          </a:blip>
          <a:stretch>
            <a:fillRect/>
          </a:stretch>
        </p:blipFill>
        <p:spPr>
          <a:xfrm>
            <a:off x="6020134" y="4575801"/>
            <a:ext cx="354960" cy="219737"/>
          </a:xfrm>
          <a:prstGeom prst="rect">
            <a:avLst/>
          </a:prstGeom>
        </p:spPr>
      </p:pic>
      <p:pic>
        <p:nvPicPr>
          <p:cNvPr id="452" name="Grafik 451">
            <a:extLst>
              <a:ext uri="{FF2B5EF4-FFF2-40B4-BE49-F238E27FC236}">
                <a16:creationId xmlns:a16="http://schemas.microsoft.com/office/drawing/2014/main" id="{EAA22D3E-B9CB-ED82-7A0B-ED2476E724BA}"/>
              </a:ext>
            </a:extLst>
          </p:cNvPr>
          <p:cNvPicPr>
            <a:picLocks noChangeAspect="1"/>
          </p:cNvPicPr>
          <p:nvPr/>
        </p:nvPicPr>
        <p:blipFill>
          <a:blip>
            <a:extLst>
              <a:ext uri="{96DAC541-7B7A-43D3-8B79-37D633B846F1}">
                <asvg:svgBlip xmlns:asvg="http://schemas.microsoft.com/office/drawing/2016/SVG/main" r:embed="rId60"/>
              </a:ext>
            </a:extLst>
          </a:blip>
          <a:stretch>
            <a:fillRect/>
          </a:stretch>
        </p:blipFill>
        <p:spPr>
          <a:xfrm>
            <a:off x="6873725" y="4522919"/>
            <a:ext cx="202834" cy="354960"/>
          </a:xfrm>
          <a:prstGeom prst="rect">
            <a:avLst/>
          </a:prstGeom>
        </p:spPr>
      </p:pic>
      <p:pic>
        <p:nvPicPr>
          <p:cNvPr id="454" name="Grafik 453">
            <a:extLst>
              <a:ext uri="{FF2B5EF4-FFF2-40B4-BE49-F238E27FC236}">
                <a16:creationId xmlns:a16="http://schemas.microsoft.com/office/drawing/2014/main" id="{05E276DB-65A0-D99B-73B0-576E910E704F}"/>
              </a:ext>
            </a:extLst>
          </p:cNvPr>
          <p:cNvPicPr>
            <a:picLocks noChangeAspect="1"/>
          </p:cNvPicPr>
          <p:nvPr/>
        </p:nvPicPr>
        <p:blipFill>
          <a:blip>
            <a:extLst>
              <a:ext uri="{96DAC541-7B7A-43D3-8B79-37D633B846F1}">
                <asvg:svgBlip xmlns:asvg="http://schemas.microsoft.com/office/drawing/2016/SVG/main" r:embed="rId61"/>
              </a:ext>
            </a:extLst>
          </a:blip>
          <a:stretch>
            <a:fillRect/>
          </a:stretch>
        </p:blipFill>
        <p:spPr>
          <a:xfrm>
            <a:off x="1059341" y="5489617"/>
            <a:ext cx="227457" cy="581280"/>
          </a:xfrm>
          <a:prstGeom prst="rect">
            <a:avLst/>
          </a:prstGeom>
        </p:spPr>
      </p:pic>
      <p:pic>
        <p:nvPicPr>
          <p:cNvPr id="456" name="Grafik 455">
            <a:extLst>
              <a:ext uri="{FF2B5EF4-FFF2-40B4-BE49-F238E27FC236}">
                <a16:creationId xmlns:a16="http://schemas.microsoft.com/office/drawing/2014/main" id="{D150E168-5E10-7EB8-2FC4-6B9A64AECFCA}"/>
              </a:ext>
            </a:extLst>
          </p:cNvPr>
          <p:cNvPicPr>
            <a:picLocks noChangeAspect="1"/>
          </p:cNvPicPr>
          <p:nvPr/>
        </p:nvPicPr>
        <p:blipFill>
          <a:blip>
            <a:extLst>
              <a:ext uri="{96DAC541-7B7A-43D3-8B79-37D633B846F1}">
                <asvg:svgBlip xmlns:asvg="http://schemas.microsoft.com/office/drawing/2016/SVG/main" r:embed="rId62"/>
              </a:ext>
            </a:extLst>
          </a:blip>
          <a:stretch>
            <a:fillRect/>
          </a:stretch>
        </p:blipFill>
        <p:spPr>
          <a:xfrm>
            <a:off x="1799373" y="5462311"/>
            <a:ext cx="176912" cy="606556"/>
          </a:xfrm>
          <a:prstGeom prst="rect">
            <a:avLst/>
          </a:prstGeom>
        </p:spPr>
      </p:pic>
      <p:pic>
        <p:nvPicPr>
          <p:cNvPr id="458" name="Grafik 457">
            <a:extLst>
              <a:ext uri="{FF2B5EF4-FFF2-40B4-BE49-F238E27FC236}">
                <a16:creationId xmlns:a16="http://schemas.microsoft.com/office/drawing/2014/main" id="{4F41714A-1581-37DE-40C5-AEFAFCEC3993}"/>
              </a:ext>
            </a:extLst>
          </p:cNvPr>
          <p:cNvPicPr>
            <a:picLocks noChangeAspect="1"/>
          </p:cNvPicPr>
          <p:nvPr/>
        </p:nvPicPr>
        <p:blipFill>
          <a:blip>
            <a:extLst>
              <a:ext uri="{96DAC541-7B7A-43D3-8B79-37D633B846F1}">
                <asvg:svgBlip xmlns:asvg="http://schemas.microsoft.com/office/drawing/2016/SVG/main" r:embed="rId63"/>
              </a:ext>
            </a:extLst>
          </a:blip>
          <a:stretch>
            <a:fillRect/>
          </a:stretch>
        </p:blipFill>
        <p:spPr>
          <a:xfrm>
            <a:off x="2485709" y="5715931"/>
            <a:ext cx="278512" cy="352782"/>
          </a:xfrm>
          <a:prstGeom prst="rect">
            <a:avLst/>
          </a:prstGeom>
        </p:spPr>
      </p:pic>
      <p:pic>
        <p:nvPicPr>
          <p:cNvPr id="460" name="Grafik 459">
            <a:extLst>
              <a:ext uri="{FF2B5EF4-FFF2-40B4-BE49-F238E27FC236}">
                <a16:creationId xmlns:a16="http://schemas.microsoft.com/office/drawing/2014/main" id="{0E77E075-69DE-85A4-6DD6-3F64083B6AB1}"/>
              </a:ext>
            </a:extLst>
          </p:cNvPr>
          <p:cNvPicPr>
            <a:picLocks noChangeAspect="1"/>
          </p:cNvPicPr>
          <p:nvPr/>
        </p:nvPicPr>
        <p:blipFill>
          <a:blip>
            <a:extLst>
              <a:ext uri="{96DAC541-7B7A-43D3-8B79-37D633B846F1}">
                <asvg:svgBlip xmlns:asvg="http://schemas.microsoft.com/office/drawing/2016/SVG/main" r:embed="rId64"/>
              </a:ext>
            </a:extLst>
          </a:blip>
          <a:stretch>
            <a:fillRect/>
          </a:stretch>
        </p:blipFill>
        <p:spPr>
          <a:xfrm>
            <a:off x="3330235" y="5583362"/>
            <a:ext cx="389918" cy="482756"/>
          </a:xfrm>
          <a:prstGeom prst="rect">
            <a:avLst/>
          </a:prstGeom>
        </p:spPr>
      </p:pic>
      <p:pic>
        <p:nvPicPr>
          <p:cNvPr id="462" name="Grafik 461">
            <a:extLst>
              <a:ext uri="{FF2B5EF4-FFF2-40B4-BE49-F238E27FC236}">
                <a16:creationId xmlns:a16="http://schemas.microsoft.com/office/drawing/2014/main" id="{5FAEB760-9061-EC02-A85F-554B9B6624E5}"/>
              </a:ext>
            </a:extLst>
          </p:cNvPr>
          <p:cNvPicPr>
            <a:picLocks noChangeAspect="1"/>
          </p:cNvPicPr>
          <p:nvPr/>
        </p:nvPicPr>
        <p:blipFill>
          <a:blip>
            <a:extLst>
              <a:ext uri="{96DAC541-7B7A-43D3-8B79-37D633B846F1}">
                <asvg:svgBlip xmlns:asvg="http://schemas.microsoft.com/office/drawing/2016/SVG/main" r:embed="rId65"/>
              </a:ext>
            </a:extLst>
          </a:blip>
          <a:stretch>
            <a:fillRect/>
          </a:stretch>
        </p:blipFill>
        <p:spPr>
          <a:xfrm>
            <a:off x="4222665" y="5706647"/>
            <a:ext cx="222810" cy="371350"/>
          </a:xfrm>
          <a:prstGeom prst="rect">
            <a:avLst/>
          </a:prstGeom>
        </p:spPr>
      </p:pic>
      <p:pic>
        <p:nvPicPr>
          <p:cNvPr id="464" name="Grafik 463">
            <a:extLst>
              <a:ext uri="{FF2B5EF4-FFF2-40B4-BE49-F238E27FC236}">
                <a16:creationId xmlns:a16="http://schemas.microsoft.com/office/drawing/2014/main" id="{72D664D8-7306-4E21-4728-768264B992DB}"/>
              </a:ext>
            </a:extLst>
          </p:cNvPr>
          <p:cNvPicPr>
            <a:picLocks noChangeAspect="1"/>
          </p:cNvPicPr>
          <p:nvPr/>
        </p:nvPicPr>
        <p:blipFill>
          <a:blip>
            <a:extLst>
              <a:ext uri="{96DAC541-7B7A-43D3-8B79-37D633B846F1}">
                <asvg:svgBlip xmlns:asvg="http://schemas.microsoft.com/office/drawing/2016/SVG/main" r:embed="rId66"/>
              </a:ext>
            </a:extLst>
          </a:blip>
          <a:stretch>
            <a:fillRect/>
          </a:stretch>
        </p:blipFill>
        <p:spPr>
          <a:xfrm>
            <a:off x="5000796" y="5645005"/>
            <a:ext cx="222811" cy="427053"/>
          </a:xfrm>
          <a:prstGeom prst="rect">
            <a:avLst/>
          </a:prstGeom>
        </p:spPr>
      </p:pic>
      <p:pic>
        <p:nvPicPr>
          <p:cNvPr id="466" name="Grafik 465">
            <a:extLst>
              <a:ext uri="{FF2B5EF4-FFF2-40B4-BE49-F238E27FC236}">
                <a16:creationId xmlns:a16="http://schemas.microsoft.com/office/drawing/2014/main" id="{5D58E3E8-A210-0E8F-B1E9-3F8E7DDF5963}"/>
              </a:ext>
            </a:extLst>
          </p:cNvPr>
          <p:cNvPicPr>
            <a:picLocks noChangeAspect="1"/>
          </p:cNvPicPr>
          <p:nvPr/>
        </p:nvPicPr>
        <p:blipFill>
          <a:blip>
            <a:extLst>
              <a:ext uri="{96DAC541-7B7A-43D3-8B79-37D633B846F1}">
                <asvg:svgBlip xmlns:asvg="http://schemas.microsoft.com/office/drawing/2016/SVG/main" r:embed="rId67"/>
              </a:ext>
            </a:extLst>
          </a:blip>
          <a:stretch>
            <a:fillRect/>
          </a:stretch>
        </p:blipFill>
        <p:spPr>
          <a:xfrm>
            <a:off x="5778928" y="5626668"/>
            <a:ext cx="389918" cy="501324"/>
          </a:xfrm>
          <a:prstGeom prst="rect">
            <a:avLst/>
          </a:prstGeom>
        </p:spPr>
      </p:pic>
      <p:pic>
        <p:nvPicPr>
          <p:cNvPr id="468" name="Grafik 467">
            <a:extLst>
              <a:ext uri="{FF2B5EF4-FFF2-40B4-BE49-F238E27FC236}">
                <a16:creationId xmlns:a16="http://schemas.microsoft.com/office/drawing/2014/main" id="{059109C8-3DF0-E1FC-59C7-EA95F62D7293}"/>
              </a:ext>
            </a:extLst>
          </p:cNvPr>
          <p:cNvPicPr>
            <a:picLocks noChangeAspect="1"/>
          </p:cNvPicPr>
          <p:nvPr/>
        </p:nvPicPr>
        <p:blipFill>
          <a:blip>
            <a:extLst>
              <a:ext uri="{96DAC541-7B7A-43D3-8B79-37D633B846F1}">
                <asvg:svgBlip xmlns:asvg="http://schemas.microsoft.com/office/drawing/2016/SVG/main" r:embed="rId68"/>
              </a:ext>
            </a:extLst>
          </a:blip>
          <a:stretch>
            <a:fillRect/>
          </a:stretch>
        </p:blipFill>
        <p:spPr>
          <a:xfrm>
            <a:off x="6671360" y="5603911"/>
            <a:ext cx="482754" cy="464187"/>
          </a:xfrm>
          <a:prstGeom prst="rect">
            <a:avLst/>
          </a:prstGeom>
        </p:spPr>
      </p:pic>
      <p:pic>
        <p:nvPicPr>
          <p:cNvPr id="470" name="Grafik 469">
            <a:extLst>
              <a:ext uri="{FF2B5EF4-FFF2-40B4-BE49-F238E27FC236}">
                <a16:creationId xmlns:a16="http://schemas.microsoft.com/office/drawing/2014/main" id="{8C02F02E-F7BE-AE10-D2DA-FDC587229B53}"/>
              </a:ext>
            </a:extLst>
          </p:cNvPr>
          <p:cNvPicPr>
            <a:picLocks noChangeAspect="1"/>
          </p:cNvPicPr>
          <p:nvPr/>
        </p:nvPicPr>
        <p:blipFill>
          <a:blip>
            <a:extLst>
              <a:ext uri="{96DAC541-7B7A-43D3-8B79-37D633B846F1}">
                <asvg:svgBlip xmlns:asvg="http://schemas.microsoft.com/office/drawing/2016/SVG/main" r:embed="rId69"/>
              </a:ext>
            </a:extLst>
          </a:blip>
          <a:stretch>
            <a:fillRect/>
          </a:stretch>
        </p:blipFill>
        <p:spPr>
          <a:xfrm>
            <a:off x="7627290" y="5727193"/>
            <a:ext cx="389918" cy="352783"/>
          </a:xfrm>
          <a:prstGeom prst="rect">
            <a:avLst/>
          </a:prstGeom>
        </p:spPr>
      </p:pic>
      <p:pic>
        <p:nvPicPr>
          <p:cNvPr id="472" name="Grafik 471">
            <a:extLst>
              <a:ext uri="{FF2B5EF4-FFF2-40B4-BE49-F238E27FC236}">
                <a16:creationId xmlns:a16="http://schemas.microsoft.com/office/drawing/2014/main" id="{E81D1CE0-54C7-6EFD-6753-431631CE9A70}"/>
              </a:ext>
            </a:extLst>
          </p:cNvPr>
          <p:cNvPicPr>
            <a:picLocks noChangeAspect="1"/>
          </p:cNvPicPr>
          <p:nvPr/>
        </p:nvPicPr>
        <p:blipFill>
          <a:blip>
            <a:extLst>
              <a:ext uri="{96DAC541-7B7A-43D3-8B79-37D633B846F1}">
                <asvg:svgBlip xmlns:asvg="http://schemas.microsoft.com/office/drawing/2016/SVG/main" r:embed="rId70"/>
              </a:ext>
            </a:extLst>
          </a:blip>
          <a:stretch>
            <a:fillRect/>
          </a:stretch>
        </p:blipFill>
        <p:spPr>
          <a:xfrm>
            <a:off x="8519721" y="5562816"/>
            <a:ext cx="427052" cy="501322"/>
          </a:xfrm>
          <a:prstGeom prst="rect">
            <a:avLst/>
          </a:prstGeom>
        </p:spPr>
      </p:pic>
      <p:pic>
        <p:nvPicPr>
          <p:cNvPr id="474" name="Grafik 473">
            <a:extLst>
              <a:ext uri="{FF2B5EF4-FFF2-40B4-BE49-F238E27FC236}">
                <a16:creationId xmlns:a16="http://schemas.microsoft.com/office/drawing/2014/main" id="{6C7D539B-81FD-D660-71A5-D8A8B9882954}"/>
              </a:ext>
            </a:extLst>
          </p:cNvPr>
          <p:cNvPicPr>
            <a:picLocks noChangeAspect="1"/>
          </p:cNvPicPr>
          <p:nvPr/>
        </p:nvPicPr>
        <p:blipFill>
          <a:blip>
            <a:extLst>
              <a:ext uri="{96DAC541-7B7A-43D3-8B79-37D633B846F1}">
                <asvg:svgBlip xmlns:asvg="http://schemas.microsoft.com/office/drawing/2016/SVG/main" r:embed="rId71"/>
              </a:ext>
            </a:extLst>
          </a:blip>
          <a:stretch>
            <a:fillRect/>
          </a:stretch>
        </p:blipFill>
        <p:spPr>
          <a:xfrm>
            <a:off x="9437551" y="5624457"/>
            <a:ext cx="501322" cy="445620"/>
          </a:xfrm>
          <a:prstGeom prst="rect">
            <a:avLst/>
          </a:prstGeom>
        </p:spPr>
      </p:pic>
      <p:pic>
        <p:nvPicPr>
          <p:cNvPr id="4" name="Grafik 3">
            <a:extLst>
              <a:ext uri="{FF2B5EF4-FFF2-40B4-BE49-F238E27FC236}">
                <a16:creationId xmlns:a16="http://schemas.microsoft.com/office/drawing/2014/main" id="{CC214C74-0A9B-40B4-B0A8-CAEFF9D0A26D}"/>
              </a:ext>
            </a:extLst>
          </p:cNvPr>
          <p:cNvPicPr>
            <a:picLocks noChangeAspect="1"/>
          </p:cNvPicPr>
          <p:nvPr/>
        </p:nvPicPr>
        <p:blipFill>
          <a:blip>
            <a:extLst>
              <a:ext uri="{96DAC541-7B7A-43D3-8B79-37D633B846F1}">
                <asvg:svgBlip xmlns:asvg="http://schemas.microsoft.com/office/drawing/2016/SVG/main" r:embed="rId72"/>
              </a:ext>
            </a:extLst>
          </a:blip>
          <a:stretch>
            <a:fillRect/>
          </a:stretch>
        </p:blipFill>
        <p:spPr>
          <a:xfrm>
            <a:off x="7514009" y="3903777"/>
            <a:ext cx="395419" cy="237252"/>
          </a:xfrm>
          <a:prstGeom prst="rect">
            <a:avLst/>
          </a:prstGeom>
        </p:spPr>
      </p:pic>
      <p:pic>
        <p:nvPicPr>
          <p:cNvPr id="6" name="Grafik 5">
            <a:extLst>
              <a:ext uri="{FF2B5EF4-FFF2-40B4-BE49-F238E27FC236}">
                <a16:creationId xmlns:a16="http://schemas.microsoft.com/office/drawing/2014/main" id="{5EBAEABA-C829-040B-45A1-08B3FF641C6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3"/>
              </a:ext>
            </a:extLst>
          </a:blip>
          <a:stretch>
            <a:fillRect/>
          </a:stretch>
        </p:blipFill>
        <p:spPr>
          <a:xfrm>
            <a:off x="10403840" y="5698724"/>
            <a:ext cx="194887" cy="365413"/>
          </a:xfrm>
          <a:prstGeom prst="rect">
            <a:avLst/>
          </a:prstGeom>
        </p:spPr>
      </p:pic>
      <p:sp>
        <p:nvSpPr>
          <p:cNvPr id="8" name="Textfeld 10">
            <a:extLst>
              <a:ext uri="{FF2B5EF4-FFF2-40B4-BE49-F238E27FC236}">
                <a16:creationId xmlns:a16="http://schemas.microsoft.com/office/drawing/2014/main" id="{415A5922-5A9E-DC8A-17DF-E96B059FD476}"/>
              </a:ext>
            </a:extLst>
          </p:cNvPr>
          <p:cNvSpPr/>
          <p:nvPr/>
        </p:nvSpPr>
        <p:spPr>
          <a:xfrm>
            <a:off x="609600" y="477433"/>
            <a:ext cx="3249360" cy="398655"/>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822960">
              <a:lnSpc>
                <a:spcPct val="100000"/>
              </a:lnSpc>
            </a:pPr>
            <a:r>
              <a:rPr lang="de-DE" sz="2000" strike="noStrike" spc="-1" dirty="0">
                <a:ea typeface="Noto Sans Medium" panose="020B0502040504020204" pitchFamily="34" charset="0"/>
                <a:cs typeface="Noto Sans Medium" panose="020B0502040504020204" pitchFamily="34" charset="0"/>
              </a:rPr>
              <a:t>Außenraum / Umwelt</a:t>
            </a:r>
          </a:p>
        </p:txBody>
      </p:sp>
      <p:sp>
        <p:nvSpPr>
          <p:cNvPr id="10" name="Textfeld 10">
            <a:extLst>
              <a:ext uri="{FF2B5EF4-FFF2-40B4-BE49-F238E27FC236}">
                <a16:creationId xmlns:a16="http://schemas.microsoft.com/office/drawing/2014/main" id="{33B9D2E9-5B10-13D9-9143-9B0F9677C622}"/>
              </a:ext>
            </a:extLst>
          </p:cNvPr>
          <p:cNvSpPr/>
          <p:nvPr/>
        </p:nvSpPr>
        <p:spPr>
          <a:xfrm>
            <a:off x="609600" y="3336247"/>
            <a:ext cx="3249360" cy="398655"/>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822960">
              <a:lnSpc>
                <a:spcPct val="100000"/>
              </a:lnSpc>
            </a:pPr>
            <a:r>
              <a:rPr lang="de-DE" sz="2000" strike="noStrike" spc="-1" dirty="0">
                <a:ea typeface="Noto Sans Medium" panose="020B0502040504020204" pitchFamily="34" charset="0"/>
                <a:cs typeface="Noto Sans Medium" panose="020B0502040504020204" pitchFamily="34" charset="0"/>
              </a:rPr>
              <a:t>Transport / Navigation</a:t>
            </a:r>
          </a:p>
        </p:txBody>
      </p:sp>
      <p:sp>
        <p:nvSpPr>
          <p:cNvPr id="12" name="Textfeld 10">
            <a:extLst>
              <a:ext uri="{FF2B5EF4-FFF2-40B4-BE49-F238E27FC236}">
                <a16:creationId xmlns:a16="http://schemas.microsoft.com/office/drawing/2014/main" id="{44D41725-1D70-440B-BC2D-A9D0D1993ADF}"/>
              </a:ext>
            </a:extLst>
          </p:cNvPr>
          <p:cNvSpPr/>
          <p:nvPr/>
        </p:nvSpPr>
        <p:spPr>
          <a:xfrm>
            <a:off x="609600" y="5067511"/>
            <a:ext cx="3249360" cy="398655"/>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822960">
              <a:lnSpc>
                <a:spcPct val="100000"/>
              </a:lnSpc>
            </a:pPr>
            <a:r>
              <a:rPr lang="de-DE" sz="2000" strike="noStrike" spc="-1" dirty="0">
                <a:ea typeface="Noto Sans Medium" panose="020B0502040504020204" pitchFamily="34" charset="0"/>
                <a:cs typeface="Noto Sans Medium" panose="020B0502040504020204" pitchFamily="34" charset="0"/>
              </a:rPr>
              <a:t>Food</a:t>
            </a:r>
          </a:p>
        </p:txBody>
      </p:sp>
    </p:spTree>
    <p:extLst>
      <p:ext uri="{BB962C8B-B14F-4D97-AF65-F5344CB8AC3E}">
        <p14:creationId xmlns:p14="http://schemas.microsoft.com/office/powerpoint/2010/main" val="399141181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2C7C2-CBE0-E9FA-C624-6712A1735CE0}"/>
            </a:ext>
          </a:extLst>
        </p:cNvPr>
        <p:cNvGrpSpPr/>
        <p:nvPr/>
      </p:nvGrpSpPr>
      <p:grpSpPr>
        <a:xfrm>
          <a:off x="0" y="0"/>
          <a:ext cx="0" cy="0"/>
          <a:chOff x="0" y="0"/>
          <a:chExt cx="0" cy="0"/>
        </a:xfrm>
      </p:grpSpPr>
      <p:pic>
        <p:nvPicPr>
          <p:cNvPr id="3" name="Grafik 2">
            <a:extLst>
              <a:ext uri="{FF2B5EF4-FFF2-40B4-BE49-F238E27FC236}">
                <a16:creationId xmlns:a16="http://schemas.microsoft.com/office/drawing/2014/main" id="{5F3ACC8C-1488-5E34-AC2E-8B7D355658D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55314" y="1029371"/>
            <a:ext cx="347869" cy="364434"/>
          </a:xfrm>
          <a:prstGeom prst="rect">
            <a:avLst/>
          </a:prstGeom>
        </p:spPr>
      </p:pic>
      <p:pic>
        <p:nvPicPr>
          <p:cNvPr id="5" name="Grafik 4">
            <a:extLst>
              <a:ext uri="{FF2B5EF4-FFF2-40B4-BE49-F238E27FC236}">
                <a16:creationId xmlns:a16="http://schemas.microsoft.com/office/drawing/2014/main" id="{F732906D-D70A-D7E9-EAF2-54728C5EC77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23462" y="1087564"/>
            <a:ext cx="530085" cy="198782"/>
          </a:xfrm>
          <a:prstGeom prst="rect">
            <a:avLst/>
          </a:prstGeom>
        </p:spPr>
      </p:pic>
      <p:pic>
        <p:nvPicPr>
          <p:cNvPr id="7" name="Grafik 6">
            <a:extLst>
              <a:ext uri="{FF2B5EF4-FFF2-40B4-BE49-F238E27FC236}">
                <a16:creationId xmlns:a16="http://schemas.microsoft.com/office/drawing/2014/main" id="{0A3D8CC6-6671-8845-87EE-A3FF4AA99BE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04099" y="1048304"/>
            <a:ext cx="331304" cy="331304"/>
          </a:xfrm>
          <a:prstGeom prst="rect">
            <a:avLst/>
          </a:prstGeom>
        </p:spPr>
      </p:pic>
      <p:pic>
        <p:nvPicPr>
          <p:cNvPr id="9" name="Grafik 8">
            <a:extLst>
              <a:ext uri="{FF2B5EF4-FFF2-40B4-BE49-F238E27FC236}">
                <a16:creationId xmlns:a16="http://schemas.microsoft.com/office/drawing/2014/main" id="{9B57DA0A-8CA0-1FE1-066B-E820121323F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584428" y="1035719"/>
            <a:ext cx="298173" cy="347870"/>
          </a:xfrm>
          <a:prstGeom prst="rect">
            <a:avLst/>
          </a:prstGeom>
        </p:spPr>
      </p:pic>
      <p:pic>
        <p:nvPicPr>
          <p:cNvPr id="11" name="Grafik 10">
            <a:extLst>
              <a:ext uri="{FF2B5EF4-FFF2-40B4-BE49-F238E27FC236}">
                <a16:creationId xmlns:a16="http://schemas.microsoft.com/office/drawing/2014/main" id="{60A2E5E6-E630-2F23-D777-580B3EEE8257}"/>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435393" y="1006008"/>
            <a:ext cx="300658" cy="359778"/>
          </a:xfrm>
          <a:prstGeom prst="rect">
            <a:avLst/>
          </a:prstGeom>
        </p:spPr>
      </p:pic>
      <p:pic>
        <p:nvPicPr>
          <p:cNvPr id="13" name="Grafik 12">
            <a:extLst>
              <a:ext uri="{FF2B5EF4-FFF2-40B4-BE49-F238E27FC236}">
                <a16:creationId xmlns:a16="http://schemas.microsoft.com/office/drawing/2014/main" id="{583DC746-2C1D-060D-97FA-956775547C8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234586" y="1072716"/>
            <a:ext cx="300659" cy="300659"/>
          </a:xfrm>
          <a:prstGeom prst="rect">
            <a:avLst/>
          </a:prstGeom>
        </p:spPr>
      </p:pic>
      <p:pic>
        <p:nvPicPr>
          <p:cNvPr id="15" name="Grafik 14">
            <a:extLst>
              <a:ext uri="{FF2B5EF4-FFF2-40B4-BE49-F238E27FC236}">
                <a16:creationId xmlns:a16="http://schemas.microsoft.com/office/drawing/2014/main" id="{D7E18EB3-DE50-CC58-9356-5DA4C7C08173}"/>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123032" y="964105"/>
            <a:ext cx="356590" cy="475453"/>
          </a:xfrm>
          <a:prstGeom prst="rect">
            <a:avLst/>
          </a:prstGeom>
        </p:spPr>
      </p:pic>
      <p:pic>
        <p:nvPicPr>
          <p:cNvPr id="17" name="Grafik 16">
            <a:extLst>
              <a:ext uri="{FF2B5EF4-FFF2-40B4-BE49-F238E27FC236}">
                <a16:creationId xmlns:a16="http://schemas.microsoft.com/office/drawing/2014/main" id="{BAC4FEFA-B94C-0563-C372-F0769D7B5B03}"/>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7087707" y="1035720"/>
            <a:ext cx="347869" cy="347869"/>
          </a:xfrm>
          <a:prstGeom prst="rect">
            <a:avLst/>
          </a:prstGeom>
        </p:spPr>
      </p:pic>
      <p:pic>
        <p:nvPicPr>
          <p:cNvPr id="19" name="Grafik 18">
            <a:extLst>
              <a:ext uri="{FF2B5EF4-FFF2-40B4-BE49-F238E27FC236}">
                <a16:creationId xmlns:a16="http://schemas.microsoft.com/office/drawing/2014/main" id="{79AEC20D-9231-1B13-5E9E-32B9D279D97B}"/>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7945282" y="1035720"/>
            <a:ext cx="347869" cy="347869"/>
          </a:xfrm>
          <a:prstGeom prst="rect">
            <a:avLst/>
          </a:prstGeom>
        </p:spPr>
      </p:pic>
      <p:pic>
        <p:nvPicPr>
          <p:cNvPr id="21" name="Grafik 20">
            <a:extLst>
              <a:ext uri="{FF2B5EF4-FFF2-40B4-BE49-F238E27FC236}">
                <a16:creationId xmlns:a16="http://schemas.microsoft.com/office/drawing/2014/main" id="{3856F532-5703-BDD9-9F9E-790A9A0A84BF}"/>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8858635" y="1042071"/>
            <a:ext cx="397565" cy="331304"/>
          </a:xfrm>
          <a:prstGeom prst="rect">
            <a:avLst/>
          </a:prstGeom>
        </p:spPr>
      </p:pic>
      <p:pic>
        <p:nvPicPr>
          <p:cNvPr id="23" name="Grafik 22">
            <a:extLst>
              <a:ext uri="{FF2B5EF4-FFF2-40B4-BE49-F238E27FC236}">
                <a16:creationId xmlns:a16="http://schemas.microsoft.com/office/drawing/2014/main" id="{91A6E290-3EB6-0DEE-64CF-5F6DAFE5EB4D}"/>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9735166" y="1113475"/>
            <a:ext cx="366918" cy="259900"/>
          </a:xfrm>
          <a:prstGeom prst="rect">
            <a:avLst/>
          </a:prstGeom>
        </p:spPr>
      </p:pic>
      <p:pic>
        <p:nvPicPr>
          <p:cNvPr id="25" name="Grafik 24">
            <a:extLst>
              <a:ext uri="{FF2B5EF4-FFF2-40B4-BE49-F238E27FC236}">
                <a16:creationId xmlns:a16="http://schemas.microsoft.com/office/drawing/2014/main" id="{588A83F8-86BB-E054-923A-272A7FA44E82}"/>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10665981" y="968880"/>
            <a:ext cx="298363" cy="466193"/>
          </a:xfrm>
          <a:prstGeom prst="rect">
            <a:avLst/>
          </a:prstGeom>
        </p:spPr>
      </p:pic>
      <p:pic>
        <p:nvPicPr>
          <p:cNvPr id="27" name="Grafik 26">
            <a:extLst>
              <a:ext uri="{FF2B5EF4-FFF2-40B4-BE49-F238E27FC236}">
                <a16:creationId xmlns:a16="http://schemas.microsoft.com/office/drawing/2014/main" id="{E842CC7C-03C1-4A1C-F06F-AA37422F9D60}"/>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955314" y="1860613"/>
            <a:ext cx="281609" cy="314739"/>
          </a:xfrm>
          <a:prstGeom prst="rect">
            <a:avLst/>
          </a:prstGeom>
        </p:spPr>
      </p:pic>
      <p:pic>
        <p:nvPicPr>
          <p:cNvPr id="29" name="Grafik 28">
            <a:extLst>
              <a:ext uri="{FF2B5EF4-FFF2-40B4-BE49-F238E27FC236}">
                <a16:creationId xmlns:a16="http://schemas.microsoft.com/office/drawing/2014/main" id="{521A804D-C656-EA69-3F62-A16A93EDD7FC}"/>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1812362" y="1881043"/>
            <a:ext cx="298173" cy="314739"/>
          </a:xfrm>
          <a:prstGeom prst="rect">
            <a:avLst/>
          </a:prstGeom>
        </p:spPr>
      </p:pic>
      <p:pic>
        <p:nvPicPr>
          <p:cNvPr id="31" name="Grafik 30">
            <a:extLst>
              <a:ext uri="{FF2B5EF4-FFF2-40B4-BE49-F238E27FC236}">
                <a16:creationId xmlns:a16="http://schemas.microsoft.com/office/drawing/2014/main" id="{87985649-5BBA-9B09-A273-ABD766779284}"/>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2689189" y="1768252"/>
            <a:ext cx="347869" cy="380999"/>
          </a:xfrm>
          <a:prstGeom prst="rect">
            <a:avLst/>
          </a:prstGeom>
        </p:spPr>
      </p:pic>
      <p:pic>
        <p:nvPicPr>
          <p:cNvPr id="33" name="Grafik 32">
            <a:extLst>
              <a:ext uri="{FF2B5EF4-FFF2-40B4-BE49-F238E27FC236}">
                <a16:creationId xmlns:a16="http://schemas.microsoft.com/office/drawing/2014/main" id="{3DF926BE-D9AC-2CEF-679F-5B33BB35BBB2}"/>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3485037" y="1866963"/>
            <a:ext cx="496955" cy="298173"/>
          </a:xfrm>
          <a:prstGeom prst="rect">
            <a:avLst/>
          </a:prstGeom>
        </p:spPr>
      </p:pic>
      <p:pic>
        <p:nvPicPr>
          <p:cNvPr id="35" name="Grafik 34">
            <a:extLst>
              <a:ext uri="{FF2B5EF4-FFF2-40B4-BE49-F238E27FC236}">
                <a16:creationId xmlns:a16="http://schemas.microsoft.com/office/drawing/2014/main" id="{BC06C671-56B2-17D1-5754-34588E90EF61}"/>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4469766" y="1905064"/>
            <a:ext cx="231912" cy="198782"/>
          </a:xfrm>
          <a:prstGeom prst="rect">
            <a:avLst/>
          </a:prstGeom>
        </p:spPr>
      </p:pic>
      <p:pic>
        <p:nvPicPr>
          <p:cNvPr id="37" name="Grafik 36">
            <a:extLst>
              <a:ext uri="{FF2B5EF4-FFF2-40B4-BE49-F238E27FC236}">
                <a16:creationId xmlns:a16="http://schemas.microsoft.com/office/drawing/2014/main" id="{A03C1BC5-B415-6426-F548-A8285179B764}"/>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5211343" y="1841564"/>
            <a:ext cx="364434" cy="364434"/>
          </a:xfrm>
          <a:prstGeom prst="rect">
            <a:avLst/>
          </a:prstGeom>
        </p:spPr>
      </p:pic>
      <p:pic>
        <p:nvPicPr>
          <p:cNvPr id="39" name="Grafik 38">
            <a:extLst>
              <a:ext uri="{FF2B5EF4-FFF2-40B4-BE49-F238E27FC236}">
                <a16:creationId xmlns:a16="http://schemas.microsoft.com/office/drawing/2014/main" id="{81DB0F3F-2F26-E70A-E98E-28EFA513EA31}"/>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6100823" y="1847914"/>
            <a:ext cx="380999" cy="364434"/>
          </a:xfrm>
          <a:prstGeom prst="rect">
            <a:avLst/>
          </a:prstGeom>
        </p:spPr>
      </p:pic>
      <p:pic>
        <p:nvPicPr>
          <p:cNvPr id="41" name="Grafik 40">
            <a:extLst>
              <a:ext uri="{FF2B5EF4-FFF2-40B4-BE49-F238E27FC236}">
                <a16:creationId xmlns:a16="http://schemas.microsoft.com/office/drawing/2014/main" id="{07676202-5F91-6A0F-1382-3467B5595260}"/>
              </a:ext>
            </a:extLst>
          </p:cNvPr>
          <p:cNvPicPr>
            <a:picLocks noChangeAspect="1"/>
          </p:cNvPicPr>
          <p:nvPr/>
        </p:nvPicPr>
        <p:blipFill>
          <a:blip>
            <a:extLst>
              <a:ext uri="{96DAC541-7B7A-43D3-8B79-37D633B846F1}">
                <asvg:svgBlip xmlns:asvg="http://schemas.microsoft.com/office/drawing/2016/SVG/main" r:embed="rId21"/>
              </a:ext>
            </a:extLst>
          </a:blip>
          <a:stretch>
            <a:fillRect/>
          </a:stretch>
        </p:blipFill>
        <p:spPr>
          <a:xfrm>
            <a:off x="7079424" y="1841564"/>
            <a:ext cx="364434" cy="364434"/>
          </a:xfrm>
          <a:prstGeom prst="rect">
            <a:avLst/>
          </a:prstGeom>
        </p:spPr>
      </p:pic>
      <p:pic>
        <p:nvPicPr>
          <p:cNvPr id="43" name="Grafik 42">
            <a:extLst>
              <a:ext uri="{FF2B5EF4-FFF2-40B4-BE49-F238E27FC236}">
                <a16:creationId xmlns:a16="http://schemas.microsoft.com/office/drawing/2014/main" id="{DD4B6FDD-104B-98AE-CEA6-D17B54AD4FC2}"/>
              </a:ext>
            </a:extLst>
          </p:cNvPr>
          <p:cNvPicPr>
            <a:picLocks noChangeAspect="1"/>
          </p:cNvPicPr>
          <p:nvPr/>
        </p:nvPicPr>
        <p:blipFill>
          <a:blip>
            <a:extLst>
              <a:ext uri="{96DAC541-7B7A-43D3-8B79-37D633B846F1}">
                <asvg:svgBlip xmlns:asvg="http://schemas.microsoft.com/office/drawing/2016/SVG/main" r:embed="rId22"/>
              </a:ext>
            </a:extLst>
          </a:blip>
          <a:stretch>
            <a:fillRect/>
          </a:stretch>
        </p:blipFill>
        <p:spPr>
          <a:xfrm>
            <a:off x="7985686" y="1860613"/>
            <a:ext cx="314739" cy="314739"/>
          </a:xfrm>
          <a:prstGeom prst="rect">
            <a:avLst/>
          </a:prstGeom>
        </p:spPr>
      </p:pic>
      <p:pic>
        <p:nvPicPr>
          <p:cNvPr id="45" name="Grafik 44">
            <a:extLst>
              <a:ext uri="{FF2B5EF4-FFF2-40B4-BE49-F238E27FC236}">
                <a16:creationId xmlns:a16="http://schemas.microsoft.com/office/drawing/2014/main" id="{FF8C036B-9BEB-773C-09EC-2785684F4CEB}"/>
              </a:ext>
            </a:extLst>
          </p:cNvPr>
          <p:cNvPicPr>
            <a:picLocks noChangeAspect="1"/>
          </p:cNvPicPr>
          <p:nvPr/>
        </p:nvPicPr>
        <p:blipFill>
          <a:blip>
            <a:extLst>
              <a:ext uri="{96DAC541-7B7A-43D3-8B79-37D633B846F1}">
                <asvg:svgBlip xmlns:asvg="http://schemas.microsoft.com/office/drawing/2016/SVG/main" r:embed="rId23"/>
              </a:ext>
            </a:extLst>
          </a:blip>
          <a:stretch>
            <a:fillRect/>
          </a:stretch>
        </p:blipFill>
        <p:spPr>
          <a:xfrm>
            <a:off x="8871335" y="1860613"/>
            <a:ext cx="364435" cy="314739"/>
          </a:xfrm>
          <a:prstGeom prst="rect">
            <a:avLst/>
          </a:prstGeom>
        </p:spPr>
      </p:pic>
      <p:pic>
        <p:nvPicPr>
          <p:cNvPr id="47" name="Grafik 46">
            <a:extLst>
              <a:ext uri="{FF2B5EF4-FFF2-40B4-BE49-F238E27FC236}">
                <a16:creationId xmlns:a16="http://schemas.microsoft.com/office/drawing/2014/main" id="{8D2EEA24-A171-98F1-8BB0-6C80647CF78D}"/>
              </a:ext>
            </a:extLst>
          </p:cNvPr>
          <p:cNvPicPr>
            <a:picLocks noChangeAspect="1"/>
          </p:cNvPicPr>
          <p:nvPr/>
        </p:nvPicPr>
        <p:blipFill>
          <a:blip>
            <a:extLst>
              <a:ext uri="{96DAC541-7B7A-43D3-8B79-37D633B846F1}">
                <asvg:svgBlip xmlns:asvg="http://schemas.microsoft.com/office/drawing/2016/SVG/main" r:embed="rId24"/>
              </a:ext>
            </a:extLst>
          </a:blip>
          <a:stretch>
            <a:fillRect/>
          </a:stretch>
        </p:blipFill>
        <p:spPr>
          <a:xfrm>
            <a:off x="9754214" y="1847912"/>
            <a:ext cx="347870" cy="347870"/>
          </a:xfrm>
          <a:prstGeom prst="rect">
            <a:avLst/>
          </a:prstGeom>
        </p:spPr>
      </p:pic>
      <p:pic>
        <p:nvPicPr>
          <p:cNvPr id="49" name="Grafik 48">
            <a:extLst>
              <a:ext uri="{FF2B5EF4-FFF2-40B4-BE49-F238E27FC236}">
                <a16:creationId xmlns:a16="http://schemas.microsoft.com/office/drawing/2014/main" id="{38CF10C4-A182-AF7D-01FA-DE42AC6F4962}"/>
              </a:ext>
            </a:extLst>
          </p:cNvPr>
          <p:cNvPicPr>
            <a:picLocks noChangeAspect="1"/>
          </p:cNvPicPr>
          <p:nvPr/>
        </p:nvPicPr>
        <p:blipFill>
          <a:blip>
            <a:extLst>
              <a:ext uri="{96DAC541-7B7A-43D3-8B79-37D633B846F1}">
                <asvg:svgBlip xmlns:asvg="http://schemas.microsoft.com/office/drawing/2016/SVG/main" r:embed="rId25"/>
              </a:ext>
            </a:extLst>
          </a:blip>
          <a:stretch>
            <a:fillRect/>
          </a:stretch>
        </p:blipFill>
        <p:spPr>
          <a:xfrm>
            <a:off x="10647283" y="1891259"/>
            <a:ext cx="314739" cy="314739"/>
          </a:xfrm>
          <a:prstGeom prst="rect">
            <a:avLst/>
          </a:prstGeom>
        </p:spPr>
      </p:pic>
      <p:pic>
        <p:nvPicPr>
          <p:cNvPr id="51" name="Grafik 50">
            <a:extLst>
              <a:ext uri="{FF2B5EF4-FFF2-40B4-BE49-F238E27FC236}">
                <a16:creationId xmlns:a16="http://schemas.microsoft.com/office/drawing/2014/main" id="{DDF59321-9FF9-C40A-23CF-0BC7479D30DF}"/>
              </a:ext>
            </a:extLst>
          </p:cNvPr>
          <p:cNvPicPr>
            <a:picLocks noChangeAspect="1"/>
          </p:cNvPicPr>
          <p:nvPr/>
        </p:nvPicPr>
        <p:blipFill>
          <a:blip>
            <a:extLst>
              <a:ext uri="{96DAC541-7B7A-43D3-8B79-37D633B846F1}">
                <asvg:svgBlip xmlns:asvg="http://schemas.microsoft.com/office/drawing/2016/SVG/main" r:embed="rId26"/>
              </a:ext>
            </a:extLst>
          </a:blip>
          <a:stretch>
            <a:fillRect/>
          </a:stretch>
        </p:blipFill>
        <p:spPr>
          <a:xfrm>
            <a:off x="936551" y="2593910"/>
            <a:ext cx="265043" cy="331304"/>
          </a:xfrm>
          <a:prstGeom prst="rect">
            <a:avLst/>
          </a:prstGeom>
        </p:spPr>
      </p:pic>
      <p:pic>
        <p:nvPicPr>
          <p:cNvPr id="53" name="Grafik 52">
            <a:extLst>
              <a:ext uri="{FF2B5EF4-FFF2-40B4-BE49-F238E27FC236}">
                <a16:creationId xmlns:a16="http://schemas.microsoft.com/office/drawing/2014/main" id="{A77357D9-ABD4-44AE-EF15-BD22DEF2F391}"/>
              </a:ext>
            </a:extLst>
          </p:cNvPr>
          <p:cNvPicPr>
            <a:picLocks noChangeAspect="1"/>
          </p:cNvPicPr>
          <p:nvPr/>
        </p:nvPicPr>
        <p:blipFill>
          <a:blip>
            <a:extLst>
              <a:ext uri="{96DAC541-7B7A-43D3-8B79-37D633B846F1}">
                <asvg:svgBlip xmlns:asvg="http://schemas.microsoft.com/office/drawing/2016/SVG/main" r:embed="rId27"/>
              </a:ext>
            </a:extLst>
          </a:blip>
          <a:stretch>
            <a:fillRect/>
          </a:stretch>
        </p:blipFill>
        <p:spPr>
          <a:xfrm>
            <a:off x="1878067" y="2535238"/>
            <a:ext cx="166761" cy="437746"/>
          </a:xfrm>
          <a:prstGeom prst="rect">
            <a:avLst/>
          </a:prstGeom>
        </p:spPr>
      </p:pic>
      <p:pic>
        <p:nvPicPr>
          <p:cNvPr id="55" name="Grafik 54">
            <a:extLst>
              <a:ext uri="{FF2B5EF4-FFF2-40B4-BE49-F238E27FC236}">
                <a16:creationId xmlns:a16="http://schemas.microsoft.com/office/drawing/2014/main" id="{738398F1-FBEE-271D-BA71-B5F21B06ABA5}"/>
              </a:ext>
            </a:extLst>
          </p:cNvPr>
          <p:cNvPicPr>
            <a:picLocks noChangeAspect="1"/>
          </p:cNvPicPr>
          <p:nvPr/>
        </p:nvPicPr>
        <p:blipFill>
          <a:blip>
            <a:extLst>
              <a:ext uri="{96DAC541-7B7A-43D3-8B79-37D633B846F1}">
                <asvg:svgBlip xmlns:asvg="http://schemas.microsoft.com/office/drawing/2016/SVG/main" r:embed="rId28"/>
              </a:ext>
            </a:extLst>
          </a:blip>
          <a:stretch>
            <a:fillRect/>
          </a:stretch>
        </p:blipFill>
        <p:spPr>
          <a:xfrm>
            <a:off x="2779742" y="2553389"/>
            <a:ext cx="166761" cy="437746"/>
          </a:xfrm>
          <a:prstGeom prst="rect">
            <a:avLst/>
          </a:prstGeom>
        </p:spPr>
      </p:pic>
      <p:pic>
        <p:nvPicPr>
          <p:cNvPr id="57" name="Grafik 56">
            <a:extLst>
              <a:ext uri="{FF2B5EF4-FFF2-40B4-BE49-F238E27FC236}">
                <a16:creationId xmlns:a16="http://schemas.microsoft.com/office/drawing/2014/main" id="{BD0FAB0D-2136-2156-9F16-36C24A38D2CE}"/>
              </a:ext>
            </a:extLst>
          </p:cNvPr>
          <p:cNvPicPr>
            <a:picLocks noChangeAspect="1"/>
          </p:cNvPicPr>
          <p:nvPr/>
        </p:nvPicPr>
        <p:blipFill>
          <a:blip>
            <a:extLst>
              <a:ext uri="{96DAC541-7B7A-43D3-8B79-37D633B846F1}">
                <asvg:svgBlip xmlns:asvg="http://schemas.microsoft.com/office/drawing/2016/SVG/main" r:embed="rId29"/>
              </a:ext>
            </a:extLst>
          </a:blip>
          <a:stretch>
            <a:fillRect/>
          </a:stretch>
        </p:blipFill>
        <p:spPr>
          <a:xfrm>
            <a:off x="3643787" y="2539843"/>
            <a:ext cx="179454" cy="418726"/>
          </a:xfrm>
          <a:prstGeom prst="rect">
            <a:avLst/>
          </a:prstGeom>
        </p:spPr>
      </p:pic>
      <p:pic>
        <p:nvPicPr>
          <p:cNvPr id="59" name="Grafik 58">
            <a:extLst>
              <a:ext uri="{FF2B5EF4-FFF2-40B4-BE49-F238E27FC236}">
                <a16:creationId xmlns:a16="http://schemas.microsoft.com/office/drawing/2014/main" id="{64180D3A-D121-BD61-FC3B-3634E1CC7023}"/>
              </a:ext>
            </a:extLst>
          </p:cNvPr>
          <p:cNvPicPr>
            <a:picLocks noChangeAspect="1"/>
          </p:cNvPicPr>
          <p:nvPr/>
        </p:nvPicPr>
        <p:blipFill>
          <a:blip>
            <a:extLst>
              <a:ext uri="{96DAC541-7B7A-43D3-8B79-37D633B846F1}">
                <asvg:svgBlip xmlns:asvg="http://schemas.microsoft.com/office/drawing/2016/SVG/main" r:embed="rId30"/>
              </a:ext>
            </a:extLst>
          </a:blip>
          <a:stretch>
            <a:fillRect/>
          </a:stretch>
        </p:blipFill>
        <p:spPr>
          <a:xfrm>
            <a:off x="4461483" y="2593909"/>
            <a:ext cx="248478" cy="347869"/>
          </a:xfrm>
          <a:prstGeom prst="rect">
            <a:avLst/>
          </a:prstGeom>
        </p:spPr>
      </p:pic>
      <p:pic>
        <p:nvPicPr>
          <p:cNvPr id="61" name="Grafik 60">
            <a:extLst>
              <a:ext uri="{FF2B5EF4-FFF2-40B4-BE49-F238E27FC236}">
                <a16:creationId xmlns:a16="http://schemas.microsoft.com/office/drawing/2014/main" id="{40950581-7B6B-4DF8-02CB-868CCE91A7E3}"/>
              </a:ext>
            </a:extLst>
          </p:cNvPr>
          <p:cNvPicPr>
            <a:picLocks noChangeAspect="1"/>
          </p:cNvPicPr>
          <p:nvPr/>
        </p:nvPicPr>
        <p:blipFill>
          <a:blip>
            <a:extLst>
              <a:ext uri="{96DAC541-7B7A-43D3-8B79-37D633B846F1}">
                <asvg:svgBlip xmlns:asvg="http://schemas.microsoft.com/office/drawing/2016/SVG/main" r:embed="rId31"/>
              </a:ext>
            </a:extLst>
          </a:blip>
          <a:stretch>
            <a:fillRect/>
          </a:stretch>
        </p:blipFill>
        <p:spPr>
          <a:xfrm>
            <a:off x="5289851" y="2600260"/>
            <a:ext cx="231913" cy="331304"/>
          </a:xfrm>
          <a:prstGeom prst="rect">
            <a:avLst/>
          </a:prstGeom>
        </p:spPr>
      </p:pic>
      <p:pic>
        <p:nvPicPr>
          <p:cNvPr id="63" name="Grafik 62">
            <a:extLst>
              <a:ext uri="{FF2B5EF4-FFF2-40B4-BE49-F238E27FC236}">
                <a16:creationId xmlns:a16="http://schemas.microsoft.com/office/drawing/2014/main" id="{9C0B20B8-24E3-E3CF-8B86-FB39C0DA9183}"/>
              </a:ext>
            </a:extLst>
          </p:cNvPr>
          <p:cNvPicPr>
            <a:picLocks noChangeAspect="1"/>
          </p:cNvPicPr>
          <p:nvPr/>
        </p:nvPicPr>
        <p:blipFill>
          <a:blip>
            <a:extLst>
              <a:ext uri="{96DAC541-7B7A-43D3-8B79-37D633B846F1}">
                <asvg:svgBlip xmlns:asvg="http://schemas.microsoft.com/office/drawing/2016/SVG/main" r:embed="rId32"/>
              </a:ext>
            </a:extLst>
          </a:blip>
          <a:stretch>
            <a:fillRect/>
          </a:stretch>
        </p:blipFill>
        <p:spPr>
          <a:xfrm>
            <a:off x="6155558" y="2612960"/>
            <a:ext cx="231913" cy="331304"/>
          </a:xfrm>
          <a:prstGeom prst="rect">
            <a:avLst/>
          </a:prstGeom>
        </p:spPr>
      </p:pic>
      <p:pic>
        <p:nvPicPr>
          <p:cNvPr id="483" name="Grafik 482">
            <a:extLst>
              <a:ext uri="{FF2B5EF4-FFF2-40B4-BE49-F238E27FC236}">
                <a16:creationId xmlns:a16="http://schemas.microsoft.com/office/drawing/2014/main" id="{3BAE26C0-E563-B8F0-40B9-323FE9FC688C}"/>
              </a:ext>
            </a:extLst>
          </p:cNvPr>
          <p:cNvPicPr>
            <a:picLocks noChangeAspect="1"/>
          </p:cNvPicPr>
          <p:nvPr/>
        </p:nvPicPr>
        <p:blipFill>
          <a:blip>
            <a:extLst>
              <a:ext uri="{96DAC541-7B7A-43D3-8B79-37D633B846F1}">
                <asvg:svgBlip xmlns:asvg="http://schemas.microsoft.com/office/drawing/2016/SVG/main" r:embed="rId33"/>
              </a:ext>
            </a:extLst>
          </a:blip>
          <a:stretch>
            <a:fillRect/>
          </a:stretch>
        </p:blipFill>
        <p:spPr>
          <a:xfrm>
            <a:off x="7038011" y="2606610"/>
            <a:ext cx="447260" cy="331304"/>
          </a:xfrm>
          <a:prstGeom prst="rect">
            <a:avLst/>
          </a:prstGeom>
        </p:spPr>
      </p:pic>
      <p:pic>
        <p:nvPicPr>
          <p:cNvPr id="485" name="Grafik 484">
            <a:extLst>
              <a:ext uri="{FF2B5EF4-FFF2-40B4-BE49-F238E27FC236}">
                <a16:creationId xmlns:a16="http://schemas.microsoft.com/office/drawing/2014/main" id="{E2926300-F7A2-8406-2607-D0E6F9F30B3A}"/>
              </a:ext>
            </a:extLst>
          </p:cNvPr>
          <p:cNvPicPr>
            <a:picLocks noChangeAspect="1"/>
          </p:cNvPicPr>
          <p:nvPr/>
        </p:nvPicPr>
        <p:blipFill>
          <a:blip>
            <a:extLst>
              <a:ext uri="{96DAC541-7B7A-43D3-8B79-37D633B846F1}">
                <asvg:svgBlip xmlns:asvg="http://schemas.microsoft.com/office/drawing/2016/SVG/main" r:embed="rId34"/>
              </a:ext>
            </a:extLst>
          </a:blip>
          <a:stretch>
            <a:fillRect/>
          </a:stretch>
        </p:blipFill>
        <p:spPr>
          <a:xfrm>
            <a:off x="8024943" y="2600260"/>
            <a:ext cx="231913" cy="331304"/>
          </a:xfrm>
          <a:prstGeom prst="rect">
            <a:avLst/>
          </a:prstGeom>
        </p:spPr>
      </p:pic>
      <p:pic>
        <p:nvPicPr>
          <p:cNvPr id="487" name="Grafik 486">
            <a:extLst>
              <a:ext uri="{FF2B5EF4-FFF2-40B4-BE49-F238E27FC236}">
                <a16:creationId xmlns:a16="http://schemas.microsoft.com/office/drawing/2014/main" id="{045D40A0-2DFB-B807-F341-8A00F9D5792D}"/>
              </a:ext>
            </a:extLst>
          </p:cNvPr>
          <p:cNvPicPr>
            <a:picLocks noChangeAspect="1"/>
          </p:cNvPicPr>
          <p:nvPr/>
        </p:nvPicPr>
        <p:blipFill>
          <a:blip>
            <a:extLst>
              <a:ext uri="{96DAC541-7B7A-43D3-8B79-37D633B846F1}">
                <asvg:svgBlip xmlns:asvg="http://schemas.microsoft.com/office/drawing/2016/SVG/main" r:embed="rId35"/>
              </a:ext>
            </a:extLst>
          </a:blip>
          <a:stretch>
            <a:fillRect/>
          </a:stretch>
        </p:blipFill>
        <p:spPr>
          <a:xfrm>
            <a:off x="8922135" y="2600260"/>
            <a:ext cx="231913" cy="331304"/>
          </a:xfrm>
          <a:prstGeom prst="rect">
            <a:avLst/>
          </a:prstGeom>
        </p:spPr>
      </p:pic>
      <p:pic>
        <p:nvPicPr>
          <p:cNvPr id="489" name="Grafik 488">
            <a:extLst>
              <a:ext uri="{FF2B5EF4-FFF2-40B4-BE49-F238E27FC236}">
                <a16:creationId xmlns:a16="http://schemas.microsoft.com/office/drawing/2014/main" id="{6000D0D9-5060-EB76-E9CD-E15C653CF19F}"/>
              </a:ext>
            </a:extLst>
          </p:cNvPr>
          <p:cNvPicPr>
            <a:picLocks noChangeAspect="1"/>
          </p:cNvPicPr>
          <p:nvPr/>
        </p:nvPicPr>
        <p:blipFill>
          <a:blip>
            <a:extLst>
              <a:ext uri="{96DAC541-7B7A-43D3-8B79-37D633B846F1}">
                <asvg:svgBlip xmlns:asvg="http://schemas.microsoft.com/office/drawing/2016/SVG/main" r:embed="rId36"/>
              </a:ext>
            </a:extLst>
          </a:blip>
          <a:stretch>
            <a:fillRect/>
          </a:stretch>
        </p:blipFill>
        <p:spPr>
          <a:xfrm>
            <a:off x="9777116" y="2639740"/>
            <a:ext cx="283755" cy="283755"/>
          </a:xfrm>
          <a:prstGeom prst="rect">
            <a:avLst/>
          </a:prstGeom>
        </p:spPr>
      </p:pic>
      <p:pic>
        <p:nvPicPr>
          <p:cNvPr id="491" name="Grafik 490">
            <a:extLst>
              <a:ext uri="{FF2B5EF4-FFF2-40B4-BE49-F238E27FC236}">
                <a16:creationId xmlns:a16="http://schemas.microsoft.com/office/drawing/2014/main" id="{776947D3-1AD1-6080-29A5-74DDEC9A801B}"/>
              </a:ext>
            </a:extLst>
          </p:cNvPr>
          <p:cNvPicPr>
            <a:picLocks noChangeAspect="1"/>
          </p:cNvPicPr>
          <p:nvPr/>
        </p:nvPicPr>
        <p:blipFill>
          <a:blip>
            <a:extLst>
              <a:ext uri="{96DAC541-7B7A-43D3-8B79-37D633B846F1}">
                <asvg:svgBlip xmlns:asvg="http://schemas.microsoft.com/office/drawing/2016/SVG/main" r:embed="rId37"/>
              </a:ext>
            </a:extLst>
          </a:blip>
          <a:stretch>
            <a:fillRect/>
          </a:stretch>
        </p:blipFill>
        <p:spPr>
          <a:xfrm>
            <a:off x="10609045" y="2600259"/>
            <a:ext cx="391215" cy="391215"/>
          </a:xfrm>
          <a:prstGeom prst="rect">
            <a:avLst/>
          </a:prstGeom>
        </p:spPr>
      </p:pic>
      <p:pic>
        <p:nvPicPr>
          <p:cNvPr id="493" name="Grafik 492">
            <a:extLst>
              <a:ext uri="{FF2B5EF4-FFF2-40B4-BE49-F238E27FC236}">
                <a16:creationId xmlns:a16="http://schemas.microsoft.com/office/drawing/2014/main" id="{772A310F-A154-522A-CBC5-EC55D46AB542}"/>
              </a:ext>
            </a:extLst>
          </p:cNvPr>
          <p:cNvPicPr>
            <a:picLocks noChangeAspect="1"/>
          </p:cNvPicPr>
          <p:nvPr/>
        </p:nvPicPr>
        <p:blipFill>
          <a:blip>
            <a:extLst>
              <a:ext uri="{96DAC541-7B7A-43D3-8B79-37D633B846F1}">
                <asvg:svgBlip xmlns:asvg="http://schemas.microsoft.com/office/drawing/2016/SVG/main" r:embed="rId38"/>
              </a:ext>
            </a:extLst>
          </a:blip>
          <a:stretch>
            <a:fillRect/>
          </a:stretch>
        </p:blipFill>
        <p:spPr>
          <a:xfrm>
            <a:off x="972837" y="3404204"/>
            <a:ext cx="295680" cy="295680"/>
          </a:xfrm>
          <a:prstGeom prst="rect">
            <a:avLst/>
          </a:prstGeom>
        </p:spPr>
      </p:pic>
      <p:pic>
        <p:nvPicPr>
          <p:cNvPr id="495" name="Grafik 494">
            <a:extLst>
              <a:ext uri="{FF2B5EF4-FFF2-40B4-BE49-F238E27FC236}">
                <a16:creationId xmlns:a16="http://schemas.microsoft.com/office/drawing/2014/main" id="{C5FE16AE-9030-A6DE-1E9F-512D79732383}"/>
              </a:ext>
            </a:extLst>
          </p:cNvPr>
          <p:cNvPicPr>
            <a:picLocks noChangeAspect="1"/>
          </p:cNvPicPr>
          <p:nvPr/>
        </p:nvPicPr>
        <p:blipFill>
          <a:blip>
            <a:extLst>
              <a:ext uri="{96DAC541-7B7A-43D3-8B79-37D633B846F1}">
                <asvg:svgBlip xmlns:asvg="http://schemas.microsoft.com/office/drawing/2016/SVG/main" r:embed="rId39"/>
              </a:ext>
            </a:extLst>
          </a:blip>
          <a:stretch>
            <a:fillRect/>
          </a:stretch>
        </p:blipFill>
        <p:spPr>
          <a:xfrm>
            <a:off x="1877594" y="3419152"/>
            <a:ext cx="132523" cy="309220"/>
          </a:xfrm>
          <a:prstGeom prst="rect">
            <a:avLst/>
          </a:prstGeom>
        </p:spPr>
      </p:pic>
      <p:pic>
        <p:nvPicPr>
          <p:cNvPr id="497" name="Grafik 496">
            <a:extLst>
              <a:ext uri="{FF2B5EF4-FFF2-40B4-BE49-F238E27FC236}">
                <a16:creationId xmlns:a16="http://schemas.microsoft.com/office/drawing/2014/main" id="{64FC3067-5885-DC4D-213D-F1FF0042A79A}"/>
              </a:ext>
            </a:extLst>
          </p:cNvPr>
          <p:cNvPicPr>
            <a:picLocks noChangeAspect="1"/>
          </p:cNvPicPr>
          <p:nvPr/>
        </p:nvPicPr>
        <p:blipFill>
          <a:blip>
            <a:extLst>
              <a:ext uri="{96DAC541-7B7A-43D3-8B79-37D633B846F1}">
                <asvg:svgBlip xmlns:asvg="http://schemas.microsoft.com/office/drawing/2016/SVG/main" r:embed="rId40"/>
              </a:ext>
            </a:extLst>
          </a:blip>
          <a:stretch>
            <a:fillRect/>
          </a:stretch>
        </p:blipFill>
        <p:spPr>
          <a:xfrm>
            <a:off x="2672875" y="3432692"/>
            <a:ext cx="295680" cy="295680"/>
          </a:xfrm>
          <a:prstGeom prst="rect">
            <a:avLst/>
          </a:prstGeom>
        </p:spPr>
      </p:pic>
      <p:pic>
        <p:nvPicPr>
          <p:cNvPr id="499" name="Grafik 498">
            <a:extLst>
              <a:ext uri="{FF2B5EF4-FFF2-40B4-BE49-F238E27FC236}">
                <a16:creationId xmlns:a16="http://schemas.microsoft.com/office/drawing/2014/main" id="{785BA706-73AE-F20B-1F70-70753B3A6387}"/>
              </a:ext>
            </a:extLst>
          </p:cNvPr>
          <p:cNvPicPr>
            <a:picLocks noChangeAspect="1"/>
          </p:cNvPicPr>
          <p:nvPr/>
        </p:nvPicPr>
        <p:blipFill>
          <a:blip>
            <a:extLst>
              <a:ext uri="{96DAC541-7B7A-43D3-8B79-37D633B846F1}">
                <asvg:svgBlip xmlns:asvg="http://schemas.microsoft.com/office/drawing/2016/SVG/main" r:embed="rId41"/>
              </a:ext>
            </a:extLst>
          </a:blip>
          <a:stretch>
            <a:fillRect/>
          </a:stretch>
        </p:blipFill>
        <p:spPr>
          <a:xfrm>
            <a:off x="3567862" y="3386854"/>
            <a:ext cx="331304" cy="331304"/>
          </a:xfrm>
          <a:prstGeom prst="rect">
            <a:avLst/>
          </a:prstGeom>
        </p:spPr>
      </p:pic>
      <p:pic>
        <p:nvPicPr>
          <p:cNvPr id="501" name="Grafik 500">
            <a:extLst>
              <a:ext uri="{FF2B5EF4-FFF2-40B4-BE49-F238E27FC236}">
                <a16:creationId xmlns:a16="http://schemas.microsoft.com/office/drawing/2014/main" id="{0D775E2C-4E32-FCE4-C93E-1BBB7A9068E4}"/>
              </a:ext>
            </a:extLst>
          </p:cNvPr>
          <p:cNvPicPr>
            <a:picLocks noChangeAspect="1"/>
          </p:cNvPicPr>
          <p:nvPr/>
        </p:nvPicPr>
        <p:blipFill>
          <a:blip>
            <a:extLst>
              <a:ext uri="{96DAC541-7B7A-43D3-8B79-37D633B846F1}">
                <asvg:svgBlip xmlns:asvg="http://schemas.microsoft.com/office/drawing/2016/SVG/main" r:embed="rId42"/>
              </a:ext>
            </a:extLst>
          </a:blip>
          <a:stretch>
            <a:fillRect/>
          </a:stretch>
        </p:blipFill>
        <p:spPr>
          <a:xfrm>
            <a:off x="4428353" y="3421424"/>
            <a:ext cx="314739" cy="265043"/>
          </a:xfrm>
          <a:prstGeom prst="rect">
            <a:avLst/>
          </a:prstGeom>
        </p:spPr>
      </p:pic>
      <p:pic>
        <p:nvPicPr>
          <p:cNvPr id="503" name="Grafik 502">
            <a:extLst>
              <a:ext uri="{FF2B5EF4-FFF2-40B4-BE49-F238E27FC236}">
                <a16:creationId xmlns:a16="http://schemas.microsoft.com/office/drawing/2014/main" id="{D7BF6FAE-012F-898E-6559-C8D9891B04D9}"/>
              </a:ext>
            </a:extLst>
          </p:cNvPr>
          <p:cNvPicPr>
            <a:picLocks noChangeAspect="1"/>
          </p:cNvPicPr>
          <p:nvPr/>
        </p:nvPicPr>
        <p:blipFill>
          <a:blip>
            <a:extLst>
              <a:ext uri="{96DAC541-7B7A-43D3-8B79-37D633B846F1}">
                <asvg:svgBlip xmlns:asvg="http://schemas.microsoft.com/office/drawing/2016/SVG/main" r:embed="rId43"/>
              </a:ext>
            </a:extLst>
          </a:blip>
          <a:stretch>
            <a:fillRect/>
          </a:stretch>
        </p:blipFill>
        <p:spPr>
          <a:xfrm>
            <a:off x="5208449" y="3301831"/>
            <a:ext cx="388762" cy="468115"/>
          </a:xfrm>
          <a:prstGeom prst="rect">
            <a:avLst/>
          </a:prstGeom>
        </p:spPr>
      </p:pic>
      <p:pic>
        <p:nvPicPr>
          <p:cNvPr id="505" name="Grafik 504">
            <a:extLst>
              <a:ext uri="{FF2B5EF4-FFF2-40B4-BE49-F238E27FC236}">
                <a16:creationId xmlns:a16="http://schemas.microsoft.com/office/drawing/2014/main" id="{4C8A0EB2-4D68-4B57-C689-B1B0681E62F4}"/>
              </a:ext>
            </a:extLst>
          </p:cNvPr>
          <p:cNvPicPr>
            <a:picLocks noChangeAspect="1"/>
          </p:cNvPicPr>
          <p:nvPr/>
        </p:nvPicPr>
        <p:blipFill>
          <a:blip>
            <a:extLst>
              <a:ext uri="{96DAC541-7B7A-43D3-8B79-37D633B846F1}">
                <asvg:svgBlip xmlns:asvg="http://schemas.microsoft.com/office/drawing/2016/SVG/main" r:embed="rId44"/>
              </a:ext>
            </a:extLst>
          </a:blip>
          <a:stretch>
            <a:fillRect/>
          </a:stretch>
        </p:blipFill>
        <p:spPr>
          <a:xfrm>
            <a:off x="6135357" y="3437654"/>
            <a:ext cx="513520" cy="198782"/>
          </a:xfrm>
          <a:prstGeom prst="rect">
            <a:avLst/>
          </a:prstGeom>
        </p:spPr>
      </p:pic>
      <p:pic>
        <p:nvPicPr>
          <p:cNvPr id="507" name="Grafik 506">
            <a:extLst>
              <a:ext uri="{FF2B5EF4-FFF2-40B4-BE49-F238E27FC236}">
                <a16:creationId xmlns:a16="http://schemas.microsoft.com/office/drawing/2014/main" id="{7D32C2F0-B197-FC3F-A26E-CD7E1476DADF}"/>
              </a:ext>
            </a:extLst>
          </p:cNvPr>
          <p:cNvPicPr>
            <a:picLocks noChangeAspect="1"/>
          </p:cNvPicPr>
          <p:nvPr/>
        </p:nvPicPr>
        <p:blipFill>
          <a:blip>
            <a:extLst>
              <a:ext uri="{96DAC541-7B7A-43D3-8B79-37D633B846F1}">
                <asvg:svgBlip xmlns:asvg="http://schemas.microsoft.com/office/drawing/2016/SVG/main" r:embed="rId45"/>
              </a:ext>
            </a:extLst>
          </a:blip>
          <a:stretch>
            <a:fillRect/>
          </a:stretch>
        </p:blipFill>
        <p:spPr>
          <a:xfrm>
            <a:off x="7071142" y="3386853"/>
            <a:ext cx="380999" cy="347869"/>
          </a:xfrm>
          <a:prstGeom prst="rect">
            <a:avLst/>
          </a:prstGeom>
        </p:spPr>
      </p:pic>
      <p:pic>
        <p:nvPicPr>
          <p:cNvPr id="509" name="Grafik 508">
            <a:extLst>
              <a:ext uri="{FF2B5EF4-FFF2-40B4-BE49-F238E27FC236}">
                <a16:creationId xmlns:a16="http://schemas.microsoft.com/office/drawing/2014/main" id="{0E5FC264-5791-6321-A9E0-7E86B048D5DF}"/>
              </a:ext>
            </a:extLst>
          </p:cNvPr>
          <p:cNvPicPr>
            <a:picLocks noChangeAspect="1"/>
          </p:cNvPicPr>
          <p:nvPr/>
        </p:nvPicPr>
        <p:blipFill>
          <a:blip>
            <a:extLst>
              <a:ext uri="{96DAC541-7B7A-43D3-8B79-37D633B846F1}">
                <asvg:svgBlip xmlns:asvg="http://schemas.microsoft.com/office/drawing/2016/SVG/main" r:embed="rId46"/>
              </a:ext>
            </a:extLst>
          </a:blip>
          <a:stretch>
            <a:fillRect/>
          </a:stretch>
        </p:blipFill>
        <p:spPr>
          <a:xfrm>
            <a:off x="8079601" y="3380503"/>
            <a:ext cx="149087" cy="347869"/>
          </a:xfrm>
          <a:prstGeom prst="rect">
            <a:avLst/>
          </a:prstGeom>
        </p:spPr>
      </p:pic>
      <p:pic>
        <p:nvPicPr>
          <p:cNvPr id="511" name="Grafik 510">
            <a:extLst>
              <a:ext uri="{FF2B5EF4-FFF2-40B4-BE49-F238E27FC236}">
                <a16:creationId xmlns:a16="http://schemas.microsoft.com/office/drawing/2014/main" id="{1C62E6A8-9DBF-6A29-255F-6B4A356E9BD4}"/>
              </a:ext>
            </a:extLst>
          </p:cNvPr>
          <p:cNvPicPr>
            <a:picLocks noChangeAspect="1"/>
          </p:cNvPicPr>
          <p:nvPr/>
        </p:nvPicPr>
        <p:blipFill>
          <a:blip>
            <a:extLst>
              <a:ext uri="{96DAC541-7B7A-43D3-8B79-37D633B846F1}">
                <asvg:svgBlip xmlns:asvg="http://schemas.microsoft.com/office/drawing/2016/SVG/main" r:embed="rId47"/>
              </a:ext>
            </a:extLst>
          </a:blip>
          <a:stretch>
            <a:fillRect/>
          </a:stretch>
        </p:blipFill>
        <p:spPr>
          <a:xfrm>
            <a:off x="8934836" y="3380503"/>
            <a:ext cx="198782" cy="347869"/>
          </a:xfrm>
          <a:prstGeom prst="rect">
            <a:avLst/>
          </a:prstGeom>
        </p:spPr>
      </p:pic>
      <p:pic>
        <p:nvPicPr>
          <p:cNvPr id="385" name="Grafik 384">
            <a:extLst>
              <a:ext uri="{FF2B5EF4-FFF2-40B4-BE49-F238E27FC236}">
                <a16:creationId xmlns:a16="http://schemas.microsoft.com/office/drawing/2014/main" id="{BEEEACAF-3E15-898C-FFB2-B8F046FD91E9}"/>
              </a:ext>
            </a:extLst>
          </p:cNvPr>
          <p:cNvPicPr>
            <a:picLocks noChangeAspect="1"/>
          </p:cNvPicPr>
          <p:nvPr/>
        </p:nvPicPr>
        <p:blipFill>
          <a:blip>
            <a:extLst>
              <a:ext uri="{96DAC541-7B7A-43D3-8B79-37D633B846F1}">
                <asvg:svgBlip xmlns:asvg="http://schemas.microsoft.com/office/drawing/2016/SVG/main" r:embed="rId48"/>
              </a:ext>
            </a:extLst>
          </a:blip>
          <a:stretch>
            <a:fillRect/>
          </a:stretch>
        </p:blipFill>
        <p:spPr>
          <a:xfrm>
            <a:off x="9686689" y="3405903"/>
            <a:ext cx="397564" cy="298173"/>
          </a:xfrm>
          <a:prstGeom prst="rect">
            <a:avLst/>
          </a:prstGeom>
        </p:spPr>
      </p:pic>
      <p:pic>
        <p:nvPicPr>
          <p:cNvPr id="387" name="Grafik 386">
            <a:extLst>
              <a:ext uri="{FF2B5EF4-FFF2-40B4-BE49-F238E27FC236}">
                <a16:creationId xmlns:a16="http://schemas.microsoft.com/office/drawing/2014/main" id="{52E8044C-D6C2-F069-5018-C31AF4B2E341}"/>
              </a:ext>
            </a:extLst>
          </p:cNvPr>
          <p:cNvPicPr>
            <a:picLocks noChangeAspect="1"/>
          </p:cNvPicPr>
          <p:nvPr/>
        </p:nvPicPr>
        <p:blipFill>
          <a:blip>
            <a:extLst>
              <a:ext uri="{96DAC541-7B7A-43D3-8B79-37D633B846F1}">
                <asvg:svgBlip xmlns:asvg="http://schemas.microsoft.com/office/drawing/2016/SVG/main" r:embed="rId49"/>
              </a:ext>
            </a:extLst>
          </a:blip>
          <a:stretch>
            <a:fillRect/>
          </a:stretch>
        </p:blipFill>
        <p:spPr>
          <a:xfrm>
            <a:off x="10605870" y="3437654"/>
            <a:ext cx="397564" cy="198782"/>
          </a:xfrm>
          <a:prstGeom prst="rect">
            <a:avLst/>
          </a:prstGeom>
        </p:spPr>
      </p:pic>
      <p:pic>
        <p:nvPicPr>
          <p:cNvPr id="389" name="Grafik 388">
            <a:extLst>
              <a:ext uri="{FF2B5EF4-FFF2-40B4-BE49-F238E27FC236}">
                <a16:creationId xmlns:a16="http://schemas.microsoft.com/office/drawing/2014/main" id="{AA110AC5-D9DD-CF04-A8F1-1C2859BDC5ED}"/>
              </a:ext>
            </a:extLst>
          </p:cNvPr>
          <p:cNvPicPr>
            <a:picLocks noChangeAspect="1"/>
          </p:cNvPicPr>
          <p:nvPr/>
        </p:nvPicPr>
        <p:blipFill>
          <a:blip>
            <a:extLst>
              <a:ext uri="{96DAC541-7B7A-43D3-8B79-37D633B846F1}">
                <asvg:svgBlip xmlns:asvg="http://schemas.microsoft.com/office/drawing/2016/SVG/main" r:embed="rId50"/>
              </a:ext>
            </a:extLst>
          </a:blip>
          <a:stretch>
            <a:fillRect/>
          </a:stretch>
        </p:blipFill>
        <p:spPr>
          <a:xfrm>
            <a:off x="953842" y="4134540"/>
            <a:ext cx="248478" cy="331304"/>
          </a:xfrm>
          <a:prstGeom prst="rect">
            <a:avLst/>
          </a:prstGeom>
        </p:spPr>
      </p:pic>
      <p:pic>
        <p:nvPicPr>
          <p:cNvPr id="391" name="Grafik 390">
            <a:extLst>
              <a:ext uri="{FF2B5EF4-FFF2-40B4-BE49-F238E27FC236}">
                <a16:creationId xmlns:a16="http://schemas.microsoft.com/office/drawing/2014/main" id="{98759EFE-A144-87BA-0699-85ED33A81DC0}"/>
              </a:ext>
            </a:extLst>
          </p:cNvPr>
          <p:cNvPicPr>
            <a:picLocks noChangeAspect="1"/>
          </p:cNvPicPr>
          <p:nvPr/>
        </p:nvPicPr>
        <p:blipFill>
          <a:blip>
            <a:extLst>
              <a:ext uri="{96DAC541-7B7A-43D3-8B79-37D633B846F1}">
                <asvg:svgBlip xmlns:asvg="http://schemas.microsoft.com/office/drawing/2016/SVG/main" r:embed="rId51"/>
              </a:ext>
            </a:extLst>
          </a:blip>
          <a:stretch>
            <a:fillRect/>
          </a:stretch>
        </p:blipFill>
        <p:spPr>
          <a:xfrm>
            <a:off x="1857642" y="4172640"/>
            <a:ext cx="281608" cy="248478"/>
          </a:xfrm>
          <a:prstGeom prst="rect">
            <a:avLst/>
          </a:prstGeom>
        </p:spPr>
      </p:pic>
      <p:pic>
        <p:nvPicPr>
          <p:cNvPr id="397" name="Grafik 396">
            <a:extLst>
              <a:ext uri="{FF2B5EF4-FFF2-40B4-BE49-F238E27FC236}">
                <a16:creationId xmlns:a16="http://schemas.microsoft.com/office/drawing/2014/main" id="{12E3C889-7B59-D61A-057B-DB17C863691F}"/>
              </a:ext>
            </a:extLst>
          </p:cNvPr>
          <p:cNvPicPr>
            <a:picLocks noChangeAspect="1"/>
          </p:cNvPicPr>
          <p:nvPr/>
        </p:nvPicPr>
        <p:blipFill>
          <a:blip>
            <a:extLst>
              <a:ext uri="{96DAC541-7B7A-43D3-8B79-37D633B846F1}">
                <asvg:svgBlip xmlns:asvg="http://schemas.microsoft.com/office/drawing/2016/SVG/main" r:embed="rId52"/>
              </a:ext>
            </a:extLst>
          </a:blip>
          <a:stretch>
            <a:fillRect/>
          </a:stretch>
        </p:blipFill>
        <p:spPr>
          <a:xfrm>
            <a:off x="4436635" y="4191689"/>
            <a:ext cx="298174" cy="231913"/>
          </a:xfrm>
          <a:prstGeom prst="rect">
            <a:avLst/>
          </a:prstGeom>
        </p:spPr>
      </p:pic>
      <p:pic>
        <p:nvPicPr>
          <p:cNvPr id="399" name="Grafik 398">
            <a:extLst>
              <a:ext uri="{FF2B5EF4-FFF2-40B4-BE49-F238E27FC236}">
                <a16:creationId xmlns:a16="http://schemas.microsoft.com/office/drawing/2014/main" id="{11D8B87A-3701-0127-A8AC-A6EB467CA351}"/>
              </a:ext>
            </a:extLst>
          </p:cNvPr>
          <p:cNvPicPr>
            <a:picLocks noChangeAspect="1"/>
          </p:cNvPicPr>
          <p:nvPr/>
        </p:nvPicPr>
        <p:blipFill>
          <a:blip>
            <a:extLst>
              <a:ext uri="{96DAC541-7B7A-43D3-8B79-37D633B846F1}">
                <asvg:svgBlip xmlns:asvg="http://schemas.microsoft.com/office/drawing/2016/SVG/main" r:embed="rId53"/>
              </a:ext>
            </a:extLst>
          </a:blip>
          <a:stretch>
            <a:fillRect/>
          </a:stretch>
        </p:blipFill>
        <p:spPr>
          <a:xfrm>
            <a:off x="5248013" y="4191689"/>
            <a:ext cx="314739" cy="265043"/>
          </a:xfrm>
          <a:prstGeom prst="rect">
            <a:avLst/>
          </a:prstGeom>
        </p:spPr>
      </p:pic>
      <p:pic>
        <p:nvPicPr>
          <p:cNvPr id="401" name="Grafik 400">
            <a:extLst>
              <a:ext uri="{FF2B5EF4-FFF2-40B4-BE49-F238E27FC236}">
                <a16:creationId xmlns:a16="http://schemas.microsoft.com/office/drawing/2014/main" id="{A9AAE86A-6408-3514-C408-C66551CABDA4}"/>
              </a:ext>
            </a:extLst>
          </p:cNvPr>
          <p:cNvPicPr>
            <a:picLocks noChangeAspect="1"/>
          </p:cNvPicPr>
          <p:nvPr/>
        </p:nvPicPr>
        <p:blipFill>
          <a:blip>
            <a:extLst>
              <a:ext uri="{96DAC541-7B7A-43D3-8B79-37D633B846F1}">
                <asvg:svgBlip xmlns:asvg="http://schemas.microsoft.com/office/drawing/2016/SVG/main" r:embed="rId54"/>
              </a:ext>
            </a:extLst>
          </a:blip>
          <a:stretch>
            <a:fillRect/>
          </a:stretch>
        </p:blipFill>
        <p:spPr>
          <a:xfrm>
            <a:off x="6154499" y="4140890"/>
            <a:ext cx="298174" cy="331304"/>
          </a:xfrm>
          <a:prstGeom prst="rect">
            <a:avLst/>
          </a:prstGeom>
        </p:spPr>
      </p:pic>
      <p:pic>
        <p:nvPicPr>
          <p:cNvPr id="403" name="Grafik 402">
            <a:extLst>
              <a:ext uri="{FF2B5EF4-FFF2-40B4-BE49-F238E27FC236}">
                <a16:creationId xmlns:a16="http://schemas.microsoft.com/office/drawing/2014/main" id="{A8C67BB6-F532-E96B-FEC7-5A4B4D7FBE25}"/>
              </a:ext>
            </a:extLst>
          </p:cNvPr>
          <p:cNvPicPr>
            <a:picLocks noChangeAspect="1"/>
          </p:cNvPicPr>
          <p:nvPr/>
        </p:nvPicPr>
        <p:blipFill>
          <a:blip>
            <a:extLst>
              <a:ext uri="{96DAC541-7B7A-43D3-8B79-37D633B846F1}">
                <asvg:svgBlip xmlns:asvg="http://schemas.microsoft.com/office/drawing/2016/SVG/main" r:embed="rId55"/>
              </a:ext>
            </a:extLst>
          </a:blip>
          <a:stretch>
            <a:fillRect/>
          </a:stretch>
        </p:blipFill>
        <p:spPr>
          <a:xfrm>
            <a:off x="7072455" y="4110385"/>
            <a:ext cx="378373" cy="378373"/>
          </a:xfrm>
          <a:prstGeom prst="rect">
            <a:avLst/>
          </a:prstGeom>
        </p:spPr>
      </p:pic>
      <p:pic>
        <p:nvPicPr>
          <p:cNvPr id="405" name="Grafik 404">
            <a:extLst>
              <a:ext uri="{FF2B5EF4-FFF2-40B4-BE49-F238E27FC236}">
                <a16:creationId xmlns:a16="http://schemas.microsoft.com/office/drawing/2014/main" id="{F2E073E3-7837-DBB1-DB10-5AEFE87FF985}"/>
              </a:ext>
            </a:extLst>
          </p:cNvPr>
          <p:cNvPicPr>
            <a:picLocks noChangeAspect="1"/>
          </p:cNvPicPr>
          <p:nvPr/>
        </p:nvPicPr>
        <p:blipFill>
          <a:blip>
            <a:extLst>
              <a:ext uri="{96DAC541-7B7A-43D3-8B79-37D633B846F1}">
                <asvg:svgBlip xmlns:asvg="http://schemas.microsoft.com/office/drawing/2016/SVG/main" r:embed="rId56"/>
              </a:ext>
            </a:extLst>
          </a:blip>
          <a:stretch>
            <a:fillRect/>
          </a:stretch>
        </p:blipFill>
        <p:spPr>
          <a:xfrm>
            <a:off x="8008744" y="4181390"/>
            <a:ext cx="290803" cy="290803"/>
          </a:xfrm>
          <a:prstGeom prst="rect">
            <a:avLst/>
          </a:prstGeom>
        </p:spPr>
      </p:pic>
      <p:pic>
        <p:nvPicPr>
          <p:cNvPr id="407" name="Grafik 406">
            <a:extLst>
              <a:ext uri="{FF2B5EF4-FFF2-40B4-BE49-F238E27FC236}">
                <a16:creationId xmlns:a16="http://schemas.microsoft.com/office/drawing/2014/main" id="{5734DD68-DCD4-A8C6-35D3-D0EFCF28B13F}"/>
              </a:ext>
            </a:extLst>
          </p:cNvPr>
          <p:cNvPicPr>
            <a:picLocks noChangeAspect="1"/>
          </p:cNvPicPr>
          <p:nvPr/>
        </p:nvPicPr>
        <p:blipFill>
          <a:blip>
            <a:extLst>
              <a:ext uri="{96DAC541-7B7A-43D3-8B79-37D633B846F1}">
                <asvg:svgBlip xmlns:asvg="http://schemas.microsoft.com/office/drawing/2016/SVG/main" r:embed="rId57"/>
              </a:ext>
            </a:extLst>
          </a:blip>
          <a:stretch>
            <a:fillRect/>
          </a:stretch>
        </p:blipFill>
        <p:spPr>
          <a:xfrm>
            <a:off x="8884036" y="4181390"/>
            <a:ext cx="290803" cy="290803"/>
          </a:xfrm>
          <a:prstGeom prst="rect">
            <a:avLst/>
          </a:prstGeom>
        </p:spPr>
      </p:pic>
      <p:pic>
        <p:nvPicPr>
          <p:cNvPr id="409" name="Grafik 408">
            <a:extLst>
              <a:ext uri="{FF2B5EF4-FFF2-40B4-BE49-F238E27FC236}">
                <a16:creationId xmlns:a16="http://schemas.microsoft.com/office/drawing/2014/main" id="{E8997AF3-4D7B-F19F-242F-DA58FB349640}"/>
              </a:ext>
            </a:extLst>
          </p:cNvPr>
          <p:cNvPicPr>
            <a:picLocks noChangeAspect="1"/>
          </p:cNvPicPr>
          <p:nvPr/>
        </p:nvPicPr>
        <p:blipFill>
          <a:blip>
            <a:extLst>
              <a:ext uri="{96DAC541-7B7A-43D3-8B79-37D633B846F1}">
                <asvg:svgBlip xmlns:asvg="http://schemas.microsoft.com/office/drawing/2016/SVG/main" r:embed="rId58"/>
              </a:ext>
            </a:extLst>
          </a:blip>
          <a:stretch>
            <a:fillRect/>
          </a:stretch>
        </p:blipFill>
        <p:spPr>
          <a:xfrm>
            <a:off x="9754214" y="4140891"/>
            <a:ext cx="347870" cy="341518"/>
          </a:xfrm>
          <a:prstGeom prst="rect">
            <a:avLst/>
          </a:prstGeom>
        </p:spPr>
      </p:pic>
      <p:pic>
        <p:nvPicPr>
          <p:cNvPr id="512" name="Grafik 511">
            <a:extLst>
              <a:ext uri="{FF2B5EF4-FFF2-40B4-BE49-F238E27FC236}">
                <a16:creationId xmlns:a16="http://schemas.microsoft.com/office/drawing/2014/main" id="{D0C5C546-EA68-B9F9-C334-0BE0468362E8}"/>
              </a:ext>
            </a:extLst>
          </p:cNvPr>
          <p:cNvPicPr>
            <a:picLocks noChangeAspect="1"/>
          </p:cNvPicPr>
          <p:nvPr/>
        </p:nvPicPr>
        <p:blipFill>
          <a:blip>
            <a:extLst>
              <a:ext uri="{96DAC541-7B7A-43D3-8B79-37D633B846F1}">
                <asvg:svgBlip xmlns:asvg="http://schemas.microsoft.com/office/drawing/2016/SVG/main" r:embed="rId59"/>
              </a:ext>
            </a:extLst>
          </a:blip>
          <a:stretch>
            <a:fillRect/>
          </a:stretch>
        </p:blipFill>
        <p:spPr>
          <a:xfrm>
            <a:off x="10605870" y="4066623"/>
            <a:ext cx="397564" cy="463825"/>
          </a:xfrm>
          <a:prstGeom prst="rect">
            <a:avLst/>
          </a:prstGeom>
        </p:spPr>
      </p:pic>
      <p:pic>
        <p:nvPicPr>
          <p:cNvPr id="525" name="Grafik 524">
            <a:extLst>
              <a:ext uri="{FF2B5EF4-FFF2-40B4-BE49-F238E27FC236}">
                <a16:creationId xmlns:a16="http://schemas.microsoft.com/office/drawing/2014/main" id="{C39880CC-02E0-6F20-7AA5-28FA41AF1B68}"/>
              </a:ext>
            </a:extLst>
          </p:cNvPr>
          <p:cNvPicPr>
            <a:picLocks noChangeAspect="1"/>
          </p:cNvPicPr>
          <p:nvPr/>
        </p:nvPicPr>
        <p:blipFill>
          <a:blip>
            <a:extLst>
              <a:ext uri="{96DAC541-7B7A-43D3-8B79-37D633B846F1}">
                <asvg:svgBlip xmlns:asvg="http://schemas.microsoft.com/office/drawing/2016/SVG/main" r:embed="rId60"/>
              </a:ext>
            </a:extLst>
          </a:blip>
          <a:stretch>
            <a:fillRect/>
          </a:stretch>
        </p:blipFill>
        <p:spPr>
          <a:xfrm>
            <a:off x="3664561" y="4821256"/>
            <a:ext cx="137906" cy="400095"/>
          </a:xfrm>
          <a:prstGeom prst="rect">
            <a:avLst/>
          </a:prstGeom>
        </p:spPr>
      </p:pic>
      <p:pic>
        <p:nvPicPr>
          <p:cNvPr id="527" name="Grafik 526">
            <a:extLst>
              <a:ext uri="{FF2B5EF4-FFF2-40B4-BE49-F238E27FC236}">
                <a16:creationId xmlns:a16="http://schemas.microsoft.com/office/drawing/2014/main" id="{FCF1C0EB-218D-BA8E-C7D3-7794B440B932}"/>
              </a:ext>
            </a:extLst>
          </p:cNvPr>
          <p:cNvPicPr>
            <a:picLocks noChangeAspect="1"/>
          </p:cNvPicPr>
          <p:nvPr/>
        </p:nvPicPr>
        <p:blipFill>
          <a:blip>
            <a:extLst>
              <a:ext uri="{96DAC541-7B7A-43D3-8B79-37D633B846F1}">
                <asvg:svgBlip xmlns:asvg="http://schemas.microsoft.com/office/drawing/2016/SVG/main" r:embed="rId61"/>
              </a:ext>
            </a:extLst>
          </a:blip>
          <a:stretch>
            <a:fillRect/>
          </a:stretch>
        </p:blipFill>
        <p:spPr>
          <a:xfrm>
            <a:off x="2737229" y="4878960"/>
            <a:ext cx="298174" cy="331304"/>
          </a:xfrm>
          <a:prstGeom prst="rect">
            <a:avLst/>
          </a:prstGeom>
        </p:spPr>
      </p:pic>
      <p:pic>
        <p:nvPicPr>
          <p:cNvPr id="529" name="Grafik 528">
            <a:extLst>
              <a:ext uri="{FF2B5EF4-FFF2-40B4-BE49-F238E27FC236}">
                <a16:creationId xmlns:a16="http://schemas.microsoft.com/office/drawing/2014/main" id="{5D1A9F1B-6C77-7B5A-1B82-4A28D299ED45}"/>
              </a:ext>
            </a:extLst>
          </p:cNvPr>
          <p:cNvPicPr>
            <a:picLocks noChangeAspect="1"/>
          </p:cNvPicPr>
          <p:nvPr/>
        </p:nvPicPr>
        <p:blipFill>
          <a:blip>
            <a:extLst>
              <a:ext uri="{96DAC541-7B7A-43D3-8B79-37D633B846F1}">
                <asvg:svgBlip xmlns:asvg="http://schemas.microsoft.com/office/drawing/2016/SVG/main" r:embed="rId62"/>
              </a:ext>
            </a:extLst>
          </a:blip>
          <a:stretch>
            <a:fillRect/>
          </a:stretch>
        </p:blipFill>
        <p:spPr>
          <a:xfrm>
            <a:off x="1852074" y="4924986"/>
            <a:ext cx="320211" cy="278444"/>
          </a:xfrm>
          <a:prstGeom prst="rect">
            <a:avLst/>
          </a:prstGeom>
        </p:spPr>
      </p:pic>
      <p:pic>
        <p:nvPicPr>
          <p:cNvPr id="531" name="Grafik 530">
            <a:extLst>
              <a:ext uri="{FF2B5EF4-FFF2-40B4-BE49-F238E27FC236}">
                <a16:creationId xmlns:a16="http://schemas.microsoft.com/office/drawing/2014/main" id="{4BA9B553-B770-F5AC-76C9-E03DF6DA3790}"/>
              </a:ext>
            </a:extLst>
          </p:cNvPr>
          <p:cNvPicPr>
            <a:picLocks noChangeAspect="1"/>
          </p:cNvPicPr>
          <p:nvPr/>
        </p:nvPicPr>
        <p:blipFill>
          <a:blip>
            <a:extLst>
              <a:ext uri="{96DAC541-7B7A-43D3-8B79-37D633B846F1}">
                <asvg:svgBlip xmlns:asvg="http://schemas.microsoft.com/office/drawing/2016/SVG/main" r:embed="rId63"/>
              </a:ext>
            </a:extLst>
          </a:blip>
          <a:stretch>
            <a:fillRect/>
          </a:stretch>
        </p:blipFill>
        <p:spPr>
          <a:xfrm>
            <a:off x="923851" y="4865775"/>
            <a:ext cx="298173" cy="347869"/>
          </a:xfrm>
          <a:prstGeom prst="rect">
            <a:avLst/>
          </a:prstGeom>
        </p:spPr>
      </p:pic>
      <p:pic>
        <p:nvPicPr>
          <p:cNvPr id="533" name="Grafik 532">
            <a:extLst>
              <a:ext uri="{FF2B5EF4-FFF2-40B4-BE49-F238E27FC236}">
                <a16:creationId xmlns:a16="http://schemas.microsoft.com/office/drawing/2014/main" id="{2A0B10F2-F753-1F31-9F20-9227DF1DE3D3}"/>
              </a:ext>
            </a:extLst>
          </p:cNvPr>
          <p:cNvPicPr>
            <a:picLocks noChangeAspect="1"/>
          </p:cNvPicPr>
          <p:nvPr/>
        </p:nvPicPr>
        <p:blipFill>
          <a:blip>
            <a:extLst>
              <a:ext uri="{96DAC541-7B7A-43D3-8B79-37D633B846F1}">
                <asvg:svgBlip xmlns:asvg="http://schemas.microsoft.com/office/drawing/2016/SVG/main" r:embed="rId64"/>
              </a:ext>
            </a:extLst>
          </a:blip>
          <a:stretch>
            <a:fillRect/>
          </a:stretch>
        </p:blipFill>
        <p:spPr>
          <a:xfrm>
            <a:off x="8090723" y="4865775"/>
            <a:ext cx="149087" cy="347869"/>
          </a:xfrm>
          <a:prstGeom prst="rect">
            <a:avLst/>
          </a:prstGeom>
        </p:spPr>
      </p:pic>
      <p:pic>
        <p:nvPicPr>
          <p:cNvPr id="544" name="Grafik 543">
            <a:extLst>
              <a:ext uri="{FF2B5EF4-FFF2-40B4-BE49-F238E27FC236}">
                <a16:creationId xmlns:a16="http://schemas.microsoft.com/office/drawing/2014/main" id="{F7D91601-5D4A-5E84-6900-B23B1C30123B}"/>
              </a:ext>
            </a:extLst>
          </p:cNvPr>
          <p:cNvPicPr>
            <a:picLocks noChangeAspect="1"/>
          </p:cNvPicPr>
          <p:nvPr/>
        </p:nvPicPr>
        <p:blipFill>
          <a:blip>
            <a:extLst>
              <a:ext uri="{96DAC541-7B7A-43D3-8B79-37D633B846F1}">
                <asvg:svgBlip xmlns:asvg="http://schemas.microsoft.com/office/drawing/2016/SVG/main" r:embed="rId65"/>
              </a:ext>
            </a:extLst>
          </a:blip>
          <a:stretch>
            <a:fillRect/>
          </a:stretch>
        </p:blipFill>
        <p:spPr>
          <a:xfrm>
            <a:off x="4436636" y="4903711"/>
            <a:ext cx="298173" cy="347869"/>
          </a:xfrm>
          <a:prstGeom prst="rect">
            <a:avLst/>
          </a:prstGeom>
        </p:spPr>
      </p:pic>
      <p:pic>
        <p:nvPicPr>
          <p:cNvPr id="546" name="Grafik 545">
            <a:extLst>
              <a:ext uri="{FF2B5EF4-FFF2-40B4-BE49-F238E27FC236}">
                <a16:creationId xmlns:a16="http://schemas.microsoft.com/office/drawing/2014/main" id="{B35001D3-C33D-A0EA-B728-07D6BBEE98B9}"/>
              </a:ext>
            </a:extLst>
          </p:cNvPr>
          <p:cNvPicPr>
            <a:picLocks noChangeAspect="1"/>
          </p:cNvPicPr>
          <p:nvPr/>
        </p:nvPicPr>
        <p:blipFill>
          <a:blip>
            <a:extLst>
              <a:ext uri="{96DAC541-7B7A-43D3-8B79-37D633B846F1}">
                <asvg:svgBlip xmlns:asvg="http://schemas.microsoft.com/office/drawing/2016/SVG/main" r:embed="rId66"/>
              </a:ext>
            </a:extLst>
          </a:blip>
          <a:stretch>
            <a:fillRect/>
          </a:stretch>
        </p:blipFill>
        <p:spPr>
          <a:xfrm>
            <a:off x="6163797" y="4912098"/>
            <a:ext cx="259968" cy="305845"/>
          </a:xfrm>
          <a:prstGeom prst="rect">
            <a:avLst/>
          </a:prstGeom>
        </p:spPr>
      </p:pic>
      <p:pic>
        <p:nvPicPr>
          <p:cNvPr id="548" name="Grafik 547">
            <a:extLst>
              <a:ext uri="{FF2B5EF4-FFF2-40B4-BE49-F238E27FC236}">
                <a16:creationId xmlns:a16="http://schemas.microsoft.com/office/drawing/2014/main" id="{65FF3DBC-ADAA-58B3-DE13-54678CA84CE2}"/>
              </a:ext>
            </a:extLst>
          </p:cNvPr>
          <p:cNvPicPr>
            <a:picLocks noChangeAspect="1"/>
          </p:cNvPicPr>
          <p:nvPr/>
        </p:nvPicPr>
        <p:blipFill>
          <a:blip>
            <a:extLst>
              <a:ext uri="{96DAC541-7B7A-43D3-8B79-37D633B846F1}">
                <asvg:svgBlip xmlns:asvg="http://schemas.microsoft.com/office/drawing/2016/SVG/main" r:embed="rId67"/>
              </a:ext>
            </a:extLst>
          </a:blip>
          <a:stretch>
            <a:fillRect/>
          </a:stretch>
        </p:blipFill>
        <p:spPr>
          <a:xfrm>
            <a:off x="5160418" y="4878475"/>
            <a:ext cx="496956" cy="314739"/>
          </a:xfrm>
          <a:prstGeom prst="rect">
            <a:avLst/>
          </a:prstGeom>
        </p:spPr>
      </p:pic>
      <p:pic>
        <p:nvPicPr>
          <p:cNvPr id="550" name="Grafik 549">
            <a:extLst>
              <a:ext uri="{FF2B5EF4-FFF2-40B4-BE49-F238E27FC236}">
                <a16:creationId xmlns:a16="http://schemas.microsoft.com/office/drawing/2014/main" id="{2EE475B7-1845-4BE8-E7BC-A15654EDDDB8}"/>
              </a:ext>
            </a:extLst>
          </p:cNvPr>
          <p:cNvPicPr>
            <a:picLocks noChangeAspect="1"/>
          </p:cNvPicPr>
          <p:nvPr/>
        </p:nvPicPr>
        <p:blipFill>
          <a:blip>
            <a:extLst>
              <a:ext uri="{96DAC541-7B7A-43D3-8B79-37D633B846F1}">
                <asvg:svgBlip xmlns:asvg="http://schemas.microsoft.com/office/drawing/2016/SVG/main" r:embed="rId68"/>
              </a:ext>
            </a:extLst>
          </a:blip>
          <a:stretch>
            <a:fillRect/>
          </a:stretch>
        </p:blipFill>
        <p:spPr>
          <a:xfrm>
            <a:off x="7071141" y="4909071"/>
            <a:ext cx="381000" cy="331304"/>
          </a:xfrm>
          <a:prstGeom prst="rect">
            <a:avLst/>
          </a:prstGeom>
        </p:spPr>
      </p:pic>
      <p:pic>
        <p:nvPicPr>
          <p:cNvPr id="395" name="Grafik 394">
            <a:extLst>
              <a:ext uri="{FF2B5EF4-FFF2-40B4-BE49-F238E27FC236}">
                <a16:creationId xmlns:a16="http://schemas.microsoft.com/office/drawing/2014/main" id="{6BECE0A0-214F-CB97-B8DF-30C9D1B99109}"/>
              </a:ext>
            </a:extLst>
          </p:cNvPr>
          <p:cNvPicPr>
            <a:picLocks noChangeAspect="1"/>
          </p:cNvPicPr>
          <p:nvPr/>
        </p:nvPicPr>
        <p:blipFill>
          <a:blip>
            <a:extLst>
              <a:ext uri="{96DAC541-7B7A-43D3-8B79-37D633B846F1}">
                <asvg:svgBlip xmlns:asvg="http://schemas.microsoft.com/office/drawing/2016/SVG/main" r:embed="rId69"/>
              </a:ext>
            </a:extLst>
          </a:blip>
          <a:stretch>
            <a:fillRect/>
          </a:stretch>
        </p:blipFill>
        <p:spPr>
          <a:xfrm>
            <a:off x="3600993" y="4262645"/>
            <a:ext cx="265043" cy="67046"/>
          </a:xfrm>
          <a:prstGeom prst="rect">
            <a:avLst/>
          </a:prstGeom>
        </p:spPr>
      </p:pic>
      <p:pic>
        <p:nvPicPr>
          <p:cNvPr id="2" name="Grafik 1">
            <a:extLst>
              <a:ext uri="{FF2B5EF4-FFF2-40B4-BE49-F238E27FC236}">
                <a16:creationId xmlns:a16="http://schemas.microsoft.com/office/drawing/2014/main" id="{3D5505F7-914A-164A-B043-53B4540F55BF}"/>
              </a:ext>
            </a:extLst>
          </p:cNvPr>
          <p:cNvPicPr>
            <a:picLocks noChangeAspect="1"/>
          </p:cNvPicPr>
          <p:nvPr/>
        </p:nvPicPr>
        <p:blipFill>
          <a:blip>
            <a:extLst>
              <a:ext uri="{96DAC541-7B7A-43D3-8B79-37D633B846F1}">
                <asvg:svgBlip xmlns:asvg="http://schemas.microsoft.com/office/drawing/2016/SVG/main" r:embed="rId69"/>
              </a:ext>
            </a:extLst>
          </a:blip>
          <a:stretch>
            <a:fillRect/>
          </a:stretch>
        </p:blipFill>
        <p:spPr>
          <a:xfrm rot="5400000">
            <a:off x="2711924" y="4262644"/>
            <a:ext cx="265043" cy="67046"/>
          </a:xfrm>
          <a:prstGeom prst="rect">
            <a:avLst/>
          </a:prstGeom>
        </p:spPr>
      </p:pic>
      <p:pic>
        <p:nvPicPr>
          <p:cNvPr id="6" name="Grafik 5">
            <a:extLst>
              <a:ext uri="{FF2B5EF4-FFF2-40B4-BE49-F238E27FC236}">
                <a16:creationId xmlns:a16="http://schemas.microsoft.com/office/drawing/2014/main" id="{B0FCBD53-B557-A20B-D15D-77959AAB3657}"/>
              </a:ext>
            </a:extLst>
          </p:cNvPr>
          <p:cNvPicPr>
            <a:picLocks noChangeAspect="1"/>
          </p:cNvPicPr>
          <p:nvPr/>
        </p:nvPicPr>
        <p:blipFill>
          <a:blip>
            <a:extLst>
              <a:ext uri="{96DAC541-7B7A-43D3-8B79-37D633B846F1}">
                <asvg:svgBlip xmlns:asvg="http://schemas.microsoft.com/office/drawing/2016/SVG/main" r:embed="rId70"/>
              </a:ext>
            </a:extLst>
          </a:blip>
          <a:stretch>
            <a:fillRect/>
          </a:stretch>
        </p:blipFill>
        <p:spPr>
          <a:xfrm>
            <a:off x="8904286" y="4902411"/>
            <a:ext cx="290803" cy="290803"/>
          </a:xfrm>
          <a:prstGeom prst="rect">
            <a:avLst/>
          </a:prstGeom>
        </p:spPr>
      </p:pic>
      <p:pic>
        <p:nvPicPr>
          <p:cNvPr id="450" name="Grafik 449">
            <a:extLst>
              <a:ext uri="{FF2B5EF4-FFF2-40B4-BE49-F238E27FC236}">
                <a16:creationId xmlns:a16="http://schemas.microsoft.com/office/drawing/2014/main" id="{A081CAF8-7EEE-5788-43C6-F834BC7394E9}"/>
              </a:ext>
            </a:extLst>
          </p:cNvPr>
          <p:cNvPicPr>
            <a:picLocks noChangeAspect="1"/>
          </p:cNvPicPr>
          <p:nvPr/>
        </p:nvPicPr>
        <p:blipFill>
          <a:blip>
            <a:extLst>
              <a:ext uri="{96DAC541-7B7A-43D3-8B79-37D633B846F1}">
                <asvg:svgBlip xmlns:asvg="http://schemas.microsoft.com/office/drawing/2016/SVG/main" r:embed="rId71"/>
              </a:ext>
            </a:extLst>
          </a:blip>
          <a:stretch>
            <a:fillRect/>
          </a:stretch>
        </p:blipFill>
        <p:spPr>
          <a:xfrm>
            <a:off x="9759599" y="4933529"/>
            <a:ext cx="318051" cy="318051"/>
          </a:xfrm>
          <a:prstGeom prst="rect">
            <a:avLst/>
          </a:prstGeom>
        </p:spPr>
      </p:pic>
      <p:pic>
        <p:nvPicPr>
          <p:cNvPr id="482" name="Grafik 481">
            <a:extLst>
              <a:ext uri="{FF2B5EF4-FFF2-40B4-BE49-F238E27FC236}">
                <a16:creationId xmlns:a16="http://schemas.microsoft.com/office/drawing/2014/main" id="{9A01812D-3ACF-0470-9349-C0832161649B}"/>
              </a:ext>
            </a:extLst>
          </p:cNvPr>
          <p:cNvPicPr>
            <a:picLocks noChangeAspect="1"/>
          </p:cNvPicPr>
          <p:nvPr/>
        </p:nvPicPr>
        <p:blipFill>
          <a:blip>
            <a:extLst>
              <a:ext uri="{96DAC541-7B7A-43D3-8B79-37D633B846F1}">
                <asvg:svgBlip xmlns:asvg="http://schemas.microsoft.com/office/drawing/2016/SVG/main" r:embed="rId72"/>
              </a:ext>
            </a:extLst>
          </a:blip>
          <a:stretch>
            <a:fillRect/>
          </a:stretch>
        </p:blipFill>
        <p:spPr>
          <a:xfrm>
            <a:off x="910528" y="5689567"/>
            <a:ext cx="320048" cy="228606"/>
          </a:xfrm>
          <a:prstGeom prst="rect">
            <a:avLst/>
          </a:prstGeom>
        </p:spPr>
      </p:pic>
      <p:pic>
        <p:nvPicPr>
          <p:cNvPr id="494" name="Grafik 493">
            <a:extLst>
              <a:ext uri="{FF2B5EF4-FFF2-40B4-BE49-F238E27FC236}">
                <a16:creationId xmlns:a16="http://schemas.microsoft.com/office/drawing/2014/main" id="{5624629A-8581-831B-754C-D8DD1B078460}"/>
              </a:ext>
            </a:extLst>
          </p:cNvPr>
          <p:cNvPicPr>
            <a:picLocks noChangeAspect="1"/>
          </p:cNvPicPr>
          <p:nvPr/>
        </p:nvPicPr>
        <p:blipFill>
          <a:blip>
            <a:extLst>
              <a:ext uri="{96DAC541-7B7A-43D3-8B79-37D633B846F1}">
                <asvg:svgBlip xmlns:asvg="http://schemas.microsoft.com/office/drawing/2016/SVG/main" r:embed="rId73"/>
              </a:ext>
            </a:extLst>
          </a:blip>
          <a:stretch>
            <a:fillRect/>
          </a:stretch>
        </p:blipFill>
        <p:spPr>
          <a:xfrm>
            <a:off x="1774915" y="5679510"/>
            <a:ext cx="436567" cy="332623"/>
          </a:xfrm>
          <a:prstGeom prst="rect">
            <a:avLst/>
          </a:prstGeom>
        </p:spPr>
      </p:pic>
      <p:pic>
        <p:nvPicPr>
          <p:cNvPr id="498" name="Grafik 497">
            <a:extLst>
              <a:ext uri="{FF2B5EF4-FFF2-40B4-BE49-F238E27FC236}">
                <a16:creationId xmlns:a16="http://schemas.microsoft.com/office/drawing/2014/main" id="{6E7B5023-E20C-9FCD-BF6E-C1D17A833ECD}"/>
              </a:ext>
            </a:extLst>
          </p:cNvPr>
          <p:cNvPicPr>
            <a:picLocks noChangeAspect="1"/>
          </p:cNvPicPr>
          <p:nvPr/>
        </p:nvPicPr>
        <p:blipFill>
          <a:blip>
            <a:extLst>
              <a:ext uri="{96DAC541-7B7A-43D3-8B79-37D633B846F1}">
                <asvg:svgBlip xmlns:asvg="http://schemas.microsoft.com/office/drawing/2016/SVG/main" r:embed="rId74"/>
              </a:ext>
            </a:extLst>
          </a:blip>
          <a:stretch>
            <a:fillRect/>
          </a:stretch>
        </p:blipFill>
        <p:spPr>
          <a:xfrm>
            <a:off x="2691192" y="5710283"/>
            <a:ext cx="436567" cy="311834"/>
          </a:xfrm>
          <a:prstGeom prst="rect">
            <a:avLst/>
          </a:prstGeom>
        </p:spPr>
      </p:pic>
      <p:pic>
        <p:nvPicPr>
          <p:cNvPr id="502" name="Grafik 501">
            <a:extLst>
              <a:ext uri="{FF2B5EF4-FFF2-40B4-BE49-F238E27FC236}">
                <a16:creationId xmlns:a16="http://schemas.microsoft.com/office/drawing/2014/main" id="{93126D47-D633-04FD-14F5-D531D0920645}"/>
              </a:ext>
            </a:extLst>
          </p:cNvPr>
          <p:cNvPicPr>
            <a:picLocks noChangeAspect="1"/>
          </p:cNvPicPr>
          <p:nvPr/>
        </p:nvPicPr>
        <p:blipFill>
          <a:blip>
            <a:extLst>
              <a:ext uri="{96DAC541-7B7A-43D3-8B79-37D633B846F1}">
                <asvg:svgBlip xmlns:asvg="http://schemas.microsoft.com/office/drawing/2016/SVG/main" r:embed="rId75"/>
              </a:ext>
            </a:extLst>
          </a:blip>
          <a:stretch>
            <a:fillRect/>
          </a:stretch>
        </p:blipFill>
        <p:spPr>
          <a:xfrm>
            <a:off x="3546414" y="5647916"/>
            <a:ext cx="374201" cy="374201"/>
          </a:xfrm>
          <a:prstGeom prst="rect">
            <a:avLst/>
          </a:prstGeom>
        </p:spPr>
      </p:pic>
      <p:pic>
        <p:nvPicPr>
          <p:cNvPr id="506" name="Grafik 505">
            <a:extLst>
              <a:ext uri="{FF2B5EF4-FFF2-40B4-BE49-F238E27FC236}">
                <a16:creationId xmlns:a16="http://schemas.microsoft.com/office/drawing/2014/main" id="{983A2F03-B2ED-3D31-3A2C-F1C45199AC43}"/>
              </a:ext>
            </a:extLst>
          </p:cNvPr>
          <p:cNvPicPr>
            <a:picLocks noChangeAspect="1"/>
          </p:cNvPicPr>
          <p:nvPr/>
        </p:nvPicPr>
        <p:blipFill>
          <a:blip>
            <a:extLst>
              <a:ext uri="{96DAC541-7B7A-43D3-8B79-37D633B846F1}">
                <asvg:svgBlip xmlns:asvg="http://schemas.microsoft.com/office/drawing/2016/SVG/main" r:embed="rId76"/>
              </a:ext>
            </a:extLst>
          </a:blip>
          <a:stretch>
            <a:fillRect/>
          </a:stretch>
        </p:blipFill>
        <p:spPr>
          <a:xfrm>
            <a:off x="4409016" y="5672057"/>
            <a:ext cx="353412" cy="332623"/>
          </a:xfrm>
          <a:prstGeom prst="rect">
            <a:avLst/>
          </a:prstGeom>
        </p:spPr>
      </p:pic>
      <p:pic>
        <p:nvPicPr>
          <p:cNvPr id="510" name="Grafik 509">
            <a:extLst>
              <a:ext uri="{FF2B5EF4-FFF2-40B4-BE49-F238E27FC236}">
                <a16:creationId xmlns:a16="http://schemas.microsoft.com/office/drawing/2014/main" id="{E61F7D48-D518-B0C7-EBCB-40F3890791CA}"/>
              </a:ext>
            </a:extLst>
          </p:cNvPr>
          <p:cNvPicPr>
            <a:picLocks noChangeAspect="1"/>
          </p:cNvPicPr>
          <p:nvPr/>
        </p:nvPicPr>
        <p:blipFill>
          <a:blip>
            <a:extLst>
              <a:ext uri="{96DAC541-7B7A-43D3-8B79-37D633B846F1}">
                <asvg:svgBlip xmlns:asvg="http://schemas.microsoft.com/office/drawing/2016/SVG/main" r:embed="rId77"/>
              </a:ext>
            </a:extLst>
          </a:blip>
          <a:stretch>
            <a:fillRect/>
          </a:stretch>
        </p:blipFill>
        <p:spPr>
          <a:xfrm>
            <a:off x="5212856" y="5652297"/>
            <a:ext cx="353412" cy="415779"/>
          </a:xfrm>
          <a:prstGeom prst="rect">
            <a:avLst/>
          </a:prstGeom>
        </p:spPr>
      </p:pic>
      <p:pic>
        <p:nvPicPr>
          <p:cNvPr id="514" name="Grafik 513">
            <a:extLst>
              <a:ext uri="{FF2B5EF4-FFF2-40B4-BE49-F238E27FC236}">
                <a16:creationId xmlns:a16="http://schemas.microsoft.com/office/drawing/2014/main" id="{A1FFF5B3-34DB-A960-0D48-6B3B1D89734C}"/>
              </a:ext>
            </a:extLst>
          </p:cNvPr>
          <p:cNvPicPr>
            <a:picLocks noChangeAspect="1"/>
          </p:cNvPicPr>
          <p:nvPr/>
        </p:nvPicPr>
        <p:blipFill>
          <a:blip>
            <a:extLst>
              <a:ext uri="{96DAC541-7B7A-43D3-8B79-37D633B846F1}">
                <asvg:svgBlip xmlns:asvg="http://schemas.microsoft.com/office/drawing/2016/SVG/main" r:embed="rId78"/>
              </a:ext>
            </a:extLst>
          </a:blip>
          <a:stretch>
            <a:fillRect/>
          </a:stretch>
        </p:blipFill>
        <p:spPr>
          <a:xfrm>
            <a:off x="6176593" y="5705518"/>
            <a:ext cx="249468" cy="249468"/>
          </a:xfrm>
          <a:prstGeom prst="rect">
            <a:avLst/>
          </a:prstGeom>
        </p:spPr>
      </p:pic>
      <p:pic>
        <p:nvPicPr>
          <p:cNvPr id="516" name="Grafik 515">
            <a:extLst>
              <a:ext uri="{FF2B5EF4-FFF2-40B4-BE49-F238E27FC236}">
                <a16:creationId xmlns:a16="http://schemas.microsoft.com/office/drawing/2014/main" id="{78D02CFA-EF61-30CB-9D8F-30A71C4B319D}"/>
              </a:ext>
            </a:extLst>
          </p:cNvPr>
          <p:cNvPicPr>
            <a:picLocks noChangeAspect="1"/>
          </p:cNvPicPr>
          <p:nvPr/>
        </p:nvPicPr>
        <p:blipFill>
          <a:blip>
            <a:extLst>
              <a:ext uri="{96DAC541-7B7A-43D3-8B79-37D633B846F1}">
                <asvg:svgBlip xmlns:asvg="http://schemas.microsoft.com/office/drawing/2016/SVG/main" r:embed="rId79"/>
              </a:ext>
            </a:extLst>
          </a:blip>
          <a:stretch>
            <a:fillRect/>
          </a:stretch>
        </p:blipFill>
        <p:spPr>
          <a:xfrm>
            <a:off x="7095330" y="5700299"/>
            <a:ext cx="332623" cy="291045"/>
          </a:xfrm>
          <a:prstGeom prst="rect">
            <a:avLst/>
          </a:prstGeom>
        </p:spPr>
      </p:pic>
      <p:pic>
        <p:nvPicPr>
          <p:cNvPr id="10" name="Grafik 9">
            <a:extLst>
              <a:ext uri="{FF2B5EF4-FFF2-40B4-BE49-F238E27FC236}">
                <a16:creationId xmlns:a16="http://schemas.microsoft.com/office/drawing/2014/main" id="{E17F7F0E-47F6-713A-520E-EB57BB4FE9F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0"/>
              </a:ext>
            </a:extLst>
          </a:blip>
          <a:stretch>
            <a:fillRect/>
          </a:stretch>
        </p:blipFill>
        <p:spPr>
          <a:xfrm>
            <a:off x="8875397" y="5666948"/>
            <a:ext cx="299442" cy="324396"/>
          </a:xfrm>
          <a:prstGeom prst="rect">
            <a:avLst/>
          </a:prstGeom>
        </p:spPr>
      </p:pic>
      <p:pic>
        <p:nvPicPr>
          <p:cNvPr id="14" name="Grafik 13">
            <a:extLst>
              <a:ext uri="{FF2B5EF4-FFF2-40B4-BE49-F238E27FC236}">
                <a16:creationId xmlns:a16="http://schemas.microsoft.com/office/drawing/2014/main" id="{164C563B-B6B9-1597-0C88-A69F3B0F3D9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1"/>
              </a:ext>
            </a:extLst>
          </a:blip>
          <a:stretch>
            <a:fillRect/>
          </a:stretch>
        </p:blipFill>
        <p:spPr>
          <a:xfrm>
            <a:off x="10665981" y="4995461"/>
            <a:ext cx="242708" cy="222482"/>
          </a:xfrm>
          <a:prstGeom prst="rect">
            <a:avLst/>
          </a:prstGeom>
        </p:spPr>
      </p:pic>
      <p:pic>
        <p:nvPicPr>
          <p:cNvPr id="18" name="Grafik 17">
            <a:extLst>
              <a:ext uri="{FF2B5EF4-FFF2-40B4-BE49-F238E27FC236}">
                <a16:creationId xmlns:a16="http://schemas.microsoft.com/office/drawing/2014/main" id="{93435172-CC83-E1E2-BDD0-CE836A81F6C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2"/>
              </a:ext>
            </a:extLst>
          </a:blip>
          <a:stretch>
            <a:fillRect/>
          </a:stretch>
        </p:blipFill>
        <p:spPr>
          <a:xfrm>
            <a:off x="8008744" y="5704097"/>
            <a:ext cx="301156" cy="261002"/>
          </a:xfrm>
          <a:prstGeom prst="rect">
            <a:avLst/>
          </a:prstGeom>
        </p:spPr>
      </p:pic>
      <p:pic>
        <p:nvPicPr>
          <p:cNvPr id="22" name="Grafik 21">
            <a:extLst>
              <a:ext uri="{FF2B5EF4-FFF2-40B4-BE49-F238E27FC236}">
                <a16:creationId xmlns:a16="http://schemas.microsoft.com/office/drawing/2014/main" id="{F60DA0A8-90D6-7C7F-21B5-7F3A2BF535E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3"/>
              </a:ext>
            </a:extLst>
          </a:blip>
          <a:stretch>
            <a:fillRect/>
          </a:stretch>
        </p:blipFill>
        <p:spPr>
          <a:xfrm>
            <a:off x="11377542" y="5712278"/>
            <a:ext cx="242708" cy="242708"/>
          </a:xfrm>
          <a:prstGeom prst="rect">
            <a:avLst/>
          </a:prstGeom>
        </p:spPr>
      </p:pic>
      <p:pic>
        <p:nvPicPr>
          <p:cNvPr id="26" name="Grafik 25">
            <a:extLst>
              <a:ext uri="{FF2B5EF4-FFF2-40B4-BE49-F238E27FC236}">
                <a16:creationId xmlns:a16="http://schemas.microsoft.com/office/drawing/2014/main" id="{8F638B64-167A-2E73-2EB4-CB6F11DFA2F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4"/>
              </a:ext>
            </a:extLst>
          </a:blip>
          <a:stretch>
            <a:fillRect/>
          </a:stretch>
        </p:blipFill>
        <p:spPr>
          <a:xfrm>
            <a:off x="10632735" y="5700299"/>
            <a:ext cx="343835" cy="222482"/>
          </a:xfrm>
          <a:prstGeom prst="rect">
            <a:avLst/>
          </a:prstGeom>
        </p:spPr>
      </p:pic>
      <p:pic>
        <p:nvPicPr>
          <p:cNvPr id="30" name="Grafik 29">
            <a:extLst>
              <a:ext uri="{FF2B5EF4-FFF2-40B4-BE49-F238E27FC236}">
                <a16:creationId xmlns:a16="http://schemas.microsoft.com/office/drawing/2014/main" id="{7C11017C-8631-3491-EAA1-4B769DA4E22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5"/>
              </a:ext>
            </a:extLst>
          </a:blip>
          <a:stretch>
            <a:fillRect/>
          </a:stretch>
        </p:blipFill>
        <p:spPr>
          <a:xfrm>
            <a:off x="9713008" y="5702166"/>
            <a:ext cx="262933" cy="262933"/>
          </a:xfrm>
          <a:prstGeom prst="rect">
            <a:avLst/>
          </a:prstGeom>
        </p:spPr>
      </p:pic>
      <p:sp>
        <p:nvSpPr>
          <p:cNvPr id="4" name="Textfeld 10">
            <a:extLst>
              <a:ext uri="{FF2B5EF4-FFF2-40B4-BE49-F238E27FC236}">
                <a16:creationId xmlns:a16="http://schemas.microsoft.com/office/drawing/2014/main" id="{FF46759A-5FFC-E0D5-7A50-D0DCF9EDFC82}"/>
              </a:ext>
            </a:extLst>
          </p:cNvPr>
          <p:cNvSpPr/>
          <p:nvPr/>
        </p:nvSpPr>
        <p:spPr>
          <a:xfrm>
            <a:off x="609600" y="477433"/>
            <a:ext cx="3249360" cy="398655"/>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822960">
              <a:lnSpc>
                <a:spcPct val="100000"/>
              </a:lnSpc>
            </a:pPr>
            <a:r>
              <a:rPr lang="de-DE" sz="2000" strike="noStrike" spc="-1" dirty="0">
                <a:ea typeface="Noto Sans Medium" panose="020B0502040504020204" pitchFamily="34" charset="0"/>
                <a:cs typeface="Noto Sans Medium" panose="020B0502040504020204" pitchFamily="34" charset="0"/>
              </a:rPr>
              <a:t>Symbole</a:t>
            </a:r>
          </a:p>
        </p:txBody>
      </p:sp>
    </p:spTree>
    <p:extLst>
      <p:ext uri="{BB962C8B-B14F-4D97-AF65-F5344CB8AC3E}">
        <p14:creationId xmlns:p14="http://schemas.microsoft.com/office/powerpoint/2010/main" val="3106317598"/>
      </p:ext>
    </p:extLst>
  </p:cSld>
  <p:clrMapOvr>
    <a:masterClrMapping/>
  </p:clrMapOvr>
</p:sld>
</file>

<file path=ppt/theme/theme1.xml><?xml version="1.0" encoding="utf-8"?>
<a:theme xmlns:a="http://schemas.openxmlformats.org/drawingml/2006/main" name="TUD Standard_20 pt">
  <a:themeElements>
    <a:clrScheme name="TUD_2025_Blau-Türkis">
      <a:dk1>
        <a:srgbClr val="000000"/>
      </a:dk1>
      <a:lt1>
        <a:sysClr val="window" lastClr="FFFFFF"/>
      </a:lt1>
      <a:dk2>
        <a:srgbClr val="566371"/>
      </a:dk2>
      <a:lt2>
        <a:srgbClr val="FFFFFF"/>
      </a:lt2>
      <a:accent1>
        <a:srgbClr val="00008C"/>
      </a:accent1>
      <a:accent2>
        <a:srgbClr val="97C6FF"/>
      </a:accent2>
      <a:accent3>
        <a:srgbClr val="2F57B2"/>
      </a:accent3>
      <a:accent4>
        <a:srgbClr val="00005A"/>
      </a:accent4>
      <a:accent5>
        <a:srgbClr val="0A777F"/>
      </a:accent5>
      <a:accent6>
        <a:srgbClr val="8CE6D7"/>
      </a:accent6>
      <a:hlink>
        <a:srgbClr val="00008C"/>
      </a:hlink>
      <a:folHlink>
        <a:srgbClr val="2F57B2"/>
      </a:folHlink>
    </a:clrScheme>
    <a:fontScheme name="TUD_2025_Noto Sans">
      <a:majorFont>
        <a:latin typeface="Noto Sans Medium"/>
        <a:ea typeface=""/>
        <a:cs typeface=""/>
      </a:majorFont>
      <a:minorFont>
        <a:latin typeface="Noto Sans"/>
        <a:ea typeface=""/>
        <a:cs typeface=""/>
      </a:minorFont>
    </a:fontScheme>
    <a:fmtScheme name="Subtile Körper">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Zwischenseiten mit Shape">
  <a:themeElements>
    <a:clrScheme name="TUD_2025_Blau-Türkis">
      <a:dk1>
        <a:srgbClr val="000000"/>
      </a:dk1>
      <a:lt1>
        <a:sysClr val="window" lastClr="FFFFFF"/>
      </a:lt1>
      <a:dk2>
        <a:srgbClr val="566371"/>
      </a:dk2>
      <a:lt2>
        <a:srgbClr val="FFFFFF"/>
      </a:lt2>
      <a:accent1>
        <a:srgbClr val="00008C"/>
      </a:accent1>
      <a:accent2>
        <a:srgbClr val="97C6FF"/>
      </a:accent2>
      <a:accent3>
        <a:srgbClr val="2F57B2"/>
      </a:accent3>
      <a:accent4>
        <a:srgbClr val="00005A"/>
      </a:accent4>
      <a:accent5>
        <a:srgbClr val="0A777F"/>
      </a:accent5>
      <a:accent6>
        <a:srgbClr val="8CE6D7"/>
      </a:accent6>
      <a:hlink>
        <a:srgbClr val="00008C"/>
      </a:hlink>
      <a:folHlink>
        <a:srgbClr val="2F57B2"/>
      </a:folHlink>
    </a:clrScheme>
    <a:fontScheme name="TUD_2025_Noto Sans">
      <a:majorFont>
        <a:latin typeface="Noto Sans Medium"/>
        <a:ea typeface=""/>
        <a:cs typeface=""/>
      </a:majorFont>
      <a:minorFont>
        <a:latin typeface="Noto Sans"/>
        <a:ea typeface=""/>
        <a:cs typeface=""/>
      </a:minorFont>
    </a:fontScheme>
    <a:fmtScheme name="Subtile Körper">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hne Fusszeile - Bilder randabfallend">
  <a:themeElements>
    <a:clrScheme name="TUD-2025__Test_GRK2250">
      <a:dk1>
        <a:srgbClr val="000000"/>
      </a:dk1>
      <a:lt1>
        <a:sysClr val="window" lastClr="FFFFFF"/>
      </a:lt1>
      <a:dk2>
        <a:srgbClr val="566371"/>
      </a:dk2>
      <a:lt2>
        <a:srgbClr val="FFFFFF"/>
      </a:lt2>
      <a:accent1>
        <a:srgbClr val="00008C"/>
      </a:accent1>
      <a:accent2>
        <a:srgbClr val="97C6FF"/>
      </a:accent2>
      <a:accent3>
        <a:srgbClr val="2F57B2"/>
      </a:accent3>
      <a:accent4>
        <a:srgbClr val="BC1589"/>
      </a:accent4>
      <a:accent5>
        <a:srgbClr val="C85000"/>
      </a:accent5>
      <a:accent6>
        <a:srgbClr val="007D4B"/>
      </a:accent6>
      <a:hlink>
        <a:srgbClr val="00008C"/>
      </a:hlink>
      <a:folHlink>
        <a:srgbClr val="2F57B2"/>
      </a:folHlink>
    </a:clrScheme>
    <a:fontScheme name="TUD_2025_Noto Sans">
      <a:majorFont>
        <a:latin typeface="Noto Sans Medium"/>
        <a:ea typeface=""/>
        <a:cs typeface=""/>
      </a:majorFont>
      <a:minorFont>
        <a:latin typeface="Noto Sans"/>
        <a:ea typeface=""/>
        <a:cs typeface=""/>
      </a:minorFont>
    </a:fontScheme>
    <a:fmtScheme name="Subtile Körper">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1817</Words>
  <Application>Microsoft Office PowerPoint</Application>
  <PresentationFormat>Widescreen</PresentationFormat>
  <Paragraphs>259</Paragraphs>
  <Slides>35</Slides>
  <Notes>5</Notes>
  <HiddenSlides>0</HiddenSlides>
  <MMClips>0</MMClips>
  <ScaleCrop>false</ScaleCrop>
  <HeadingPairs>
    <vt:vector size="6" baseType="variant">
      <vt:variant>
        <vt:lpstr>Fonts Used</vt:lpstr>
      </vt:variant>
      <vt:variant>
        <vt:i4>9</vt:i4>
      </vt:variant>
      <vt:variant>
        <vt:lpstr>Theme</vt:lpstr>
      </vt:variant>
      <vt:variant>
        <vt:i4>3</vt:i4>
      </vt:variant>
      <vt:variant>
        <vt:lpstr>Slide Titles</vt:lpstr>
      </vt:variant>
      <vt:variant>
        <vt:i4>35</vt:i4>
      </vt:variant>
    </vt:vector>
  </HeadingPairs>
  <TitlesOfParts>
    <vt:vector size="47" baseType="lpstr">
      <vt:lpstr>Arial</vt:lpstr>
      <vt:lpstr>Calibri</vt:lpstr>
      <vt:lpstr>Noto Sans</vt:lpstr>
      <vt:lpstr>Noto Sans Medium</vt:lpstr>
      <vt:lpstr>Noto Serif</vt:lpstr>
      <vt:lpstr>Noto Serif (Textkörper)</vt:lpstr>
      <vt:lpstr>Noto Serif Light</vt:lpstr>
      <vt:lpstr>Open Sans</vt:lpstr>
      <vt:lpstr>Symbol</vt:lpstr>
      <vt:lpstr>TUD Standard_20 pt</vt:lpstr>
      <vt:lpstr>Zwischenseiten mit Shape</vt:lpstr>
      <vt:lpstr>ohne Fusszeile - Bilder randabfallend</vt:lpstr>
      <vt:lpstr>Teilthema Ihrer Gruppe</vt:lpstr>
      <vt:lpstr>OSAT-Hinweise</vt:lpstr>
      <vt:lpstr>Analyse der Lösung</vt:lpstr>
      <vt:lpstr>OSAT-Hinweise</vt:lpstr>
      <vt:lpstr>Neuronales Netz</vt:lpstr>
      <vt:lpstr>OSAT-Hinweise</vt:lpstr>
      <vt:lpstr>Prinzipien zur Lösung ähnlicher Aufgaben (optional)</vt:lpstr>
      <vt:lpstr>OSAT-Hinweise</vt:lpstr>
      <vt:lpstr>Quellen</vt:lpstr>
      <vt:lpstr>OSAT-Hinweise</vt:lpstr>
      <vt:lpstr>Titel Schriftgröße 34 pt</vt:lpstr>
      <vt:lpstr>TUD Farben</vt:lpstr>
      <vt:lpstr>Lorem ipsum dolor</vt:lpstr>
      <vt:lpstr>Lorem ipsum dolor</vt:lpstr>
      <vt:lpstr>PowerPoint Presentation</vt:lpstr>
      <vt:lpstr>PowerPoint Presentation</vt:lpstr>
      <vt:lpstr>PowerPoint Presentation</vt:lpstr>
      <vt:lpstr>PowerPoint Presentation</vt:lpstr>
      <vt:lpstr>Hier steht der Titel des Abschnitts</vt:lpstr>
      <vt:lpstr>Hier steht der Titel des Abschnitts</vt:lpstr>
      <vt:lpstr>Hier steht der Titel  des Abschnitts</vt:lpstr>
      <vt:lpstr>Hier steht der Titel  des Abschnitts</vt:lpstr>
      <vt:lpstr>Hier steht der Titel des Abschnitts</vt:lpstr>
      <vt:lpstr>Hier steht der Titel der Präsentation</vt:lpstr>
      <vt:lpstr>Randabfallende Bilder als Ausnahme</vt:lpstr>
      <vt:lpstr>Randabfallende Bilder als Ausnahme</vt:lpstr>
      <vt:lpstr>Randabfallende Bilder als Ausnahme</vt:lpstr>
      <vt:lpstr>Randabfallende Bilder als Ausnahme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250805_TUD-Präsentationsvorlage</dc:title>
  <dc:creator>Corporate Design</dc:creator>
  <cp:lastModifiedBy>Duc Hai Nguyen</cp:lastModifiedBy>
  <cp:revision>147</cp:revision>
  <dcterms:created xsi:type="dcterms:W3CDTF">2025-06-02T21:07:03Z</dcterms:created>
  <dcterms:modified xsi:type="dcterms:W3CDTF">2026-05-17T14:39:01Z</dcterms:modified>
</cp:coreProperties>
</file>