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41" r:id="rId2"/>
    <p:sldMasterId id="2147483711" r:id="rId3"/>
  </p:sldMasterIdLst>
  <p:notesMasterIdLst>
    <p:notesMasterId r:id="rId12"/>
  </p:notesMasterIdLst>
  <p:handoutMasterIdLst>
    <p:handoutMasterId r:id="rId13"/>
  </p:handoutMasterIdLst>
  <p:sldIdLst>
    <p:sldId id="256" r:id="rId4"/>
    <p:sldId id="336" r:id="rId5"/>
    <p:sldId id="335" r:id="rId6"/>
    <p:sldId id="320" r:id="rId7"/>
    <p:sldId id="333" r:id="rId8"/>
    <p:sldId id="334" r:id="rId9"/>
    <p:sldId id="304" r:id="rId10"/>
    <p:sldId id="292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83C701C-0B02-F39B-CF72-564DBC6FBC27}" name="Duc Hai Nguyen" initials="DN" userId="b80d323cb1f4b6bf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8C"/>
    <a:srgbClr val="FFFFFF"/>
    <a:srgbClr val="323F4B"/>
    <a:srgbClr val="000000"/>
    <a:srgbClr val="00005A"/>
    <a:srgbClr val="97C6FF"/>
    <a:srgbClr val="C8C8FF"/>
    <a:srgbClr val="FFB9FF"/>
    <a:srgbClr val="FFAAA5"/>
    <a:srgbClr val="FFBE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4599F94E-CEE6-441E-89CC-EB005ECD8F06}">
      <a14:m xmlns:a14="http://schemas.microsoft.com/office/drawing/2010/main">
        <m:mathPr xmlns:m="http://schemas.openxmlformats.org/officeDocument/2006/math">
          <m:brkBin m:val="before"/>
          <m:brkBinSub m:val="--"/>
        </m:mathPr>
      </a14:m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137" autoAdjust="0"/>
  </p:normalViewPr>
  <p:slideViewPr>
    <p:cSldViewPr snapToGrid="0" showGuides="1">
      <p:cViewPr varScale="1">
        <p:scale>
          <a:sx n="81" d="100"/>
          <a:sy n="81" d="100"/>
        </p:scale>
        <p:origin x="754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8403"/>
    </p:cViewPr>
  </p:outlin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084260DF-C685-4FF6-A43E-7F93FB3E64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78901AA-A65C-4D7D-B03E-B88B42C819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B67984-F0B9-4D31-A8F6-8AF021B9C2EF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3CA3E7-8995-4D33-854F-35DAE52EA91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/>
              <a:t>OSAT SS2026 • YOLO26: Bestimmung von Objekt-Posen in Bildern • Seite &lt;Nr.&gt;</a:t>
            </a:r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1351F65-D033-4BD6-A4AB-E115D806FBE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32D436-8D5A-47CC-AED7-9827D8D39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84226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5960CC-0992-4111-87D3-C02B03B2EA6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/>
              <a:t>OSAT SS2026 • YOLO26: Bestimmung von Objekt-Posen in Bildern • Seite &lt;Nr.&gt;</a:t>
            </a:r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EEB764-55E2-4077-8C7A-EB9EFE7145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63365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OSAT SS2026 • YOLO26: Bestimmung von Objekt-Posen in Bildern • Seite &lt;Nr.&gt;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EB764-55E2-4077-8C7A-EB9EFE7145E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377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8.svg"/><Relationship Id="rId4" Type="http://schemas.openxmlformats.org/officeDocument/2006/relationships/image" Target="../media/image3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87645A5-8081-48C3-B5F8-643B270F4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7AE3C1A-CB2F-4CD1-90ED-300793FB0C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14" name="Untertitel 2">
            <a:extLst>
              <a:ext uri="{FF2B5EF4-FFF2-40B4-BE49-F238E27FC236}">
                <a16:creationId xmlns:a16="http://schemas.microsoft.com/office/drawing/2014/main" id="{900D5406-B789-4FDC-AF8E-BA50BEF4269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 userDrawn="1"/>
        </p:nvSpPr>
        <p:spPr>
          <a:xfrm>
            <a:off x="597543" y="6057900"/>
            <a:ext cx="10984857" cy="395287"/>
          </a:xfrm>
          <a:prstGeom prst="rect">
            <a:avLst/>
          </a:prstGeom>
        </p:spPr>
        <p:txBody>
          <a:bodyPr vert="horz" wrap="none" lIns="0" tIns="25200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dirty="0"/>
              <a:t>Dresden, 21.07.2026</a:t>
            </a:r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1" y="404813"/>
            <a:ext cx="1981199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156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B33AC041-1A6E-42F5-81A2-02C98A0F2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3" name="Untertitel 2">
            <a:extLst>
              <a:ext uri="{FF2B5EF4-FFF2-40B4-BE49-F238E27FC236}">
                <a16:creationId xmlns:a16="http://schemas.microsoft.com/office/drawing/2014/main" id="{DA15133A-699F-4D35-8F40-4E67A2D2CB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8" name="Untertitel 2">
            <a:extLst>
              <a:ext uri="{FF2B5EF4-FFF2-40B4-BE49-F238E27FC236}">
                <a16:creationId xmlns:a16="http://schemas.microsoft.com/office/drawing/2014/main" id="{67F0855C-B0D9-41CD-97A7-F4E38BC217F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 userDrawn="1"/>
        </p:nvSpPr>
        <p:spPr>
          <a:xfrm>
            <a:off x="597543" y="6057900"/>
            <a:ext cx="10984857" cy="395287"/>
          </a:xfrm>
          <a:prstGeom prst="rect">
            <a:avLst/>
          </a:prstGeom>
        </p:spPr>
        <p:txBody>
          <a:bodyPr vert="horz" wrap="none" lIns="0" tIns="25200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dirty="0">
                <a:solidFill>
                  <a:srgbClr val="00008C"/>
                </a:solidFill>
              </a:rPr>
              <a:t>Master-Untertitelformat bearbeiten</a:t>
            </a:r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404811"/>
            <a:ext cx="1980000" cy="6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693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Blau-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D9BDB7B-ED04-48F9-A597-5D65D94A3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-5154294" y="-4145914"/>
            <a:ext cx="17099914" cy="17099914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8" name="Untertitel 2">
            <a:extLst>
              <a:ext uri="{FF2B5EF4-FFF2-40B4-BE49-F238E27FC236}">
                <a16:creationId xmlns:a16="http://schemas.microsoft.com/office/drawing/2014/main" id="{25C0215D-C2A9-4288-A167-D96DA6BA38F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 userDrawn="1"/>
        </p:nvSpPr>
        <p:spPr>
          <a:xfrm>
            <a:off x="597543" y="6057900"/>
            <a:ext cx="10984857" cy="395287"/>
          </a:xfrm>
          <a:prstGeom prst="rect">
            <a:avLst/>
          </a:prstGeom>
        </p:spPr>
        <p:txBody>
          <a:bodyPr vert="horz" wrap="none" lIns="0" tIns="25200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dirty="0"/>
              <a:t>Master-Untertitelformat bearbeiten</a:t>
            </a:r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172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_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8" name="Untertitel 2">
            <a:extLst>
              <a:ext uri="{FF2B5EF4-FFF2-40B4-BE49-F238E27FC236}">
                <a16:creationId xmlns:a16="http://schemas.microsoft.com/office/drawing/2014/main" id="{25C0215D-C2A9-4288-A167-D96DA6BA38F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 userDrawn="1"/>
        </p:nvSpPr>
        <p:spPr>
          <a:xfrm>
            <a:off x="597543" y="6057900"/>
            <a:ext cx="10984857" cy="395287"/>
          </a:xfrm>
          <a:prstGeom prst="rect">
            <a:avLst/>
          </a:prstGeom>
        </p:spPr>
        <p:txBody>
          <a:bodyPr vert="horz" wrap="none" lIns="0" tIns="25200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dirty="0"/>
              <a:t>Master-Untertitelformat bearbeiten</a:t>
            </a:r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760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_Blau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4455023C-E286-4137-97BF-103515D6434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43400" y="-2729833"/>
            <a:ext cx="8487697" cy="8933116"/>
          </a:xfrm>
          <a:custGeom>
            <a:avLst/>
            <a:gdLst>
              <a:gd name="connsiteX0" fmla="*/ 14132540 w 14132540"/>
              <a:gd name="connsiteY0" fmla="*/ 0 h 14874190"/>
              <a:gd name="connsiteX1" fmla="*/ 14132540 w 14132540"/>
              <a:gd name="connsiteY1" fmla="*/ 8549569 h 14874190"/>
              <a:gd name="connsiteX2" fmla="*/ 7807920 w 14132540"/>
              <a:gd name="connsiteY2" fmla="*/ 14874190 h 14874190"/>
              <a:gd name="connsiteX3" fmla="*/ 1318488 w 14132540"/>
              <a:gd name="connsiteY3" fmla="*/ 14874190 h 14874190"/>
              <a:gd name="connsiteX4" fmla="*/ 0 w 14132540"/>
              <a:gd name="connsiteY4" fmla="*/ 7437096 h 14874190"/>
              <a:gd name="connsiteX5" fmla="*/ 6695444 w 14132540"/>
              <a:gd name="connsiteY5" fmla="*/ 7437096 h 1487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132540" h="14874190">
                <a:moveTo>
                  <a:pt x="14132540" y="0"/>
                </a:moveTo>
                <a:lnTo>
                  <a:pt x="14132540" y="8549569"/>
                </a:lnTo>
                <a:lnTo>
                  <a:pt x="7807920" y="14874190"/>
                </a:lnTo>
                <a:lnTo>
                  <a:pt x="1318488" y="14874190"/>
                </a:lnTo>
                <a:lnTo>
                  <a:pt x="0" y="7437096"/>
                </a:lnTo>
                <a:lnTo>
                  <a:pt x="6695444" y="7437096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5660C67F-FED1-4A52-8BB6-681602854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1479E72A-70A9-4EE1-A77B-8E907C4A2D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13" name="Untertitel 2">
            <a:extLst>
              <a:ext uri="{FF2B5EF4-FFF2-40B4-BE49-F238E27FC236}">
                <a16:creationId xmlns:a16="http://schemas.microsoft.com/office/drawing/2014/main" id="{C549F246-3DE0-4A33-89D1-F3F79D06D45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 userDrawn="1"/>
        </p:nvSpPr>
        <p:spPr>
          <a:xfrm>
            <a:off x="597543" y="6057900"/>
            <a:ext cx="3737903" cy="395287"/>
          </a:xfrm>
          <a:prstGeom prst="rect">
            <a:avLst/>
          </a:prstGeom>
        </p:spPr>
        <p:txBody>
          <a:bodyPr vert="horz" wrap="none" lIns="0" tIns="25200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dirty="0"/>
              <a:t>Master-Untertitelformat bearbeiten</a:t>
            </a:r>
          </a:p>
        </p:txBody>
      </p:sp>
      <p:pic>
        <p:nvPicPr>
          <p:cNvPr id="14" name="Grafik 13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2ABD550D-91E8-47A8-B795-738A4BCA96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608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Blau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5660C67F-FED1-4A52-8BB6-681602854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1479E72A-70A9-4EE1-A77B-8E907C4A2D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13" name="Untertitel 2">
            <a:extLst>
              <a:ext uri="{FF2B5EF4-FFF2-40B4-BE49-F238E27FC236}">
                <a16:creationId xmlns:a16="http://schemas.microsoft.com/office/drawing/2014/main" id="{C549F246-3DE0-4A33-89D1-F3F79D06D45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 userDrawn="1"/>
        </p:nvSpPr>
        <p:spPr>
          <a:xfrm>
            <a:off x="597543" y="6057900"/>
            <a:ext cx="3737903" cy="395287"/>
          </a:xfrm>
          <a:prstGeom prst="rect">
            <a:avLst/>
          </a:prstGeom>
        </p:spPr>
        <p:txBody>
          <a:bodyPr vert="horz" wrap="none" lIns="0" tIns="25200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dirty="0"/>
              <a:t>Master-Untertitelformat bearbeiten</a:t>
            </a:r>
          </a:p>
        </p:txBody>
      </p:sp>
      <p:pic>
        <p:nvPicPr>
          <p:cNvPr id="14" name="Grafik 13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2ABD550D-91E8-47A8-B795-738A4BCA96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BBB40F93-65D6-4149-B050-3391578239F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62475" y="-1"/>
            <a:ext cx="11220449" cy="6867666"/>
          </a:xfrm>
          <a:custGeom>
            <a:avLst/>
            <a:gdLst>
              <a:gd name="connsiteX0" fmla="*/ 0 w 11204656"/>
              <a:gd name="connsiteY0" fmla="*/ 0 h 6858000"/>
              <a:gd name="connsiteX1" fmla="*/ 11204656 w 11204656"/>
              <a:gd name="connsiteY1" fmla="*/ 0 h 6858000"/>
              <a:gd name="connsiteX2" fmla="*/ 11204656 w 11204656"/>
              <a:gd name="connsiteY2" fmla="*/ 6858000 h 6858000"/>
              <a:gd name="connsiteX3" fmla="*/ 1215824 w 1120465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4656" h="6858000">
                <a:moveTo>
                  <a:pt x="0" y="0"/>
                </a:moveTo>
                <a:lnTo>
                  <a:pt x="11204656" y="0"/>
                </a:lnTo>
                <a:lnTo>
                  <a:pt x="11204656" y="6858000"/>
                </a:lnTo>
                <a:lnTo>
                  <a:pt x="1215824" y="685800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979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youtvorgab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AE24BA-B819-4480-B7C5-BEEF871BD6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Titel Schriftgröße 32pt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EAB754-52DE-483E-9141-006ADE49988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599" y="1736725"/>
            <a:ext cx="10972801" cy="4105275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de-DE" dirty="0"/>
              <a:t>Mastertextformat Schriftgröße 20pt</a:t>
            </a:r>
            <a:br>
              <a:rPr lang="de-DE" dirty="0"/>
            </a:br>
            <a:r>
              <a:rPr lang="de-DE" dirty="0"/>
              <a:t>(Kann vergrößert werden auf 24pt, Minimum Schriftgröße 16 </a:t>
            </a:r>
            <a:r>
              <a:rPr lang="de-DE" dirty="0" err="1"/>
              <a:t>pt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Die Schriftgrößen wurde in folgenden Räumen getestet</a:t>
            </a:r>
          </a:p>
          <a:p>
            <a:pPr lvl="2"/>
            <a:r>
              <a:rPr lang="de-DE" dirty="0"/>
              <a:t>HSZ Audimax</a:t>
            </a:r>
          </a:p>
          <a:p>
            <a:pPr lvl="2"/>
            <a:r>
              <a:rPr lang="de-DE" dirty="0"/>
              <a:t>HSZ Hörsaal 3</a:t>
            </a:r>
          </a:p>
          <a:p>
            <a:pPr lvl="2"/>
            <a:r>
              <a:rPr lang="de-DE" dirty="0"/>
              <a:t>HSZ Seminarraum klein</a:t>
            </a:r>
          </a:p>
          <a:p>
            <a:pPr lvl="1"/>
            <a:r>
              <a:rPr lang="de-DE" dirty="0"/>
              <a:t>In allen drei Räumen ist 20 und 24 </a:t>
            </a:r>
            <a:r>
              <a:rPr lang="de-DE" dirty="0" err="1"/>
              <a:t>pt</a:t>
            </a:r>
            <a:r>
              <a:rPr lang="de-DE" dirty="0"/>
              <a:t> gut lesbar. Im </a:t>
            </a:r>
            <a:r>
              <a:rPr lang="de-DE" dirty="0" err="1"/>
              <a:t>Seminaraum</a:t>
            </a:r>
            <a:r>
              <a:rPr lang="de-DE" dirty="0"/>
              <a:t> ist 16 </a:t>
            </a:r>
            <a:r>
              <a:rPr lang="de-DE" dirty="0" err="1"/>
              <a:t>pt</a:t>
            </a:r>
            <a:r>
              <a:rPr lang="de-DE" dirty="0"/>
              <a:t> grenzwertig klein.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86E97365-2970-48C5-8643-B05B104BD1F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 userDrawn="1"/>
        </p:nvSpPr>
        <p:spPr>
          <a:xfrm>
            <a:off x="8075614" y="6057900"/>
            <a:ext cx="3506786" cy="39528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BC1589"/>
                </a:solidFill>
              </a:rPr>
              <a:t>Platz für Zweitlogos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471FF40-B767-4E15-B8F5-6DAC252E9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052513"/>
            <a:ext cx="12192000" cy="684212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BC1589"/>
                </a:solidFill>
              </a:rPr>
              <a:t>Schutzraum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07D106F-3835-4287-88EB-AAAD315A8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42000"/>
            <a:ext cx="12192000" cy="215900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BC1589"/>
                </a:solidFill>
              </a:rPr>
              <a:t>Schutzraum</a:t>
            </a:r>
            <a:endParaRPr lang="en-US" dirty="0">
              <a:solidFill>
                <a:srgbClr val="BC15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6325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AE24BA-B819-4480-B7C5-BEEF871BD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EAB754-52DE-483E-9141-006ADE499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736725"/>
            <a:ext cx="10972801" cy="4105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25632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5378450" cy="64770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6"/>
            <a:ext cx="5378450" cy="388778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C2538BF5-19DF-4B5C-80A3-4548339C13B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03951" y="404813"/>
            <a:ext cx="5378450" cy="52197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0BE6F2D-5EC5-4864-A9A0-FC3ECA391A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5624513"/>
            <a:ext cx="5378449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238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5"/>
            <a:ext cx="5378450" cy="4105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50" y="1736725"/>
            <a:ext cx="5378450" cy="4105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05E3CC9-E682-422B-B7B9-2A2A3E013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882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404814"/>
            <a:ext cx="5378450" cy="2755076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CBECC23C-3AC7-4872-8833-394650436F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" y="3429000"/>
            <a:ext cx="5378450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280716C9-98F3-44C3-A27D-E96BE6D11A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1" y="5624513"/>
            <a:ext cx="5378450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50" y="404814"/>
            <a:ext cx="5378449" cy="2755076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FEFC7CA1-8B2C-4227-AB03-708CA25B752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3950" y="3429000"/>
            <a:ext cx="5378449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3CF89BD5-C523-4AD3-9AF6-B6AABF612D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18520" y="5624513"/>
            <a:ext cx="5363880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827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5"/>
            <a:ext cx="3506788" cy="4105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3399" y="1736725"/>
            <a:ext cx="3516313" cy="4105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2870569-2112-4A6F-963E-3D12B28F16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075613" y="1736724"/>
            <a:ext cx="3506787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323506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404814"/>
            <a:ext cx="3506788" cy="2755076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CBECC23C-3AC7-4872-8833-394650436F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" y="3429000"/>
            <a:ext cx="3506788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280716C9-98F3-44C3-A27D-E96BE6D11A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1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3399" y="404814"/>
            <a:ext cx="3516313" cy="2755076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FEFC7CA1-8B2C-4227-AB03-708CA25B752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43399" y="3429000"/>
            <a:ext cx="3516313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3CF89BD5-C523-4AD3-9AF6-B6AABF612D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52925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2870569-2112-4A6F-963E-3D12B28F16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075613" y="404813"/>
            <a:ext cx="3506787" cy="2755076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6FE31676-EF83-4ECE-8009-0FC4D5A7187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75613" y="3429000"/>
            <a:ext cx="3506787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A4BDBAA4-F784-4AF6-8050-D275CB31D15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75612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0324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736725"/>
            <a:ext cx="2606675" cy="4105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95663" y="1736725"/>
            <a:ext cx="2592387" cy="4105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2870569-2112-4A6F-963E-3D12B28F16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03950" y="1736724"/>
            <a:ext cx="2592388" cy="4105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F6651BA5-A3F0-4102-8AB5-302B2F2EFD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975725" y="1736724"/>
            <a:ext cx="2606675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957182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404813"/>
            <a:ext cx="2606675" cy="273685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Bildplatzhalter 5">
            <a:extLst>
              <a:ext uri="{FF2B5EF4-FFF2-40B4-BE49-F238E27FC236}">
                <a16:creationId xmlns:a16="http://schemas.microsoft.com/office/drawing/2014/main" id="{6F1AB9C3-872C-41DD-AAFB-12824DBEE81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599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E9E05B2F-0577-47C9-8146-C4868416C57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1" y="5624513"/>
            <a:ext cx="2606674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95663" y="404813"/>
            <a:ext cx="2592387" cy="273685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9EF6DC9D-F43A-4B05-BC55-F3417C310F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95663" y="3429000"/>
            <a:ext cx="2592387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9C69ADDD-319E-4394-8BC9-FC045CE072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95663" y="5624513"/>
            <a:ext cx="2592387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2870569-2112-4A6F-963E-3D12B28F16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03950" y="404812"/>
            <a:ext cx="2592388" cy="273685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D28AB6FB-FFC3-4AE6-90AB-D58E7C728BA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3949" y="3429000"/>
            <a:ext cx="2592388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4" name="Textplatzhalter 6">
            <a:extLst>
              <a:ext uri="{FF2B5EF4-FFF2-40B4-BE49-F238E27FC236}">
                <a16:creationId xmlns:a16="http://schemas.microsoft.com/office/drawing/2014/main" id="{744C123A-AE63-4AD9-ACB1-ADF41031505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03950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F6651BA5-A3F0-4102-8AB5-302B2F2EFD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975725" y="404812"/>
            <a:ext cx="2606675" cy="273685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1" name="Bildplatzhalter 5">
            <a:extLst>
              <a:ext uri="{FF2B5EF4-FFF2-40B4-BE49-F238E27FC236}">
                <a16:creationId xmlns:a16="http://schemas.microsoft.com/office/drawing/2014/main" id="{F80E9119-D6F6-4FA2-9F16-025406D0F87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975725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5" name="Textplatzhalter 6">
            <a:extLst>
              <a:ext uri="{FF2B5EF4-FFF2-40B4-BE49-F238E27FC236}">
                <a16:creationId xmlns:a16="http://schemas.microsoft.com/office/drawing/2014/main" id="{55313796-962D-4CF1-AC12-A82B830904C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90012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6663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7D54C4-ACE0-4B7B-B43C-B80F732EA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418165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9427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07AA28B-E0BB-4588-9126-08A9723C34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9D899A4-C882-4DED-9C15-ACC467479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platzhalter 6">
            <a:extLst>
              <a:ext uri="{FF2B5EF4-FFF2-40B4-BE49-F238E27FC236}">
                <a16:creationId xmlns:a16="http://schemas.microsoft.com/office/drawing/2014/main" id="{5D0AE451-788D-480F-872A-9EB3DCE41B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6057900"/>
            <a:ext cx="5378450" cy="44158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0536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648956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241738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144DEC0-CBFA-4BDA-A78C-86ED757F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FA055B95-2710-46A2-8317-9CAA31D48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73124"/>
            <a:ext cx="3506788" cy="2268539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A522852-F16F-46A0-B72D-3039550F8A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3141662"/>
            <a:ext cx="3506788" cy="2700338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4455023C-E286-4137-97BF-103515D6434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43400" y="-7706136"/>
            <a:ext cx="14132540" cy="14874190"/>
          </a:xfrm>
          <a:custGeom>
            <a:avLst/>
            <a:gdLst>
              <a:gd name="connsiteX0" fmla="*/ 14132540 w 14132540"/>
              <a:gd name="connsiteY0" fmla="*/ 0 h 14874190"/>
              <a:gd name="connsiteX1" fmla="*/ 14132540 w 14132540"/>
              <a:gd name="connsiteY1" fmla="*/ 8549569 h 14874190"/>
              <a:gd name="connsiteX2" fmla="*/ 7807920 w 14132540"/>
              <a:gd name="connsiteY2" fmla="*/ 14874190 h 14874190"/>
              <a:gd name="connsiteX3" fmla="*/ 1318488 w 14132540"/>
              <a:gd name="connsiteY3" fmla="*/ 14874190 h 14874190"/>
              <a:gd name="connsiteX4" fmla="*/ 0 w 14132540"/>
              <a:gd name="connsiteY4" fmla="*/ 7437096 h 14874190"/>
              <a:gd name="connsiteX5" fmla="*/ 6695444 w 14132540"/>
              <a:gd name="connsiteY5" fmla="*/ 7437096 h 1487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132540" h="14874190">
                <a:moveTo>
                  <a:pt x="14132540" y="0"/>
                </a:moveTo>
                <a:lnTo>
                  <a:pt x="14132540" y="8549569"/>
                </a:lnTo>
                <a:lnTo>
                  <a:pt x="7807920" y="14874190"/>
                </a:lnTo>
                <a:lnTo>
                  <a:pt x="1318488" y="14874190"/>
                </a:lnTo>
                <a:lnTo>
                  <a:pt x="0" y="7437096"/>
                </a:lnTo>
                <a:lnTo>
                  <a:pt x="6695444" y="7437096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7086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5144DEC0-CBFA-4BDA-A78C-86ED757F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FA055B95-2710-46A2-8317-9CAA31D48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73124"/>
            <a:ext cx="5378450" cy="863601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A522852-F16F-46A0-B72D-3039550F8A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3141662"/>
            <a:ext cx="3506788" cy="2700337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6D9D1B83-BB64-4D87-85E3-7B792A9EDE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43400" y="-2537398"/>
            <a:ext cx="13780478" cy="14516845"/>
          </a:xfrm>
          <a:custGeom>
            <a:avLst/>
            <a:gdLst>
              <a:gd name="connsiteX0" fmla="*/ 6162192 w 13780478"/>
              <a:gd name="connsiteY0" fmla="*/ 0 h 14516845"/>
              <a:gd name="connsiteX1" fmla="*/ 12500658 w 13780478"/>
              <a:gd name="connsiteY1" fmla="*/ 0 h 14516845"/>
              <a:gd name="connsiteX2" fmla="*/ 13780478 w 13780478"/>
              <a:gd name="connsiteY2" fmla="*/ 7258316 h 14516845"/>
              <a:gd name="connsiteX3" fmla="*/ 7258530 w 13780478"/>
              <a:gd name="connsiteY3" fmla="*/ 7258316 h 14516845"/>
              <a:gd name="connsiteX4" fmla="*/ 0 w 13780478"/>
              <a:gd name="connsiteY4" fmla="*/ 14516845 h 14516845"/>
              <a:gd name="connsiteX5" fmla="*/ 212 w 13780478"/>
              <a:gd name="connsiteY5" fmla="*/ 6162191 h 1451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80478" h="14516845">
                <a:moveTo>
                  <a:pt x="6162192" y="0"/>
                </a:moveTo>
                <a:lnTo>
                  <a:pt x="12500658" y="0"/>
                </a:lnTo>
                <a:lnTo>
                  <a:pt x="13780478" y="7258316"/>
                </a:lnTo>
                <a:lnTo>
                  <a:pt x="7258530" y="7258316"/>
                </a:lnTo>
                <a:lnTo>
                  <a:pt x="0" y="14516845"/>
                </a:lnTo>
                <a:lnTo>
                  <a:pt x="212" y="6162191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5084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Farb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FA055B95-2710-46A2-8317-9CAA31D48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73124"/>
            <a:ext cx="3506788" cy="1382897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A522852-F16F-46A0-B72D-3039550F8A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599" y="2461846"/>
            <a:ext cx="3506789" cy="1254492"/>
          </a:xfrm>
          <a:prstGeom prst="rect">
            <a:avLst/>
          </a:prstGeom>
        </p:spPr>
        <p:txBody>
          <a:bodyPr anchor="t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Bildplatzhalter 22">
            <a:extLst>
              <a:ext uri="{FF2B5EF4-FFF2-40B4-BE49-F238E27FC236}">
                <a16:creationId xmlns:a16="http://schemas.microsoft.com/office/drawing/2014/main" id="{26D725AF-5383-4E5D-A2D3-3FABBEC0B6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768456" y="-9550923"/>
            <a:ext cx="13977778" cy="25385171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0753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3">
            <a:extLst>
              <a:ext uri="{FF2B5EF4-FFF2-40B4-BE49-F238E27FC236}">
                <a16:creationId xmlns:a16="http://schemas.microsoft.com/office/drawing/2014/main" id="{2664A485-C158-4BFC-B46D-7201DF28B9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600" b="0" i="1" kern="1200" dirty="0">
                <a:solidFill>
                  <a:schemeClr val="tx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>
            <a:extLst>
              <a:ext uri="{FF2B5EF4-FFF2-40B4-BE49-F238E27FC236}">
                <a16:creationId xmlns:a16="http://schemas.microsoft.com/office/drawing/2014/main" id="{26026BCD-A072-422C-AB4B-2FA548C4F7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sz="1400" i="0"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1161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D79737FE-1C79-470F-BA5B-0406C5992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7061B13-C907-4A87-B55A-8284A73D5D9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200" i="1" dirty="0">
                <a:solidFill>
                  <a:schemeClr val="bg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>
            <a:extLst>
              <a:ext uri="{FF2B5EF4-FFF2-40B4-BE49-F238E27FC236}">
                <a16:creationId xmlns:a16="http://schemas.microsoft.com/office/drawing/2014/main" id="{26026BCD-A072-422C-AB4B-2FA548C4F7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lang="en-US" sz="1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A048EAF-9787-48D5-83DB-543645FD8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655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itat_Farbe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E4E10E8-4BB9-460B-9BDB-62195F7C8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0C75E21A-6BBF-4B32-A70F-301838EEE2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5378450" cy="4173438"/>
          </a:xfrm>
        </p:spPr>
        <p:txBody>
          <a:bodyPr/>
          <a:lstStyle>
            <a:lvl1pPr>
              <a:defRPr lang="de-DE" sz="3600" b="0" i="1" kern="1200" dirty="0">
                <a:solidFill>
                  <a:schemeClr val="tx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>
            <a:extLst>
              <a:ext uri="{FF2B5EF4-FFF2-40B4-BE49-F238E27FC236}">
                <a16:creationId xmlns:a16="http://schemas.microsoft.com/office/drawing/2014/main" id="{26026BCD-A072-422C-AB4B-2FA548C4F7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624512"/>
            <a:ext cx="5378450" cy="433387"/>
          </a:xfrm>
        </p:spPr>
        <p:txBody>
          <a:bodyPr anchor="b" anchorCtr="0"/>
          <a:lstStyle>
            <a:lvl1pPr>
              <a:defRPr sz="1400" i="0"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5A73340-69A4-498B-8B80-80BE3D077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9" name="Bildplatzhalter 8">
            <a:extLst>
              <a:ext uri="{FF2B5EF4-FFF2-40B4-BE49-F238E27FC236}">
                <a16:creationId xmlns:a16="http://schemas.microsoft.com/office/drawing/2014/main" id="{2EB2E58B-9728-4374-A113-BCFD69F6357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15598" y="-4693921"/>
            <a:ext cx="10770898" cy="19561127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5307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V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A03FB50-6373-4EEB-AE2A-E41E5293A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7056120"/>
            <a:ext cx="23070503" cy="2307050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997200"/>
            <a:ext cx="10972800" cy="719138"/>
          </a:xfrm>
          <a:prstGeom prst="rect">
            <a:avLst/>
          </a:prstGeom>
        </p:spPr>
        <p:txBody>
          <a:bodyPr tIns="0"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1" y="4297679"/>
            <a:ext cx="10972800" cy="1544321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790176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V_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A03FB50-6373-4EEB-AE2A-E41E5293A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158240" y="-6925627"/>
            <a:ext cx="14660880" cy="1466088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D88D79D-95E0-48C6-B019-1226D5FFE8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1F6757A7-BF21-40B3-87C7-F536EB125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052513"/>
            <a:ext cx="10972800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8A27A73C-FDCC-408D-8A9B-5EBAC19162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2286952"/>
            <a:ext cx="10972800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493732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V_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369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5" name="Grafik 7">
            <a:extLst>
              <a:ext uri="{FF2B5EF4-FFF2-40B4-BE49-F238E27FC236}">
                <a16:creationId xmlns:a16="http://schemas.microsoft.com/office/drawing/2014/main" id="{ACAEB40F-408E-4739-B8F1-87C3D3468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-5498743" y="-5465484"/>
            <a:ext cx="17788812" cy="17788968"/>
            <a:chOff x="-14264640" y="-3715061"/>
            <a:chExt cx="22488583" cy="22488781"/>
          </a:xfrm>
          <a:solidFill>
            <a:schemeClr val="accent2"/>
          </a:solidFill>
        </p:grpSpPr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A195269A-E3C2-4E88-93E3-F49E631252D9}"/>
                </a:ext>
              </a:extLst>
            </p:cNvPr>
            <p:cNvSpPr/>
            <p:nvPr/>
          </p:nvSpPr>
          <p:spPr>
            <a:xfrm>
              <a:off x="-7293192" y="-3715061"/>
              <a:ext cx="15517136" cy="14730115"/>
            </a:xfrm>
            <a:custGeom>
              <a:avLst/>
              <a:gdLst>
                <a:gd name="connsiteX0" fmla="*/ 15517137 w 15517136"/>
                <a:gd name="connsiteY0" fmla="*/ 13362007 h 14730115"/>
                <a:gd name="connsiteX1" fmla="*/ 7758668 w 15517136"/>
                <a:gd name="connsiteY1" fmla="*/ 14730115 h 14730115"/>
                <a:gd name="connsiteX2" fmla="*/ 7758668 w 15517136"/>
                <a:gd name="connsiteY2" fmla="*/ 7758667 h 14730115"/>
                <a:gd name="connsiteX3" fmla="*/ 0 w 15517136"/>
                <a:gd name="connsiteY3" fmla="*/ 0 h 14730115"/>
                <a:gd name="connsiteX4" fmla="*/ 8930316 w 15517136"/>
                <a:gd name="connsiteY4" fmla="*/ 198 h 14730115"/>
                <a:gd name="connsiteX5" fmla="*/ 15517137 w 15517136"/>
                <a:gd name="connsiteY5" fmla="*/ 6586821 h 14730115"/>
                <a:gd name="connsiteX6" fmla="*/ 15517137 w 15517136"/>
                <a:gd name="connsiteY6" fmla="*/ 13362007 h 14730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517136" h="14730115">
                  <a:moveTo>
                    <a:pt x="15517137" y="13362007"/>
                  </a:moveTo>
                  <a:lnTo>
                    <a:pt x="7758668" y="14730115"/>
                  </a:lnTo>
                  <a:lnTo>
                    <a:pt x="7758668" y="7758667"/>
                  </a:lnTo>
                  <a:lnTo>
                    <a:pt x="0" y="0"/>
                  </a:lnTo>
                  <a:lnTo>
                    <a:pt x="8930316" y="198"/>
                  </a:lnTo>
                  <a:lnTo>
                    <a:pt x="15517137" y="6586821"/>
                  </a:lnTo>
                  <a:lnTo>
                    <a:pt x="15517137" y="13362007"/>
                  </a:lnTo>
                  <a:close/>
                </a:path>
              </a:pathLst>
            </a:custGeom>
            <a:grpFill/>
            <a:ln w="197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1539E4E4-5E00-4985-8757-11EFDE979DB4}"/>
                </a:ext>
              </a:extLst>
            </p:cNvPr>
            <p:cNvSpPr/>
            <p:nvPr/>
          </p:nvSpPr>
          <p:spPr>
            <a:xfrm>
              <a:off x="-14264640" y="4043604"/>
              <a:ext cx="15517334" cy="14730114"/>
            </a:xfrm>
            <a:custGeom>
              <a:avLst/>
              <a:gdLst>
                <a:gd name="connsiteX0" fmla="*/ 0 w 15517334"/>
                <a:gd name="connsiteY0" fmla="*/ 1368109 h 14730114"/>
                <a:gd name="connsiteX1" fmla="*/ 7758470 w 15517334"/>
                <a:gd name="connsiteY1" fmla="*/ 0 h 14730114"/>
                <a:gd name="connsiteX2" fmla="*/ 7758470 w 15517334"/>
                <a:gd name="connsiteY2" fmla="*/ 6971449 h 14730114"/>
                <a:gd name="connsiteX3" fmla="*/ 15517335 w 15517334"/>
                <a:gd name="connsiteY3" fmla="*/ 14730115 h 14730114"/>
                <a:gd name="connsiteX4" fmla="*/ 6586822 w 15517334"/>
                <a:gd name="connsiteY4" fmla="*/ 14730115 h 14730114"/>
                <a:gd name="connsiteX5" fmla="*/ 0 w 15517334"/>
                <a:gd name="connsiteY5" fmla="*/ 8143294 h 14730114"/>
                <a:gd name="connsiteX6" fmla="*/ 0 w 15517334"/>
                <a:gd name="connsiteY6" fmla="*/ 1368109 h 14730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517334" h="14730114">
                  <a:moveTo>
                    <a:pt x="0" y="1368109"/>
                  </a:moveTo>
                  <a:lnTo>
                    <a:pt x="7758470" y="0"/>
                  </a:lnTo>
                  <a:lnTo>
                    <a:pt x="7758470" y="6971449"/>
                  </a:lnTo>
                  <a:lnTo>
                    <a:pt x="15517335" y="14730115"/>
                  </a:lnTo>
                  <a:lnTo>
                    <a:pt x="6586822" y="14730115"/>
                  </a:lnTo>
                  <a:lnTo>
                    <a:pt x="0" y="8143294"/>
                  </a:lnTo>
                  <a:lnTo>
                    <a:pt x="0" y="1368109"/>
                  </a:lnTo>
                  <a:close/>
                </a:path>
              </a:pathLst>
            </a:custGeom>
            <a:grpFill/>
            <a:ln w="197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09599" y="1052513"/>
            <a:ext cx="7250113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609599" y="2286952"/>
            <a:ext cx="7250113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965121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V_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B1607CC-7926-42F8-A9D4-9EB30CCC4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4874240" y="-12475330"/>
            <a:ext cx="44978353" cy="3180865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09600" y="1052513"/>
            <a:ext cx="4441826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609600" y="2286952"/>
            <a:ext cx="4441826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D72FC72-0865-4AAF-8322-C3045B84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00395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V_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8C8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26BB01A-29ED-4144-A31A-DD51B5606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445953" y="-7589795"/>
            <a:ext cx="39323474" cy="2336855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1052513"/>
            <a:ext cx="5334000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2286952"/>
            <a:ext cx="5334000" cy="108965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C077647-9C5F-4C27-93BC-289003A54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5642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V_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AAA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A585B0F-EAE3-4972-B2DD-61B691A37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568399" y="-22289839"/>
            <a:ext cx="37239647" cy="53967254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53F19BAF-18FD-44C8-85CA-F8853215C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052513"/>
            <a:ext cx="10972800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7CA3D32E-E2F8-4C0E-AF41-451C832967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2286952"/>
            <a:ext cx="10972800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DA0901FF-14F3-43C6-9205-4A412557C2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8294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V_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FBB6767-F2B8-4BAA-BF07-3F9A160B3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484427" y="-5069549"/>
            <a:ext cx="18380919" cy="1821111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73125"/>
            <a:ext cx="10972800" cy="914400"/>
          </a:xfrm>
          <a:prstGeom prst="rect">
            <a:avLst/>
          </a:prstGeom>
        </p:spPr>
        <p:txBody>
          <a:bodyPr tIns="0"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2107565"/>
            <a:ext cx="10972800" cy="87376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9618791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eite_vV + Bil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1974DA36-F6FF-4071-9FE9-C71612DFE91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9AD44A7-FBE6-494B-B2A9-85542E1AE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-2633468" y="-5918273"/>
            <a:ext cx="18354113" cy="18354113"/>
          </a:xfrm>
          <a:prstGeom prst="rect">
            <a:avLst/>
          </a:prstGeom>
        </p:spPr>
      </p:pic>
      <p:pic>
        <p:nvPicPr>
          <p:cNvPr id="4" name="Grafik 3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1CBF57BC-B38C-414F-92BB-F40579F88EE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1" y="404813"/>
            <a:ext cx="1981199" cy="660400"/>
          </a:xfrm>
          <a:prstGeom prst="rect">
            <a:avLst/>
          </a:prstGeom>
        </p:spPr>
      </p:pic>
      <p:sp>
        <p:nvSpPr>
          <p:cNvPr id="5" name="Textplatzhalter 6">
            <a:extLst>
              <a:ext uri="{FF2B5EF4-FFF2-40B4-BE49-F238E27FC236}">
                <a16:creationId xmlns:a16="http://schemas.microsoft.com/office/drawing/2014/main" id="{B2B44DCF-A510-4A00-82ED-05FBF8B59ED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16388" y="6207760"/>
            <a:ext cx="5599112" cy="286068"/>
          </a:xfrm>
        </p:spPr>
        <p:txBody>
          <a:bodyPr anchor="b" anchorCtr="0"/>
          <a:lstStyle>
            <a:lvl1pPr>
              <a:defRPr sz="1200" i="0">
                <a:solidFill>
                  <a:schemeClr val="bg1"/>
                </a:solidFill>
                <a:latin typeface="Noto Serif (Textkörper)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80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eite_vV + Bild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1974DA36-F6FF-4071-9FE9-C71612DFE91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ED2FBAC-C92F-4FEA-8170-E94EC94CC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3500000">
            <a:off x="-4681402" y="-7532589"/>
            <a:ext cx="21582744" cy="21582744"/>
          </a:xfrm>
          <a:prstGeom prst="rect">
            <a:avLst/>
          </a:prstGeom>
        </p:spPr>
      </p:pic>
      <p:pic>
        <p:nvPicPr>
          <p:cNvPr id="4" name="Grafik 3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79C7FCDB-8A5F-4D8C-B998-2CC83B8C890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1" y="404813"/>
            <a:ext cx="1981199" cy="660400"/>
          </a:xfrm>
          <a:prstGeom prst="rect">
            <a:avLst/>
          </a:prstGeom>
        </p:spPr>
      </p:pic>
      <p:sp>
        <p:nvSpPr>
          <p:cNvPr id="5" name="Textplatzhalter 6">
            <a:extLst>
              <a:ext uri="{FF2B5EF4-FFF2-40B4-BE49-F238E27FC236}">
                <a16:creationId xmlns:a16="http://schemas.microsoft.com/office/drawing/2014/main" id="{FFB4AAEC-A7C5-4365-B424-8E68D40435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58926" y="6177280"/>
            <a:ext cx="5581650" cy="316548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 (Textkörper)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6576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eite_vV + Bild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FA055B95-2710-46A2-8317-9CAA31D48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73124"/>
            <a:ext cx="3506788" cy="1382897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A522852-F16F-46A0-B72D-3039550F8A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2997200"/>
            <a:ext cx="3506788" cy="2844800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144DEC0-CBFA-4BDA-A78C-86ED757F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7B07D508-A251-41EA-8DE7-63892057591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343400" y="0"/>
            <a:ext cx="10255588" cy="6858000"/>
          </a:xfrm>
          <a:custGeom>
            <a:avLst/>
            <a:gdLst>
              <a:gd name="connsiteX0" fmla="*/ 0 w 10255588"/>
              <a:gd name="connsiteY0" fmla="*/ 0 h 6858000"/>
              <a:gd name="connsiteX1" fmla="*/ 10255588 w 10255588"/>
              <a:gd name="connsiteY1" fmla="*/ 0 h 6858000"/>
              <a:gd name="connsiteX2" fmla="*/ 10255588 w 10255588"/>
              <a:gd name="connsiteY2" fmla="*/ 6858000 h 6858000"/>
              <a:gd name="connsiteX3" fmla="*/ 1215823 w 102555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255588" h="6858000">
                <a:moveTo>
                  <a:pt x="0" y="0"/>
                </a:moveTo>
                <a:lnTo>
                  <a:pt x="10255588" y="0"/>
                </a:lnTo>
                <a:lnTo>
                  <a:pt x="10255588" y="6858000"/>
                </a:lnTo>
                <a:lnTo>
                  <a:pt x="1215823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15365122-AA94-4D9A-8BDB-BC7E3297FDE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96338" y="6057900"/>
            <a:ext cx="2786062" cy="43592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 (Textkörper)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16511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wei Inhalte_60-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4"/>
            <a:ext cx="7200900" cy="64770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736725"/>
            <a:ext cx="7250113" cy="4105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BC227089-21FE-41A6-BC10-34BEFF1D47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075613" y="0"/>
            <a:ext cx="4116387" cy="68580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49D69647-48F8-4B90-9CC3-E65255E92C6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96338" y="6057900"/>
            <a:ext cx="2786062" cy="43592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3376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wei Inhalte_50-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5378450" cy="1331912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5"/>
            <a:ext cx="5378450" cy="4105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BC227089-21FE-41A6-BC10-34BEFF1D47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03950" y="-1"/>
            <a:ext cx="5988050" cy="6858001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3EF372E1-253E-419E-B4D6-7D0068DC7F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24675" y="6057900"/>
            <a:ext cx="4657725" cy="43592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35577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wei Inhalte_30-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3506788" cy="1331912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5"/>
            <a:ext cx="3506788" cy="4105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BC227089-21FE-41A6-BC10-34BEFF1D47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343400" y="0"/>
            <a:ext cx="7848600" cy="68580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5" name="Textplatzhalter 6">
            <a:extLst>
              <a:ext uri="{FF2B5EF4-FFF2-40B4-BE49-F238E27FC236}">
                <a16:creationId xmlns:a16="http://schemas.microsoft.com/office/drawing/2014/main" id="{507C9BA0-A1AB-441D-8DBE-C0CF26A821D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51425" y="6057900"/>
            <a:ext cx="6530975" cy="43592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478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Zwei Inhalte_30-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3400" y="404814"/>
            <a:ext cx="7239000" cy="64770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43400" y="1736725"/>
            <a:ext cx="7239000" cy="4105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BC227089-21FE-41A6-BC10-34BEFF1D47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116388" cy="68580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30BC2D8-9972-4382-AB9E-D0E258B13A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43400" y="6057900"/>
            <a:ext cx="7239000" cy="435928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7DF051B-43FA-419C-8BC2-E0F70D76F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11845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Zwei Inhalte_50-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950" y="404814"/>
            <a:ext cx="5378450" cy="64770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3950" y="1736725"/>
            <a:ext cx="5378450" cy="4105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BC227089-21FE-41A6-BC10-34BEFF1D47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988050" cy="68580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D763E79-9848-472D-A208-36D6724914C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03950" y="6057900"/>
            <a:ext cx="5378450" cy="435928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DFCE1DD-45F2-4133-8BC5-E0BD70008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83929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Zwei Inhalte_60-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5613" y="404813"/>
            <a:ext cx="3506787" cy="824547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75613" y="1736725"/>
            <a:ext cx="3506787" cy="4105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BC227089-21FE-41A6-BC10-34BEFF1D47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7859713" cy="68580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EE076A1-CD22-4F15-967A-BCBA15F42ED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75612" y="6057900"/>
            <a:ext cx="3506787" cy="435928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B9E920F-1A3F-42B1-BCE6-1145087EB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01595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Zwei Inhalte + 1 Bild qu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4"/>
            <a:ext cx="5378450" cy="1692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B604590A-6975-42D1-908C-CE5FC455952D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203950" y="1736724"/>
            <a:ext cx="5378450" cy="1692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BC227089-21FE-41A6-BC10-34BEFF1D47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733800"/>
            <a:ext cx="12192000" cy="3124199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4760AFB2-59A0-403C-8E84-5030275AE8B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383645" y="6053138"/>
            <a:ext cx="808355" cy="800100"/>
          </a:xfrm>
        </p:spPr>
        <p:txBody>
          <a:bodyPr lIns="0" rIns="180000" bIns="360000"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1</a:t>
            </a:r>
            <a:endParaRPr lang="en-US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C9815EB-9327-48CD-96B3-43DC5F549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27216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Zwei Inhalte + 2 Bilder qu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4"/>
            <a:ext cx="5378450" cy="1692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B604590A-6975-42D1-908C-CE5FC455952D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203950" y="1736724"/>
            <a:ext cx="5378450" cy="1692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BC227089-21FE-41A6-BC10-34BEFF1D47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733800"/>
            <a:ext cx="6062472" cy="3124199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4C311CE4-AD5A-44B9-BD6C-84A8F5D94B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67324" y="6057900"/>
            <a:ext cx="808355" cy="800100"/>
          </a:xfrm>
        </p:spPr>
        <p:txBody>
          <a:bodyPr lIns="0" rIns="180000" bIns="360000"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1</a:t>
            </a:r>
            <a:endParaRPr lang="en-US" dirty="0"/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BA061FE1-7C03-48BD-996F-3B2AE8580DA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29528" y="3733801"/>
            <a:ext cx="6062472" cy="3124199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B58018AB-F062-405D-B819-907E0DB7531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383645" y="6053138"/>
            <a:ext cx="808355" cy="800100"/>
          </a:xfrm>
        </p:spPr>
        <p:txBody>
          <a:bodyPr lIns="0" rIns="180000" bIns="360000"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2</a:t>
            </a:r>
            <a:endParaRPr lang="en-US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D783A2B-51C5-4C95-9003-3F34826374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00229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+ 3 Bilder qu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D2D3B9-D281-41BC-9A6E-EBA632B80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5"/>
            <a:ext cx="10972800" cy="1692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CBECC23C-3AC7-4872-8833-394650436F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733800"/>
            <a:ext cx="4025053" cy="31242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5" name="Textplatzhalter 6">
            <a:extLst>
              <a:ext uri="{FF2B5EF4-FFF2-40B4-BE49-F238E27FC236}">
                <a16:creationId xmlns:a16="http://schemas.microsoft.com/office/drawing/2014/main" id="{1018B3E5-DFDA-4E50-80B0-8583C84118F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16275" y="6057900"/>
            <a:ext cx="808355" cy="800100"/>
          </a:xfrm>
        </p:spPr>
        <p:txBody>
          <a:bodyPr lIns="0" rIns="180000" bIns="360000"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1</a:t>
            </a:r>
            <a:endParaRPr lang="en-US" dirty="0"/>
          </a:p>
        </p:txBody>
      </p:sp>
      <p:sp>
        <p:nvSpPr>
          <p:cNvPr id="10" name="Bildplatzhalter 5">
            <a:extLst>
              <a:ext uri="{FF2B5EF4-FFF2-40B4-BE49-F238E27FC236}">
                <a16:creationId xmlns:a16="http://schemas.microsoft.com/office/drawing/2014/main" id="{F2458F30-68A9-4380-94A9-377AD7D4874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83473" y="3733800"/>
            <a:ext cx="4025053" cy="31242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72791F6B-95C8-49BE-B8B9-8F04CE1AC96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67258" y="6053138"/>
            <a:ext cx="808355" cy="800100"/>
          </a:xfrm>
        </p:spPr>
        <p:txBody>
          <a:bodyPr lIns="0" rIns="180000" bIns="360000"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2</a:t>
            </a:r>
            <a:endParaRPr lang="en-US" dirty="0"/>
          </a:p>
        </p:txBody>
      </p:sp>
      <p:sp>
        <p:nvSpPr>
          <p:cNvPr id="11" name="Bildplatzhalter 5">
            <a:extLst>
              <a:ext uri="{FF2B5EF4-FFF2-40B4-BE49-F238E27FC236}">
                <a16:creationId xmlns:a16="http://schemas.microsoft.com/office/drawing/2014/main" id="{43B9AAEC-8800-42FB-8E44-B81C048BC76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66947" y="3733800"/>
            <a:ext cx="4025053" cy="31242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6" name="Textplatzhalter 6">
            <a:extLst>
              <a:ext uri="{FF2B5EF4-FFF2-40B4-BE49-F238E27FC236}">
                <a16:creationId xmlns:a16="http://schemas.microsoft.com/office/drawing/2014/main" id="{C8A0F81A-CDA0-49D4-9423-A9300D95CF2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383645" y="6053138"/>
            <a:ext cx="808355" cy="800100"/>
          </a:xfrm>
        </p:spPr>
        <p:txBody>
          <a:bodyPr lIns="0" rIns="180000" bIns="360000"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3</a:t>
            </a:r>
            <a:endParaRPr lang="en-US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21D2608-1818-4D42-B89A-D605C4F842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79093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+ 4 Bilder qu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D2D3B9-D281-41BC-9A6E-EBA632B80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5"/>
            <a:ext cx="10972800" cy="1692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CBECC23C-3AC7-4872-8833-394650436F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733800"/>
            <a:ext cx="3007360" cy="31242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6" name="Textplatzhalter 6">
            <a:extLst>
              <a:ext uri="{FF2B5EF4-FFF2-40B4-BE49-F238E27FC236}">
                <a16:creationId xmlns:a16="http://schemas.microsoft.com/office/drawing/2014/main" id="{A413D657-1B5E-406D-8617-E2E725A52F9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99005" y="6057900"/>
            <a:ext cx="808355" cy="800100"/>
          </a:xfrm>
        </p:spPr>
        <p:txBody>
          <a:bodyPr lIns="0" rIns="180000" bIns="360000"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1</a:t>
            </a:r>
            <a:endParaRPr lang="en-US" dirty="0"/>
          </a:p>
        </p:txBody>
      </p:sp>
      <p:sp>
        <p:nvSpPr>
          <p:cNvPr id="10" name="Bildplatzhalter 5">
            <a:extLst>
              <a:ext uri="{FF2B5EF4-FFF2-40B4-BE49-F238E27FC236}">
                <a16:creationId xmlns:a16="http://schemas.microsoft.com/office/drawing/2014/main" id="{F2458F30-68A9-4380-94A9-377AD7D4874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61547" y="3733800"/>
            <a:ext cx="3007360" cy="31242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0509D82A-4ACB-44BB-A6BC-2597416A167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60552" y="6053138"/>
            <a:ext cx="808355" cy="800100"/>
          </a:xfrm>
        </p:spPr>
        <p:txBody>
          <a:bodyPr lIns="0" rIns="180000" bIns="360000"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2</a:t>
            </a:r>
            <a:endParaRPr lang="en-US" dirty="0"/>
          </a:p>
        </p:txBody>
      </p:sp>
      <p:sp>
        <p:nvSpPr>
          <p:cNvPr id="11" name="Bildplatzhalter 5">
            <a:extLst>
              <a:ext uri="{FF2B5EF4-FFF2-40B4-BE49-F238E27FC236}">
                <a16:creationId xmlns:a16="http://schemas.microsoft.com/office/drawing/2014/main" id="{43B9AAEC-8800-42FB-8E44-B81C048BC76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3094" y="3733800"/>
            <a:ext cx="3007360" cy="31242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9" name="Textplatzhalter 6">
            <a:extLst>
              <a:ext uri="{FF2B5EF4-FFF2-40B4-BE49-F238E27FC236}">
                <a16:creationId xmlns:a16="http://schemas.microsoft.com/office/drawing/2014/main" id="{21635FF8-DA1B-41D1-AFFE-F750A584CD4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318712" y="6053138"/>
            <a:ext cx="808355" cy="800100"/>
          </a:xfrm>
        </p:spPr>
        <p:txBody>
          <a:bodyPr lIns="0" rIns="180000" bIns="360000"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3</a:t>
            </a:r>
            <a:endParaRPr lang="en-US" dirty="0"/>
          </a:p>
        </p:txBody>
      </p:sp>
      <p:sp>
        <p:nvSpPr>
          <p:cNvPr id="12" name="Bildplatzhalter 5">
            <a:extLst>
              <a:ext uri="{FF2B5EF4-FFF2-40B4-BE49-F238E27FC236}">
                <a16:creationId xmlns:a16="http://schemas.microsoft.com/office/drawing/2014/main" id="{A9BF99E2-F099-4BD6-8080-40827C91C32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84640" y="3733800"/>
            <a:ext cx="3007360" cy="31242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CF308826-6824-4C9B-9041-059D7052D58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383645" y="6053138"/>
            <a:ext cx="808355" cy="800100"/>
          </a:xfrm>
        </p:spPr>
        <p:txBody>
          <a:bodyPr lIns="0" rIns="180000" bIns="360000"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4</a:t>
            </a:r>
            <a:endParaRPr lang="en-US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F6BFEE9-F7EB-43C7-9F30-97F48E3728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04043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ur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07AA28B-E0BB-4588-9126-08A9723C34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5" name="Textplatzhalter 6">
            <a:extLst>
              <a:ext uri="{FF2B5EF4-FFF2-40B4-BE49-F238E27FC236}">
                <a16:creationId xmlns:a16="http://schemas.microsoft.com/office/drawing/2014/main" id="{40DD1341-867C-486E-884D-435F6D877CD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76501" y="6057900"/>
            <a:ext cx="9105900" cy="43592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9D899A4-C882-4DED-9C15-ACC467479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819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image" Target="../media/image2.svg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platzhalter 25">
            <a:extLst>
              <a:ext uri="{FF2B5EF4-FFF2-40B4-BE49-F238E27FC236}">
                <a16:creationId xmlns:a16="http://schemas.microsoft.com/office/drawing/2014/main" id="{A5CE2D21-B81F-483B-9FE8-AF317984B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 vert="horz" lIns="0" tIns="10800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6FA640-4158-403C-98E2-E7FCEBC54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736725"/>
            <a:ext cx="10972801" cy="43168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 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F0A8DA4-796C-4D83-A511-7E33ECC19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F5E54477-AC5B-4EB3-AE9F-0854A752BD2F}"/>
              </a:ext>
            </a:extLst>
          </p:cNvPr>
          <p:cNvSpPr txBox="1"/>
          <p:nvPr userDrawn="1"/>
        </p:nvSpPr>
        <p:spPr>
          <a:xfrm>
            <a:off x="1558925" y="6308279"/>
            <a:ext cx="723741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OSAT SS2026 • </a:t>
            </a:r>
            <a:r>
              <a:rPr lang="de-DE" sz="1200" b="0" dirty="0">
                <a:solidFill>
                  <a:srgbClr val="00008C"/>
                </a:solidFill>
              </a:rPr>
              <a:t>YOLO26: </a:t>
            </a:r>
            <a:r>
              <a:rPr lang="de-DE" sz="1200" dirty="0"/>
              <a:t>Bestimmung von Objekt-Posen in Bildern</a:t>
            </a:r>
            <a:r>
              <a:rPr lang="de-DE" sz="1200" b="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• Seite </a:t>
            </a:r>
            <a:fld id="{BB345A75-B580-4544-AA90-56924E4BB115}" type="slidenum">
              <a:rPr lang="de-DE" sz="1200" kern="1200" smtClean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200" kern="1200" dirty="0">
              <a:solidFill>
                <a:srgbClr val="00008C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2152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05" r:id="rId2"/>
    <p:sldLayoutId id="2147483706" r:id="rId3"/>
    <p:sldLayoutId id="2147483776" r:id="rId4"/>
    <p:sldLayoutId id="2147483769" r:id="rId5"/>
    <p:sldLayoutId id="2147483778" r:id="rId6"/>
    <p:sldLayoutId id="2147483650" r:id="rId7"/>
    <p:sldLayoutId id="2147483710" r:id="rId8"/>
    <p:sldLayoutId id="2147483709" r:id="rId9"/>
    <p:sldLayoutId id="2147483652" r:id="rId10"/>
    <p:sldLayoutId id="2147483779" r:id="rId11"/>
    <p:sldLayoutId id="2147483656" r:id="rId12"/>
    <p:sldLayoutId id="2147483665" r:id="rId13"/>
    <p:sldLayoutId id="2147483657" r:id="rId14"/>
    <p:sldLayoutId id="2147483666" r:id="rId15"/>
    <p:sldLayoutId id="2147483654" r:id="rId16"/>
    <p:sldLayoutId id="2147483655" r:id="rId17"/>
    <p:sldLayoutId id="2147483694" r:id="rId18"/>
    <p:sldLayoutId id="2147483695" r:id="rId19"/>
    <p:sldLayoutId id="2147483696" r:id="rId20"/>
    <p:sldLayoutId id="2147483777" r:id="rId21"/>
    <p:sldLayoutId id="2147483771" r:id="rId22"/>
    <p:sldLayoutId id="2147483772" r:id="rId23"/>
    <p:sldLayoutId id="2147483773" r:id="rId24"/>
    <p:sldLayoutId id="2147483775" r:id="rId25"/>
    <p:sldLayoutId id="2147483774" r:id="rId26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333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6905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" indent="-342900" algn="l" defTabSz="914400" rtl="0" eaLnBrk="1" latinLnBrk="0" hangingPunct="1">
        <a:lnSpc>
          <a:spcPct val="100000"/>
        </a:lnSpc>
        <a:spcBef>
          <a:spcPts val="1200"/>
        </a:spcBef>
        <a:buFont typeface="Open Sans" panose="020B0606030504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514350" indent="-17145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114300" algn="l" defTabSz="914400" rtl="0" eaLnBrk="1" latinLnBrk="0" hangingPunct="1">
        <a:lnSpc>
          <a:spcPct val="100000"/>
        </a:lnSpc>
        <a:spcBef>
          <a:spcPts val="500"/>
        </a:spcBef>
        <a:buFont typeface="Open Sans" panose="020B0606030504020204" pitchFamily="34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8001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 userDrawn="1">
          <p15:clr>
            <a:srgbClr val="F26B43"/>
          </p15:clr>
        </p15:guide>
        <p15:guide id="3" pos="384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846" userDrawn="1">
          <p15:clr>
            <a:srgbClr val="F26B43"/>
          </p15:clr>
        </p15:guide>
        <p15:guide id="6" pos="982" userDrawn="1">
          <p15:clr>
            <a:srgbClr val="F26B43"/>
          </p15:clr>
        </p15:guide>
        <p15:guide id="7" pos="1436" userDrawn="1">
          <p15:clr>
            <a:srgbClr val="F26B43"/>
          </p15:clr>
        </p15:guide>
        <p15:guide id="8" pos="1560" userDrawn="1">
          <p15:clr>
            <a:srgbClr val="F26B43"/>
          </p15:clr>
        </p15:guide>
        <p15:guide id="9" pos="2026" userDrawn="1">
          <p15:clr>
            <a:srgbClr val="F26B43"/>
          </p15:clr>
        </p15:guide>
        <p15:guide id="10" pos="2139" userDrawn="1">
          <p15:clr>
            <a:srgbClr val="F26B43"/>
          </p15:clr>
        </p15:guide>
        <p15:guide id="11" pos="2593" userDrawn="1">
          <p15:clr>
            <a:srgbClr val="F26B43"/>
          </p15:clr>
        </p15:guide>
        <p15:guide id="12" pos="2736" userDrawn="1">
          <p15:clr>
            <a:srgbClr val="F26B43"/>
          </p15:clr>
        </p15:guide>
        <p15:guide id="13" pos="3182" userDrawn="1">
          <p15:clr>
            <a:srgbClr val="F26B43"/>
          </p15:clr>
        </p15:guide>
        <p15:guide id="14" pos="3318" userDrawn="1">
          <p15:clr>
            <a:srgbClr val="F26B43"/>
          </p15:clr>
        </p15:guide>
        <p15:guide id="15" pos="3772" userDrawn="1">
          <p15:clr>
            <a:srgbClr val="F26B43"/>
          </p15:clr>
        </p15:guide>
        <p15:guide id="16" pos="3908" userDrawn="1">
          <p15:clr>
            <a:srgbClr val="F26B43"/>
          </p15:clr>
        </p15:guide>
        <p15:guide id="17" pos="4362" userDrawn="1">
          <p15:clr>
            <a:srgbClr val="F26B43"/>
          </p15:clr>
        </p15:guide>
        <p15:guide id="18" pos="4498" userDrawn="1">
          <p15:clr>
            <a:srgbClr val="F26B43"/>
          </p15:clr>
        </p15:guide>
        <p15:guide id="19" pos="4951" userDrawn="1">
          <p15:clr>
            <a:srgbClr val="F26B43"/>
          </p15:clr>
        </p15:guide>
        <p15:guide id="20" pos="5087" userDrawn="1">
          <p15:clr>
            <a:srgbClr val="F26B43"/>
          </p15:clr>
        </p15:guide>
        <p15:guide id="21" pos="5541" userDrawn="1">
          <p15:clr>
            <a:srgbClr val="F26B43"/>
          </p15:clr>
        </p15:guide>
        <p15:guide id="22" pos="5654" userDrawn="1">
          <p15:clr>
            <a:srgbClr val="F26B43"/>
          </p15:clr>
        </p15:guide>
        <p15:guide id="23" pos="6120" userDrawn="1">
          <p15:clr>
            <a:srgbClr val="F26B43"/>
          </p15:clr>
        </p15:guide>
        <p15:guide id="24" pos="6244" userDrawn="1">
          <p15:clr>
            <a:srgbClr val="F26B43"/>
          </p15:clr>
        </p15:guide>
        <p15:guide id="25" pos="6698" userDrawn="1">
          <p15:clr>
            <a:srgbClr val="F26B43"/>
          </p15:clr>
        </p15:guide>
        <p15:guide id="26" pos="6834" userDrawn="1">
          <p15:clr>
            <a:srgbClr val="F26B43"/>
          </p15:clr>
        </p15:guide>
        <p15:guide id="27" orient="horz" pos="2160" userDrawn="1">
          <p15:clr>
            <a:srgbClr val="F26B43"/>
          </p15:clr>
        </p15:guide>
        <p15:guide id="28" orient="horz" pos="4065" userDrawn="1">
          <p15:clr>
            <a:srgbClr val="F26B43"/>
          </p15:clr>
        </p15:guide>
        <p15:guide id="29" orient="horz" pos="3816" userDrawn="1">
          <p15:clr>
            <a:srgbClr val="F26B43"/>
          </p15:clr>
        </p15:guide>
        <p15:guide id="30" orient="horz" pos="663" userDrawn="1">
          <p15:clr>
            <a:srgbClr val="F26B43"/>
          </p15:clr>
        </p15:guide>
        <p15:guide id="31" orient="horz" pos="550" userDrawn="1">
          <p15:clr>
            <a:srgbClr val="F26B43"/>
          </p15:clr>
        </p15:guide>
        <p15:guide id="32" orient="horz" pos="2341" userDrawn="1">
          <p15:clr>
            <a:srgbClr val="F26B43"/>
          </p15:clr>
        </p15:guide>
        <p15:guide id="34" orient="horz" pos="3680" userDrawn="1">
          <p15:clr>
            <a:srgbClr val="F26B43"/>
          </p15:clr>
        </p15:guide>
        <p15:guide id="35" orient="horz" pos="1094" userDrawn="1">
          <p15:clr>
            <a:srgbClr val="F26B43"/>
          </p15:clr>
        </p15:guide>
        <p15:guide id="36" orient="horz" pos="3543" userDrawn="1">
          <p15:clr>
            <a:srgbClr val="F26B43"/>
          </p15:clr>
        </p15:guide>
        <p15:guide id="37" orient="horz" pos="197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platzhalter 25">
            <a:extLst>
              <a:ext uri="{FF2B5EF4-FFF2-40B4-BE49-F238E27FC236}">
                <a16:creationId xmlns:a16="http://schemas.microsoft.com/office/drawing/2014/main" id="{A5CE2D21-B81F-483B-9FE8-AF317984B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 vert="horz" lIns="0" tIns="10800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6FA640-4158-403C-98E2-E7FCEBC54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736725"/>
            <a:ext cx="10972801" cy="43168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 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F0A8DA4-796C-4D83-A511-7E33ECC19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313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7" r:id="rId8"/>
    <p:sldLayoutId id="2147483768" r:id="rId9"/>
    <p:sldLayoutId id="2147483770" r:id="rId10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333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6905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" indent="-342900" algn="l" defTabSz="914400" rtl="0" eaLnBrk="1" latinLnBrk="0" hangingPunct="1">
        <a:lnSpc>
          <a:spcPct val="100000"/>
        </a:lnSpc>
        <a:spcBef>
          <a:spcPts val="1200"/>
        </a:spcBef>
        <a:buFont typeface="Open Sans" panose="020B0606030504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514350" indent="-17145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114300" algn="l" defTabSz="914400" rtl="0" eaLnBrk="1" latinLnBrk="0" hangingPunct="1">
        <a:lnSpc>
          <a:spcPct val="100000"/>
        </a:lnSpc>
        <a:spcBef>
          <a:spcPts val="500"/>
        </a:spcBef>
        <a:buFont typeface="Open Sans" panose="020B0606030504020204" pitchFamily="34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8001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 userDrawn="1">
          <p15:clr>
            <a:srgbClr val="F26B43"/>
          </p15:clr>
        </p15:guide>
        <p15:guide id="3" pos="384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846" userDrawn="1">
          <p15:clr>
            <a:srgbClr val="F26B43"/>
          </p15:clr>
        </p15:guide>
        <p15:guide id="6" pos="982" userDrawn="1">
          <p15:clr>
            <a:srgbClr val="F26B43"/>
          </p15:clr>
        </p15:guide>
        <p15:guide id="7" pos="1436" userDrawn="1">
          <p15:clr>
            <a:srgbClr val="F26B43"/>
          </p15:clr>
        </p15:guide>
        <p15:guide id="8" pos="1560" userDrawn="1">
          <p15:clr>
            <a:srgbClr val="F26B43"/>
          </p15:clr>
        </p15:guide>
        <p15:guide id="9" pos="2026" userDrawn="1">
          <p15:clr>
            <a:srgbClr val="F26B43"/>
          </p15:clr>
        </p15:guide>
        <p15:guide id="10" pos="2139" userDrawn="1">
          <p15:clr>
            <a:srgbClr val="F26B43"/>
          </p15:clr>
        </p15:guide>
        <p15:guide id="11" pos="2593" userDrawn="1">
          <p15:clr>
            <a:srgbClr val="F26B43"/>
          </p15:clr>
        </p15:guide>
        <p15:guide id="12" pos="2736" userDrawn="1">
          <p15:clr>
            <a:srgbClr val="F26B43"/>
          </p15:clr>
        </p15:guide>
        <p15:guide id="13" pos="3182" userDrawn="1">
          <p15:clr>
            <a:srgbClr val="F26B43"/>
          </p15:clr>
        </p15:guide>
        <p15:guide id="14" pos="3318" userDrawn="1">
          <p15:clr>
            <a:srgbClr val="F26B43"/>
          </p15:clr>
        </p15:guide>
        <p15:guide id="15" pos="3772" userDrawn="1">
          <p15:clr>
            <a:srgbClr val="F26B43"/>
          </p15:clr>
        </p15:guide>
        <p15:guide id="16" pos="3908" userDrawn="1">
          <p15:clr>
            <a:srgbClr val="F26B43"/>
          </p15:clr>
        </p15:guide>
        <p15:guide id="17" pos="4362" userDrawn="1">
          <p15:clr>
            <a:srgbClr val="F26B43"/>
          </p15:clr>
        </p15:guide>
        <p15:guide id="18" pos="4498" userDrawn="1">
          <p15:clr>
            <a:srgbClr val="F26B43"/>
          </p15:clr>
        </p15:guide>
        <p15:guide id="19" pos="4951" userDrawn="1">
          <p15:clr>
            <a:srgbClr val="F26B43"/>
          </p15:clr>
        </p15:guide>
        <p15:guide id="20" pos="5087" userDrawn="1">
          <p15:clr>
            <a:srgbClr val="F26B43"/>
          </p15:clr>
        </p15:guide>
        <p15:guide id="21" pos="5541" userDrawn="1">
          <p15:clr>
            <a:srgbClr val="F26B43"/>
          </p15:clr>
        </p15:guide>
        <p15:guide id="22" pos="5654" userDrawn="1">
          <p15:clr>
            <a:srgbClr val="F26B43"/>
          </p15:clr>
        </p15:guide>
        <p15:guide id="23" pos="6120" userDrawn="1">
          <p15:clr>
            <a:srgbClr val="F26B43"/>
          </p15:clr>
        </p15:guide>
        <p15:guide id="24" pos="6244" userDrawn="1">
          <p15:clr>
            <a:srgbClr val="F26B43"/>
          </p15:clr>
        </p15:guide>
        <p15:guide id="25" pos="6698" userDrawn="1">
          <p15:clr>
            <a:srgbClr val="F26B43"/>
          </p15:clr>
        </p15:guide>
        <p15:guide id="26" pos="6834" userDrawn="1">
          <p15:clr>
            <a:srgbClr val="F26B43"/>
          </p15:clr>
        </p15:guide>
        <p15:guide id="27" orient="horz" pos="2160" userDrawn="1">
          <p15:clr>
            <a:srgbClr val="F26B43"/>
          </p15:clr>
        </p15:guide>
        <p15:guide id="28" orient="horz" pos="4065" userDrawn="1">
          <p15:clr>
            <a:srgbClr val="F26B43"/>
          </p15:clr>
        </p15:guide>
        <p15:guide id="29" orient="horz" pos="3816" userDrawn="1">
          <p15:clr>
            <a:srgbClr val="F26B43"/>
          </p15:clr>
        </p15:guide>
        <p15:guide id="30" orient="horz" pos="663" userDrawn="1">
          <p15:clr>
            <a:srgbClr val="F26B43"/>
          </p15:clr>
        </p15:guide>
        <p15:guide id="31" orient="horz" pos="550" userDrawn="1">
          <p15:clr>
            <a:srgbClr val="F26B43"/>
          </p15:clr>
        </p15:guide>
        <p15:guide id="32" orient="horz" pos="2341" userDrawn="1">
          <p15:clr>
            <a:srgbClr val="F26B43"/>
          </p15:clr>
        </p15:guide>
        <p15:guide id="33" orient="horz" pos="1888" userDrawn="1">
          <p15:clr>
            <a:srgbClr val="F26B43"/>
          </p15:clr>
        </p15:guide>
        <p15:guide id="34" orient="horz" pos="3680" userDrawn="1">
          <p15:clr>
            <a:srgbClr val="F26B43"/>
          </p15:clr>
        </p15:guide>
        <p15:guide id="35" orient="horz" pos="1094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platzhalter 25">
            <a:extLst>
              <a:ext uri="{FF2B5EF4-FFF2-40B4-BE49-F238E27FC236}">
                <a16:creationId xmlns:a16="http://schemas.microsoft.com/office/drawing/2014/main" id="{A5CE2D21-B81F-483B-9FE8-AF317984B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 vert="horz" lIns="0" tIns="10800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6FA640-4158-403C-98E2-E7FCEBC54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736725"/>
            <a:ext cx="10972801" cy="43168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 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F0A8DA4-796C-4D83-A511-7E33ECC19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252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6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333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6905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" indent="-342900" algn="l" defTabSz="914400" rtl="0" eaLnBrk="1" latinLnBrk="0" hangingPunct="1">
        <a:lnSpc>
          <a:spcPct val="100000"/>
        </a:lnSpc>
        <a:spcBef>
          <a:spcPts val="1200"/>
        </a:spcBef>
        <a:buFont typeface="Open Sans" panose="020B0606030504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514350" indent="-17145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114300" algn="l" defTabSz="914400" rtl="0" eaLnBrk="1" latinLnBrk="0" hangingPunct="1">
        <a:lnSpc>
          <a:spcPct val="100000"/>
        </a:lnSpc>
        <a:spcBef>
          <a:spcPts val="500"/>
        </a:spcBef>
        <a:buFont typeface="Open Sans" panose="020B0606030504020204" pitchFamily="34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8001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 userDrawn="1">
          <p15:clr>
            <a:srgbClr val="F26B43"/>
          </p15:clr>
        </p15:guide>
        <p15:guide id="3" pos="384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846" userDrawn="1">
          <p15:clr>
            <a:srgbClr val="F26B43"/>
          </p15:clr>
        </p15:guide>
        <p15:guide id="6" pos="982" userDrawn="1">
          <p15:clr>
            <a:srgbClr val="F26B43"/>
          </p15:clr>
        </p15:guide>
        <p15:guide id="7" pos="1436" userDrawn="1">
          <p15:clr>
            <a:srgbClr val="F26B43"/>
          </p15:clr>
        </p15:guide>
        <p15:guide id="8" pos="1560" userDrawn="1">
          <p15:clr>
            <a:srgbClr val="F26B43"/>
          </p15:clr>
        </p15:guide>
        <p15:guide id="9" pos="2026" userDrawn="1">
          <p15:clr>
            <a:srgbClr val="F26B43"/>
          </p15:clr>
        </p15:guide>
        <p15:guide id="10" pos="2139" userDrawn="1">
          <p15:clr>
            <a:srgbClr val="F26B43"/>
          </p15:clr>
        </p15:guide>
        <p15:guide id="11" pos="2593" userDrawn="1">
          <p15:clr>
            <a:srgbClr val="F26B43"/>
          </p15:clr>
        </p15:guide>
        <p15:guide id="12" pos="2736" userDrawn="1">
          <p15:clr>
            <a:srgbClr val="F26B43"/>
          </p15:clr>
        </p15:guide>
        <p15:guide id="13" pos="3182" userDrawn="1">
          <p15:clr>
            <a:srgbClr val="F26B43"/>
          </p15:clr>
        </p15:guide>
        <p15:guide id="14" pos="3318" userDrawn="1">
          <p15:clr>
            <a:srgbClr val="F26B43"/>
          </p15:clr>
        </p15:guide>
        <p15:guide id="15" pos="3772" userDrawn="1">
          <p15:clr>
            <a:srgbClr val="F26B43"/>
          </p15:clr>
        </p15:guide>
        <p15:guide id="16" pos="3908" userDrawn="1">
          <p15:clr>
            <a:srgbClr val="F26B43"/>
          </p15:clr>
        </p15:guide>
        <p15:guide id="17" pos="4362" userDrawn="1">
          <p15:clr>
            <a:srgbClr val="F26B43"/>
          </p15:clr>
        </p15:guide>
        <p15:guide id="18" pos="4498" userDrawn="1">
          <p15:clr>
            <a:srgbClr val="F26B43"/>
          </p15:clr>
        </p15:guide>
        <p15:guide id="19" pos="4951" userDrawn="1">
          <p15:clr>
            <a:srgbClr val="F26B43"/>
          </p15:clr>
        </p15:guide>
        <p15:guide id="20" pos="5087" userDrawn="1">
          <p15:clr>
            <a:srgbClr val="F26B43"/>
          </p15:clr>
        </p15:guide>
        <p15:guide id="21" pos="5541" userDrawn="1">
          <p15:clr>
            <a:srgbClr val="F26B43"/>
          </p15:clr>
        </p15:guide>
        <p15:guide id="22" pos="5654" userDrawn="1">
          <p15:clr>
            <a:srgbClr val="F26B43"/>
          </p15:clr>
        </p15:guide>
        <p15:guide id="23" pos="6120" userDrawn="1">
          <p15:clr>
            <a:srgbClr val="F26B43"/>
          </p15:clr>
        </p15:guide>
        <p15:guide id="24" pos="6244" userDrawn="1">
          <p15:clr>
            <a:srgbClr val="F26B43"/>
          </p15:clr>
        </p15:guide>
        <p15:guide id="25" pos="6698" userDrawn="1">
          <p15:clr>
            <a:srgbClr val="F26B43"/>
          </p15:clr>
        </p15:guide>
        <p15:guide id="26" pos="6834" userDrawn="1">
          <p15:clr>
            <a:srgbClr val="F26B43"/>
          </p15:clr>
        </p15:guide>
        <p15:guide id="27" orient="horz" pos="2160" userDrawn="1">
          <p15:clr>
            <a:srgbClr val="F26B43"/>
          </p15:clr>
        </p15:guide>
        <p15:guide id="28" orient="horz" pos="4065" userDrawn="1">
          <p15:clr>
            <a:srgbClr val="F26B43"/>
          </p15:clr>
        </p15:guide>
        <p15:guide id="29" orient="horz" pos="3816" userDrawn="1">
          <p15:clr>
            <a:srgbClr val="F26B43"/>
          </p15:clr>
        </p15:guide>
        <p15:guide id="30" orient="horz" pos="663" userDrawn="1">
          <p15:clr>
            <a:srgbClr val="F26B43"/>
          </p15:clr>
        </p15:guide>
        <p15:guide id="31" orient="horz" pos="550" userDrawn="1">
          <p15:clr>
            <a:srgbClr val="F26B43"/>
          </p15:clr>
        </p15:guide>
        <p15:guide id="32" orient="horz" pos="2341" userDrawn="1">
          <p15:clr>
            <a:srgbClr val="F26B43"/>
          </p15:clr>
        </p15:guide>
        <p15:guide id="33" orient="horz" pos="1888" userDrawn="1">
          <p15:clr>
            <a:srgbClr val="F26B43"/>
          </p15:clr>
        </p15:guide>
        <p15:guide id="34" orient="horz" pos="3680" userDrawn="1">
          <p15:clr>
            <a:srgbClr val="F26B43"/>
          </p15:clr>
        </p15:guide>
        <p15:guide id="35" orient="horz" pos="109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92127-A6D4-4DE7-B042-2AE843D731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10972800" cy="2196295"/>
          </a:xfrm>
        </p:spPr>
        <p:txBody>
          <a:bodyPr/>
          <a:lstStyle/>
          <a:p>
            <a:r>
              <a:rPr lang="de-DE" b="1" dirty="0"/>
              <a:t>YOLO26: Bestimmung von Objekt-Posen in Bildern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91F6330-C39B-4485-AD3C-BF8578A251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10972800" cy="1387475"/>
          </a:xfrm>
        </p:spPr>
        <p:txBody>
          <a:bodyPr/>
          <a:lstStyle/>
          <a:p>
            <a:r>
              <a:rPr lang="de-DE" dirty="0"/>
              <a:t>Nguyen, Duc Hai, Richard Loewe (Gruppe Nr.4)</a:t>
            </a:r>
          </a:p>
          <a:p>
            <a:r>
              <a:rPr lang="de-DE" dirty="0"/>
              <a:t>Professur für Automatisierungstechnik</a:t>
            </a:r>
          </a:p>
          <a:p>
            <a:r>
              <a:rPr lang="de-DE" dirty="0"/>
              <a:t>Verteidigung des Oberseminars Automatisierungstechnik im SS2026</a:t>
            </a:r>
          </a:p>
        </p:txBody>
      </p:sp>
    </p:spTree>
    <p:extLst>
      <p:ext uri="{BB962C8B-B14F-4D97-AF65-F5344CB8AC3E}">
        <p14:creationId xmlns:p14="http://schemas.microsoft.com/office/powerpoint/2010/main" val="2213360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45FC8-F8A7-F0FA-3DBE-2EF5E3AA3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27F4C6-8174-CDC7-70C7-3F6F5DEEF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Motivation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845DD70-577D-996D-0A37-51BC7F093E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09916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900FE-203C-6668-8C7B-A47BC5F3B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A06AC08-B0F2-6905-E722-3B63C7176D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5532" y="960275"/>
            <a:ext cx="7760935" cy="5173957"/>
          </a:xfrm>
        </p:spPr>
      </p:pic>
    </p:spTree>
    <p:extLst>
      <p:ext uri="{BB962C8B-B14F-4D97-AF65-F5344CB8AC3E}">
        <p14:creationId xmlns:p14="http://schemas.microsoft.com/office/powerpoint/2010/main" val="683118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6DF4A-1F16-CFD9-32C6-9C61DF565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48A46A-5B43-745A-D1A3-E78675E46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Netzarchitektur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6F242F0-D342-7657-E243-C19110F359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9071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A9DE9-5085-B629-C2F4-C5690287B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E57D3-FC32-66BA-3733-4E5F444F8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D1599E-157F-A81F-723F-773D2C028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597" y="277833"/>
            <a:ext cx="6492803" cy="59441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698410-BFB4-3C39-7A88-37155FB39BF7}"/>
              </a:ext>
            </a:extLst>
          </p:cNvPr>
          <p:cNvSpPr txBox="1"/>
          <p:nvPr/>
        </p:nvSpPr>
        <p:spPr>
          <a:xfrm>
            <a:off x="9288764" y="5852616"/>
            <a:ext cx="782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1781731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2D94D-DC87-8E94-3457-7CDBA9CF5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1BB95-FD58-5C72-89CC-35E3F595B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3 </a:t>
            </a:r>
            <a:r>
              <a:rPr lang="de-DE" dirty="0" err="1"/>
              <a:t>detection</a:t>
            </a:r>
            <a:r>
              <a:rPr lang="de-DE" dirty="0"/>
              <a:t> Heads</a:t>
            </a:r>
          </a:p>
          <a:p>
            <a:r>
              <a:rPr lang="de-DE" dirty="0"/>
              <a:t>-klein </a:t>
            </a:r>
          </a:p>
          <a:p>
            <a:r>
              <a:rPr lang="de-DE" dirty="0"/>
              <a:t>-mittel </a:t>
            </a:r>
          </a:p>
          <a:p>
            <a:r>
              <a:rPr lang="de-DE" dirty="0"/>
              <a:t>-groß</a:t>
            </a:r>
          </a:p>
          <a:p>
            <a:r>
              <a:rPr lang="de-DE" dirty="0"/>
              <a:t>Backbone: feature </a:t>
            </a:r>
            <a:r>
              <a:rPr lang="de-DE" dirty="0" err="1"/>
              <a:t>extraction</a:t>
            </a:r>
            <a:endParaRPr lang="de-DE" dirty="0"/>
          </a:p>
          <a:p>
            <a:r>
              <a:rPr lang="de-DE" dirty="0"/>
              <a:t>Neck: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13260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08D8AD-2C47-D557-2BBF-D86D9E0DD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632298"/>
            <a:ext cx="11033761" cy="5814221"/>
          </a:xfrm>
        </p:spPr>
        <p:txBody>
          <a:bodyPr/>
          <a:lstStyle/>
          <a:p>
            <a:r>
              <a:rPr lang="de-DE" sz="1800" dirty="0"/>
              <a:t>[1] Ranjan </a:t>
            </a:r>
            <a:r>
              <a:rPr lang="de-DE" sz="1800" dirty="0" err="1"/>
              <a:t>Sapkota</a:t>
            </a:r>
            <a:r>
              <a:rPr lang="de-DE" sz="1800" dirty="0"/>
              <a:t>, Rahul </a:t>
            </a:r>
            <a:r>
              <a:rPr lang="de-DE" sz="1800" dirty="0" err="1"/>
              <a:t>Harsha</a:t>
            </a:r>
            <a:r>
              <a:rPr lang="de-DE" sz="1800" dirty="0"/>
              <a:t> </a:t>
            </a:r>
            <a:r>
              <a:rPr lang="de-DE" sz="1800" dirty="0" err="1"/>
              <a:t>Cheppally</a:t>
            </a:r>
            <a:r>
              <a:rPr lang="de-DE" sz="1800" dirty="0"/>
              <a:t>, Ajay </a:t>
            </a:r>
            <a:r>
              <a:rPr lang="de-DE" sz="1800" dirty="0" err="1"/>
              <a:t>Sharda</a:t>
            </a:r>
            <a:r>
              <a:rPr lang="de-DE" sz="1800" dirty="0"/>
              <a:t>, </a:t>
            </a:r>
            <a:r>
              <a:rPr lang="de-DE" sz="1800" dirty="0" err="1"/>
              <a:t>Manoj</a:t>
            </a:r>
            <a:r>
              <a:rPr lang="de-DE" sz="1800" dirty="0"/>
              <a:t> </a:t>
            </a:r>
            <a:r>
              <a:rPr lang="de-DE" sz="1800" dirty="0" err="1"/>
              <a:t>Karkee</a:t>
            </a:r>
            <a:r>
              <a:rPr lang="de-DE" sz="1800" dirty="0"/>
              <a:t>. YOLO26: Key </a:t>
            </a:r>
            <a:r>
              <a:rPr lang="de-DE" sz="1800" dirty="0" err="1"/>
              <a:t>Architectural</a:t>
            </a:r>
            <a:r>
              <a:rPr lang="de-DE" sz="1800" dirty="0"/>
              <a:t> Enhancements </a:t>
            </a:r>
            <a:r>
              <a:rPr lang="de-DE" sz="1800" dirty="0" err="1"/>
              <a:t>andPerformance</a:t>
            </a:r>
            <a:r>
              <a:rPr lang="de-DE" sz="1800" dirty="0"/>
              <a:t> Benchmarking </a:t>
            </a:r>
            <a:r>
              <a:rPr lang="de-DE" sz="1800" dirty="0" err="1"/>
              <a:t>for</a:t>
            </a:r>
            <a:r>
              <a:rPr lang="de-DE" sz="1800" dirty="0"/>
              <a:t> Real-Time </a:t>
            </a:r>
            <a:r>
              <a:rPr lang="de-DE" sz="1800" dirty="0" err="1"/>
              <a:t>ObjectDetection</a:t>
            </a:r>
            <a:r>
              <a:rPr lang="de-DE" sz="1800" dirty="0"/>
              <a:t>. In </a:t>
            </a:r>
            <a:r>
              <a:rPr lang="de-DE" sz="1800" dirty="0" err="1"/>
              <a:t>ArXiv</a:t>
            </a:r>
            <a:r>
              <a:rPr lang="de-DE" sz="1800" dirty="0"/>
              <a:t>, 2026. https://arxiv.org/abs/2509.25164 (abgerufen am 10.03.26) </a:t>
            </a:r>
            <a:endParaRPr lang="en-US" sz="1800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31753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77E57-D73D-4355-E4AC-0BFFCA2E8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6DDA2B-AF75-73F5-DE86-7D0907305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Vielen Dank für Ihre Aufmerksamkeit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5B03E4D-FD6B-0E8F-83A9-2043DECC0A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2340424"/>
      </p:ext>
    </p:extLst>
  </p:cSld>
  <p:clrMapOvr>
    <a:masterClrMapping/>
  </p:clrMapOvr>
</p:sld>
</file>

<file path=ppt/theme/theme1.xml><?xml version="1.0" encoding="utf-8"?>
<a:theme xmlns:a="http://schemas.openxmlformats.org/drawingml/2006/main" name="TUD Standard_20 pt">
  <a:themeElements>
    <a:clrScheme name="TUD_2025_Blau-Türkis">
      <a:dk1>
        <a:srgbClr val="000000"/>
      </a:dk1>
      <a:lt1>
        <a:sysClr val="window" lastClr="FFFFFF"/>
      </a:lt1>
      <a:dk2>
        <a:srgbClr val="566371"/>
      </a:dk2>
      <a:lt2>
        <a:srgbClr val="FFFFFF"/>
      </a:lt2>
      <a:accent1>
        <a:srgbClr val="00008C"/>
      </a:accent1>
      <a:accent2>
        <a:srgbClr val="97C6FF"/>
      </a:accent2>
      <a:accent3>
        <a:srgbClr val="2F57B2"/>
      </a:accent3>
      <a:accent4>
        <a:srgbClr val="00005A"/>
      </a:accent4>
      <a:accent5>
        <a:srgbClr val="0A777F"/>
      </a:accent5>
      <a:accent6>
        <a:srgbClr val="8CE6D7"/>
      </a:accent6>
      <a:hlink>
        <a:srgbClr val="00008C"/>
      </a:hlink>
      <a:folHlink>
        <a:srgbClr val="2F57B2"/>
      </a:folHlink>
    </a:clrScheme>
    <a:fontScheme name="TUD_2025_Noto Sans">
      <a:majorFont>
        <a:latin typeface="Noto Sans Medium"/>
        <a:ea typeface=""/>
        <a:cs typeface=""/>
      </a:majorFont>
      <a:minorFont>
        <a:latin typeface="Noto Sans"/>
        <a:ea typeface=""/>
        <a:cs typeface="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Zwischenseiten mit Shape">
  <a:themeElements>
    <a:clrScheme name="TUD_2025_Blau-Türkis">
      <a:dk1>
        <a:srgbClr val="000000"/>
      </a:dk1>
      <a:lt1>
        <a:sysClr val="window" lastClr="FFFFFF"/>
      </a:lt1>
      <a:dk2>
        <a:srgbClr val="566371"/>
      </a:dk2>
      <a:lt2>
        <a:srgbClr val="FFFFFF"/>
      </a:lt2>
      <a:accent1>
        <a:srgbClr val="00008C"/>
      </a:accent1>
      <a:accent2>
        <a:srgbClr val="97C6FF"/>
      </a:accent2>
      <a:accent3>
        <a:srgbClr val="2F57B2"/>
      </a:accent3>
      <a:accent4>
        <a:srgbClr val="00005A"/>
      </a:accent4>
      <a:accent5>
        <a:srgbClr val="0A777F"/>
      </a:accent5>
      <a:accent6>
        <a:srgbClr val="8CE6D7"/>
      </a:accent6>
      <a:hlink>
        <a:srgbClr val="00008C"/>
      </a:hlink>
      <a:folHlink>
        <a:srgbClr val="2F57B2"/>
      </a:folHlink>
    </a:clrScheme>
    <a:fontScheme name="TUD_2025_Noto Sans">
      <a:majorFont>
        <a:latin typeface="Noto Sans Medium"/>
        <a:ea typeface=""/>
        <a:cs typeface=""/>
      </a:majorFont>
      <a:minorFont>
        <a:latin typeface="Noto Sans"/>
        <a:ea typeface=""/>
        <a:cs typeface="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hne Fusszeile - Bilder randabfallend">
  <a:themeElements>
    <a:clrScheme name="TUD-2025__Test_GRK2250">
      <a:dk1>
        <a:srgbClr val="000000"/>
      </a:dk1>
      <a:lt1>
        <a:sysClr val="window" lastClr="FFFFFF"/>
      </a:lt1>
      <a:dk2>
        <a:srgbClr val="566371"/>
      </a:dk2>
      <a:lt2>
        <a:srgbClr val="FFFFFF"/>
      </a:lt2>
      <a:accent1>
        <a:srgbClr val="00008C"/>
      </a:accent1>
      <a:accent2>
        <a:srgbClr val="97C6FF"/>
      </a:accent2>
      <a:accent3>
        <a:srgbClr val="2F57B2"/>
      </a:accent3>
      <a:accent4>
        <a:srgbClr val="BC1589"/>
      </a:accent4>
      <a:accent5>
        <a:srgbClr val="C85000"/>
      </a:accent5>
      <a:accent6>
        <a:srgbClr val="007D4B"/>
      </a:accent6>
      <a:hlink>
        <a:srgbClr val="00008C"/>
      </a:hlink>
      <a:folHlink>
        <a:srgbClr val="2F57B2"/>
      </a:folHlink>
    </a:clrScheme>
    <a:fontScheme name="TUD_2025_Noto Sans">
      <a:majorFont>
        <a:latin typeface="Noto Sans Medium"/>
        <a:ea typeface=""/>
        <a:cs typeface=""/>
      </a:majorFont>
      <a:minorFont>
        <a:latin typeface="Noto Sans"/>
        <a:ea typeface=""/>
        <a:cs typeface="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</Words>
  <Application>Microsoft Office PowerPoint</Application>
  <PresentationFormat>Widescreen</PresentationFormat>
  <Paragraphs>18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20" baseType="lpstr">
      <vt:lpstr>Arial</vt:lpstr>
      <vt:lpstr>Calibri</vt:lpstr>
      <vt:lpstr>Noto Sans</vt:lpstr>
      <vt:lpstr>Noto Sans Medium</vt:lpstr>
      <vt:lpstr>Noto Serif</vt:lpstr>
      <vt:lpstr>Noto Serif (Textkörper)</vt:lpstr>
      <vt:lpstr>Noto Serif Light</vt:lpstr>
      <vt:lpstr>Open Sans</vt:lpstr>
      <vt:lpstr>Symbol</vt:lpstr>
      <vt:lpstr>TUD Standard_20 pt</vt:lpstr>
      <vt:lpstr>Zwischenseiten mit Shape</vt:lpstr>
      <vt:lpstr>ohne Fusszeile - Bilder randabfallend</vt:lpstr>
      <vt:lpstr>YOLO26: Bestimmung von Objekt-Posen in Bildern</vt:lpstr>
      <vt:lpstr>Motivation</vt:lpstr>
      <vt:lpstr>PowerPoint Presentation</vt:lpstr>
      <vt:lpstr>Netzarchitektur</vt:lpstr>
      <vt:lpstr>PowerPoint Presentation</vt:lpstr>
      <vt:lpstr>PowerPoint Presentation</vt:lpstr>
      <vt:lpstr>PowerPoint Presentation</vt:lpstr>
      <vt:lpstr>Vielen Dank für Ihre Aufmerksamkeit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250805_TUD-Präsentationsvorlage</dc:title>
  <dc:creator>Corporate Design</dc:creator>
  <cp:lastModifiedBy>Richard Loewe</cp:lastModifiedBy>
  <cp:revision>182</cp:revision>
  <dcterms:created xsi:type="dcterms:W3CDTF">2025-06-02T21:07:03Z</dcterms:created>
  <dcterms:modified xsi:type="dcterms:W3CDTF">2026-07-18T15:27:58Z</dcterms:modified>
</cp:coreProperties>
</file>